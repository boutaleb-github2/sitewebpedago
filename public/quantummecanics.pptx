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257" r:id="rId2"/>
    <p:sldId id="323" r:id="rId3"/>
    <p:sldId id="273" r:id="rId4"/>
    <p:sldId id="274" r:id="rId5"/>
    <p:sldId id="275" r:id="rId6"/>
    <p:sldId id="298" r:id="rId7"/>
    <p:sldId id="300" r:id="rId8"/>
    <p:sldId id="301" r:id="rId9"/>
    <p:sldId id="305" r:id="rId10"/>
    <p:sldId id="306" r:id="rId11"/>
    <p:sldId id="307" r:id="rId12"/>
    <p:sldId id="308" r:id="rId13"/>
    <p:sldId id="258" r:id="rId14"/>
    <p:sldId id="256" r:id="rId15"/>
    <p:sldId id="259" r:id="rId16"/>
    <p:sldId id="260" r:id="rId17"/>
    <p:sldId id="294" r:id="rId18"/>
    <p:sldId id="295" r:id="rId19"/>
    <p:sldId id="296" r:id="rId20"/>
    <p:sldId id="297" r:id="rId21"/>
    <p:sldId id="299" r:id="rId22"/>
    <p:sldId id="302" r:id="rId23"/>
    <p:sldId id="303" r:id="rId24"/>
    <p:sldId id="304" r:id="rId25"/>
    <p:sldId id="261" r:id="rId26"/>
    <p:sldId id="262" r:id="rId27"/>
    <p:sldId id="263" r:id="rId28"/>
    <p:sldId id="264" r:id="rId29"/>
    <p:sldId id="265" r:id="rId30"/>
    <p:sldId id="283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8" r:id="rId39"/>
    <p:sldId id="277" r:id="rId40"/>
    <p:sldId id="276" r:id="rId41"/>
    <p:sldId id="279" r:id="rId42"/>
    <p:sldId id="280" r:id="rId43"/>
    <p:sldId id="281" r:id="rId44"/>
    <p:sldId id="282" r:id="rId45"/>
    <p:sldId id="284" r:id="rId46"/>
    <p:sldId id="285" r:id="rId47"/>
    <p:sldId id="321" r:id="rId48"/>
    <p:sldId id="286" r:id="rId49"/>
    <p:sldId id="287" r:id="rId50"/>
    <p:sldId id="309" r:id="rId51"/>
    <p:sldId id="310" r:id="rId52"/>
    <p:sldId id="311" r:id="rId53"/>
    <p:sldId id="288" r:id="rId54"/>
    <p:sldId id="322" r:id="rId55"/>
    <p:sldId id="312" r:id="rId56"/>
    <p:sldId id="313" r:id="rId57"/>
    <p:sldId id="314" r:id="rId58"/>
    <p:sldId id="315" r:id="rId59"/>
    <p:sldId id="289" r:id="rId60"/>
    <p:sldId id="290" r:id="rId61"/>
    <p:sldId id="291" r:id="rId62"/>
    <p:sldId id="316" r:id="rId63"/>
    <p:sldId id="317" r:id="rId64"/>
    <p:sldId id="318" r:id="rId65"/>
    <p:sldId id="319" r:id="rId66"/>
    <p:sldId id="320" r:id="rId67"/>
    <p:sldId id="292" r:id="rId68"/>
    <p:sldId id="293" r:id="rId69"/>
  </p:sldIdLst>
  <p:sldSz cx="12192000" cy="6858000"/>
  <p:notesSz cx="6735763" cy="9799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845B7A-03BA-4C1C-9465-2BEA8BA5BC0F}" v="179" dt="2025-11-11T08:18:02.456"/>
    <p1510:client id="{EBC07FB0-A4DC-A44D-F5F8-7D8FA3C3C619}" v="147" dt="2025-11-10T11:28:46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ib boutaleb" userId="f7e28506c97aea82" providerId="LiveId" clId="{0094230A-1727-442C-8A41-4B18BD34707B}"/>
    <pc:docChg chg="undo custSel addSld modSld addMainMaster delMainMaster modMainMaster">
      <pc:chgData name="habib boutaleb" userId="f7e28506c97aea82" providerId="LiveId" clId="{0094230A-1727-442C-8A41-4B18BD34707B}" dt="2025-11-11T08:22:23.374" v="601" actId="113"/>
      <pc:docMkLst>
        <pc:docMk/>
      </pc:docMkLst>
      <pc:sldChg chg="setBg">
        <pc:chgData name="habib boutaleb" userId="f7e28506c97aea82" providerId="LiveId" clId="{0094230A-1727-442C-8A41-4B18BD34707B}" dt="2025-11-11T07:51:11.975" v="526"/>
        <pc:sldMkLst>
          <pc:docMk/>
          <pc:sldMk cId="2425128154" sldId="257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442522903" sldId="258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275662938" sldId="259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611288103" sldId="276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091736023" sldId="277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542191959" sldId="279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398785557" sldId="280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343709128" sldId="281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473442083" sldId="282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7340638" sldId="284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572793017" sldId="285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153411579" sldId="286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50937357" sldId="287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262381445" sldId="288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653181169" sldId="289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712230687" sldId="290"/>
        </pc:sldMkLst>
      </pc:sldChg>
      <pc:sldChg chg="addSp delSp modSp mod setBg">
        <pc:chgData name="habib boutaleb" userId="f7e28506c97aea82" providerId="LiveId" clId="{0094230A-1727-442C-8A41-4B18BD34707B}" dt="2025-11-11T07:51:11.975" v="526"/>
        <pc:sldMkLst>
          <pc:docMk/>
          <pc:sldMk cId="4053111757" sldId="291"/>
        </pc:sldMkLst>
        <pc:spChg chg="add mod">
          <ac:chgData name="habib boutaleb" userId="f7e28506c97aea82" providerId="LiveId" clId="{0094230A-1727-442C-8A41-4B18BD34707B}" dt="2025-11-11T07:27:09.936" v="229" actId="20577"/>
          <ac:spMkLst>
            <pc:docMk/>
            <pc:sldMk cId="4053111757" sldId="291"/>
            <ac:spMk id="2" creationId="{5428CFF3-8907-CB04-D38C-93B3799BDB4C}"/>
          </ac:spMkLst>
        </pc:spChg>
        <pc:spChg chg="add del mod">
          <ac:chgData name="habib boutaleb" userId="f7e28506c97aea82" providerId="LiveId" clId="{0094230A-1727-442C-8A41-4B18BD34707B}" dt="2025-11-10T05:48:51.750" v="55" actId="478"/>
          <ac:spMkLst>
            <pc:docMk/>
            <pc:sldMk cId="4053111757" sldId="291"/>
            <ac:spMk id="8" creationId="{247E3FFF-652D-1629-91D7-08E9BFC6481A}"/>
          </ac:spMkLst>
        </pc:spChg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764393966" sldId="292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771228838" sldId="293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759869914" sldId="294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00992495" sldId="295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091246808" sldId="296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825774406" sldId="297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626290732" sldId="298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237565982" sldId="299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188774673" sldId="300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686405742" sldId="301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358688207" sldId="302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2264277580" sldId="303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4203971553" sldId="304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4073323726" sldId="305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941548329" sldId="306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850125180" sldId="307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438887727" sldId="308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874198393" sldId="309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76226603" sldId="310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210026050" sldId="311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1578476646" sldId="312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987070901" sldId="313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758557686" sldId="314"/>
        </pc:sldMkLst>
      </pc:sldChg>
      <pc:sldChg chg="setBg">
        <pc:chgData name="habib boutaleb" userId="f7e28506c97aea82" providerId="LiveId" clId="{0094230A-1727-442C-8A41-4B18BD34707B}" dt="2025-11-11T07:51:11.975" v="526"/>
        <pc:sldMkLst>
          <pc:docMk/>
          <pc:sldMk cId="3420217839" sldId="315"/>
        </pc:sldMkLst>
      </pc:sldChg>
      <pc:sldChg chg="add setBg">
        <pc:chgData name="habib boutaleb" userId="f7e28506c97aea82" providerId="LiveId" clId="{0094230A-1727-442C-8A41-4B18BD34707B}" dt="2025-11-11T07:51:11.975" v="526"/>
        <pc:sldMkLst>
          <pc:docMk/>
          <pc:sldMk cId="1425297205" sldId="316"/>
        </pc:sldMkLst>
      </pc:sldChg>
      <pc:sldChg chg="modSp add mod setBg">
        <pc:chgData name="habib boutaleb" userId="f7e28506c97aea82" providerId="LiveId" clId="{0094230A-1727-442C-8A41-4B18BD34707B}" dt="2025-11-11T07:51:11.975" v="526"/>
        <pc:sldMkLst>
          <pc:docMk/>
          <pc:sldMk cId="216399238" sldId="317"/>
        </pc:sldMkLst>
        <pc:spChg chg="mod">
          <ac:chgData name="habib boutaleb" userId="f7e28506c97aea82" providerId="LiveId" clId="{0094230A-1727-442C-8A41-4B18BD34707B}" dt="2025-11-10T08:49:02.430" v="221" actId="1076"/>
          <ac:spMkLst>
            <pc:docMk/>
            <pc:sldMk cId="216399238" sldId="317"/>
            <ac:spMk id="2" creationId="{478E983E-756B-54B7-D0E3-74257EAF9C51}"/>
          </ac:spMkLst>
        </pc:spChg>
      </pc:sldChg>
      <pc:sldChg chg="modSp add mod setBg">
        <pc:chgData name="habib boutaleb" userId="f7e28506c97aea82" providerId="LiveId" clId="{0094230A-1727-442C-8A41-4B18BD34707B}" dt="2025-11-11T07:51:11.975" v="526"/>
        <pc:sldMkLst>
          <pc:docMk/>
          <pc:sldMk cId="52150246" sldId="318"/>
        </pc:sldMkLst>
        <pc:spChg chg="mod">
          <ac:chgData name="habib boutaleb" userId="f7e28506c97aea82" providerId="LiveId" clId="{0094230A-1727-442C-8A41-4B18BD34707B}" dt="2025-11-10T08:49:47.955" v="225" actId="1076"/>
          <ac:spMkLst>
            <pc:docMk/>
            <pc:sldMk cId="52150246" sldId="318"/>
            <ac:spMk id="2" creationId="{774BE2B4-20A1-87F4-E1CD-6C3C4010CA53}"/>
          </ac:spMkLst>
        </pc:spChg>
      </pc:sldChg>
      <pc:sldChg chg="add setBg">
        <pc:chgData name="habib boutaleb" userId="f7e28506c97aea82" providerId="LiveId" clId="{0094230A-1727-442C-8A41-4B18BD34707B}" dt="2025-11-11T07:51:11.975" v="526"/>
        <pc:sldMkLst>
          <pc:docMk/>
          <pc:sldMk cId="1531994891" sldId="319"/>
        </pc:sldMkLst>
      </pc:sldChg>
      <pc:sldChg chg="add setBg">
        <pc:chgData name="habib boutaleb" userId="f7e28506c97aea82" providerId="LiveId" clId="{0094230A-1727-442C-8A41-4B18BD34707B}" dt="2025-11-11T07:51:11.975" v="526"/>
        <pc:sldMkLst>
          <pc:docMk/>
          <pc:sldMk cId="429242560" sldId="320"/>
        </pc:sldMkLst>
      </pc:sldChg>
      <pc:sldChg chg="addSp delSp modSp new mod">
        <pc:chgData name="habib boutaleb" userId="f7e28506c97aea82" providerId="LiveId" clId="{0094230A-1727-442C-8A41-4B18BD34707B}" dt="2025-11-11T08:22:23.374" v="601" actId="113"/>
        <pc:sldMkLst>
          <pc:docMk/>
          <pc:sldMk cId="2711107112" sldId="323"/>
        </pc:sldMkLst>
        <pc:spChg chg="del">
          <ac:chgData name="habib boutaleb" userId="f7e28506c97aea82" providerId="LiveId" clId="{0094230A-1727-442C-8A41-4B18BD34707B}" dt="2025-11-11T08:16:52.906" v="528" actId="478"/>
          <ac:spMkLst>
            <pc:docMk/>
            <pc:sldMk cId="2711107112" sldId="323"/>
            <ac:spMk id="2" creationId="{E1D30AA5-1C29-496B-F7FF-DED8E2D4A686}"/>
          </ac:spMkLst>
        </pc:spChg>
        <pc:spChg chg="del">
          <ac:chgData name="habib boutaleb" userId="f7e28506c97aea82" providerId="LiveId" clId="{0094230A-1727-442C-8A41-4B18BD34707B}" dt="2025-11-11T08:16:54.058" v="529" actId="478"/>
          <ac:spMkLst>
            <pc:docMk/>
            <pc:sldMk cId="2711107112" sldId="323"/>
            <ac:spMk id="3" creationId="{AF4F6F7A-B3D2-3CB5-310D-1F760B5AD19E}"/>
          </ac:spMkLst>
        </pc:spChg>
        <pc:spChg chg="add mod">
          <ac:chgData name="habib boutaleb" userId="f7e28506c97aea82" providerId="LiveId" clId="{0094230A-1727-442C-8A41-4B18BD34707B}" dt="2025-11-11T08:22:23.374" v="601" actId="113"/>
          <ac:spMkLst>
            <pc:docMk/>
            <pc:sldMk cId="2711107112" sldId="323"/>
            <ac:spMk id="6" creationId="{11823BC3-CC42-391E-F907-DCB24F6480F3}"/>
          </ac:spMkLst>
        </pc:spChg>
      </pc:sldChg>
      <pc:sldMasterChg chg="addSp delSp modSp mod setBg modSldLayout">
        <pc:chgData name="habib boutaleb" userId="f7e28506c97aea82" providerId="LiveId" clId="{0094230A-1727-442C-8A41-4B18BD34707B}" dt="2025-11-11T07:51:11.975" v="526"/>
        <pc:sldMasterMkLst>
          <pc:docMk/>
          <pc:sldMasterMk cId="2398965426" sldId="2147483660"/>
        </pc:sldMasterMkLst>
        <pc:spChg chg="del">
          <ac:chgData name="habib boutaleb" userId="f7e28506c97aea82" providerId="LiveId" clId="{0094230A-1727-442C-8A41-4B18BD34707B}" dt="2025-11-11T07:32:38.758" v="234" actId="478"/>
          <ac:spMkLst>
            <pc:docMk/>
            <pc:sldMasterMk cId="2398965426" sldId="2147483660"/>
            <ac:spMk id="2" creationId="{00000000-0000-0000-0000-000000000000}"/>
          </ac:spMkLst>
        </pc:spChg>
        <pc:spChg chg="del">
          <ac:chgData name="habib boutaleb" userId="f7e28506c97aea82" providerId="LiveId" clId="{0094230A-1727-442C-8A41-4B18BD34707B}" dt="2025-11-11T07:32:40.017" v="239" actId="478"/>
          <ac:spMkLst>
            <pc:docMk/>
            <pc:sldMasterMk cId="2398965426" sldId="2147483660"/>
            <ac:spMk id="3" creationId="{00000000-0000-0000-0000-000000000000}"/>
          </ac:spMkLst>
        </pc:spChg>
        <pc:spChg chg="add del mod">
          <ac:chgData name="habib boutaleb" userId="f7e28506c97aea82" providerId="LiveId" clId="{0094230A-1727-442C-8A41-4B18BD34707B}" dt="2025-11-11T07:35:09.674" v="315" actId="478"/>
          <ac:spMkLst>
            <pc:docMk/>
            <pc:sldMasterMk cId="2398965426" sldId="2147483660"/>
            <ac:spMk id="5" creationId="{00000000-0000-0000-0000-000000000000}"/>
          </ac:spMkLst>
        </pc:spChg>
        <pc:spChg chg="del">
          <ac:chgData name="habib boutaleb" userId="f7e28506c97aea82" providerId="LiveId" clId="{0094230A-1727-442C-8A41-4B18BD34707B}" dt="2025-11-11T07:32:48.604" v="240" actId="478"/>
          <ac:spMkLst>
            <pc:docMk/>
            <pc:sldMasterMk cId="2398965426" sldId="2147483660"/>
            <ac:spMk id="6" creationId="{00000000-0000-0000-0000-000000000000}"/>
          </ac:spMkLst>
        </pc:spChg>
        <pc:spChg chg="add del mod">
          <ac:chgData name="habib boutaleb" userId="f7e28506c97aea82" providerId="LiveId" clId="{0094230A-1727-442C-8A41-4B18BD34707B}" dt="2025-11-11T07:32:38.760" v="236"/>
          <ac:spMkLst>
            <pc:docMk/>
            <pc:sldMasterMk cId="2398965426" sldId="2147483660"/>
            <ac:spMk id="8" creationId="{5F03EE66-D41A-E972-FBE4-DA070C720A67}"/>
          </ac:spMkLst>
        </pc:spChg>
        <pc:spChg chg="add del mod">
          <ac:chgData name="habib boutaleb" userId="f7e28506c97aea82" providerId="LiveId" clId="{0094230A-1727-442C-8A41-4B18BD34707B}" dt="2025-11-11T07:32:38.760" v="238"/>
          <ac:spMkLst>
            <pc:docMk/>
            <pc:sldMasterMk cId="2398965426" sldId="2147483660"/>
            <ac:spMk id="9" creationId="{6CCFF280-94D7-B62E-49A0-4EF2CA88AAA1}"/>
          </ac:spMkLst>
        </pc:spChg>
        <pc:spChg chg="add mod">
          <ac:chgData name="habib boutaleb" userId="f7e28506c97aea82" providerId="LiveId" clId="{0094230A-1727-442C-8A41-4B18BD34707B}" dt="2025-11-11T07:50:54.130" v="525" actId="207"/>
          <ac:spMkLst>
            <pc:docMk/>
            <pc:sldMasterMk cId="2398965426" sldId="2147483660"/>
            <ac:spMk id="36" creationId="{7701922E-342C-1E2D-B678-8D7F5455E383}"/>
          </ac:spMkLst>
        </pc:sp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463067776" sldId="2147483661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3213845010" sldId="2147483662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1982975699" sldId="2147483663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1248428181" sldId="2147483664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3802797707" sldId="2147483665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592535609" sldId="2147483666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1870891664" sldId="2147483667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2549915095" sldId="2147483668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809757804" sldId="2147483669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3859081262" sldId="2147483670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3336457042" sldId="2147483671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2388082535" sldId="2147483672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1061916353" sldId="2147483673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3186091524" sldId="2147483674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2009438307" sldId="2147483675"/>
          </pc:sldLayoutMkLst>
        </pc:sldLayoutChg>
        <pc:sldLayoutChg chg="setBg">
          <pc:chgData name="habib boutaleb" userId="f7e28506c97aea82" providerId="LiveId" clId="{0094230A-1727-442C-8A41-4B18BD34707B}" dt="2025-11-11T07:51:11.975" v="526"/>
          <pc:sldLayoutMkLst>
            <pc:docMk/>
            <pc:sldMasterMk cId="2398965426" sldId="2147483660"/>
            <pc:sldLayoutMk cId="1793068897" sldId="2147483676"/>
          </pc:sldLayoutMkLst>
        </pc:sldLayoutChg>
      </pc:sldMasterChg>
      <pc:sldMasterChg chg="new del mod addSldLayout">
        <pc:chgData name="habib boutaleb" userId="f7e28506c97aea82" providerId="LiveId" clId="{0094230A-1727-442C-8A41-4B18BD34707B}" dt="2025-11-11T07:29:45.312" v="231" actId="2696"/>
        <pc:sldMasterMkLst>
          <pc:docMk/>
          <pc:sldMasterMk cId="3078419787" sldId="2147483677"/>
        </pc:sldMasterMkLst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3365743436" sldId="2147483678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1624764814" sldId="2147483679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3128043136" sldId="2147483680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3219852856" sldId="2147483681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520481824" sldId="2147483682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208372459" sldId="2147483683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1518589912" sldId="2147483684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205940963" sldId="2147483685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756545395" sldId="2147483686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3969928216" sldId="2147483687"/>
          </pc:sldLayoutMkLst>
        </pc:sldLayoutChg>
        <pc:sldLayoutChg chg="new replId">
          <pc:chgData name="habib boutaleb" userId="f7e28506c97aea82" providerId="LiveId" clId="{0094230A-1727-442C-8A41-4B18BD34707B}" dt="2025-11-11T07:29:32.625" v="230" actId="6938"/>
          <pc:sldLayoutMkLst>
            <pc:docMk/>
            <pc:sldMasterMk cId="3078419787" sldId="2147483677"/>
            <pc:sldLayoutMk cId="1711094727" sldId="2147483688"/>
          </pc:sldLayoutMkLst>
        </pc:sldLayoutChg>
      </pc:sldMasterChg>
    </pc:docChg>
  </pc:docChgLst>
  <pc:docChgLst>
    <pc:chgData name="habib boutaleb" userId="f7e28506c97aea82" providerId="Windows Live" clId="Web-{EBC07FB0-A4DC-A44D-F5F8-7D8FA3C3C619}"/>
    <pc:docChg chg="addSld modSld">
      <pc:chgData name="habib boutaleb" userId="f7e28506c97aea82" providerId="Windows Live" clId="Web-{EBC07FB0-A4DC-A44D-F5F8-7D8FA3C3C619}" dt="2025-11-10T11:28:46.290" v="146"/>
      <pc:docMkLst>
        <pc:docMk/>
      </pc:docMkLst>
      <pc:sldChg chg="addSp">
        <pc:chgData name="habib boutaleb" userId="f7e28506c97aea82" providerId="Windows Live" clId="Web-{EBC07FB0-A4DC-A44D-F5F8-7D8FA3C3C619}" dt="2025-11-10T10:39:55.464" v="40"/>
        <pc:sldMkLst>
          <pc:docMk/>
          <pc:sldMk cId="874198393" sldId="309"/>
        </pc:sldMkLst>
        <pc:inkChg chg="add">
          <ac:chgData name="habib boutaleb" userId="f7e28506c97aea82" providerId="Windows Live" clId="Web-{EBC07FB0-A4DC-A44D-F5F8-7D8FA3C3C619}" dt="2025-11-10T10:39:55.464" v="40"/>
          <ac:inkMkLst>
            <pc:docMk/>
            <pc:sldMk cId="874198393" sldId="309"/>
            <ac:inkMk id="2" creationId="{C6CC1A57-3F00-1AE1-3FA9-C96A528B9C82}"/>
          </ac:inkMkLst>
        </pc:inkChg>
      </pc:sldChg>
      <pc:sldChg chg="addSp delSp new">
        <pc:chgData name="habib boutaleb" userId="f7e28506c97aea82" providerId="Windows Live" clId="Web-{EBC07FB0-A4DC-A44D-F5F8-7D8FA3C3C619}" dt="2025-11-10T10:37:30.705" v="39"/>
        <pc:sldMkLst>
          <pc:docMk/>
          <pc:sldMk cId="3410392374" sldId="321"/>
        </pc:sldMkLst>
        <pc:spChg chg="del">
          <ac:chgData name="habib boutaleb" userId="f7e28506c97aea82" providerId="Windows Live" clId="Web-{EBC07FB0-A4DC-A44D-F5F8-7D8FA3C3C619}" dt="2025-11-10T10:36:37.747" v="1"/>
          <ac:spMkLst>
            <pc:docMk/>
            <pc:sldMk cId="3410392374" sldId="321"/>
            <ac:spMk id="2" creationId="{57DAFDFA-4F8C-2DE7-3ED9-9900A378F9EA}"/>
          </ac:spMkLst>
        </pc:spChg>
        <pc:spChg chg="del">
          <ac:chgData name="habib boutaleb" userId="f7e28506c97aea82" providerId="Windows Live" clId="Web-{EBC07FB0-A4DC-A44D-F5F8-7D8FA3C3C619}" dt="2025-11-10T10:36:43.076" v="2"/>
          <ac:spMkLst>
            <pc:docMk/>
            <pc:sldMk cId="3410392374" sldId="321"/>
            <ac:spMk id="3" creationId="{3EF466F9-2FFB-F5B5-F453-46474CF1FCBE}"/>
          </ac:spMkLst>
        </pc:spChg>
        <pc:inkChg chg="add">
          <ac:chgData name="habib boutaleb" userId="f7e28506c97aea82" providerId="Windows Live" clId="Web-{EBC07FB0-A4DC-A44D-F5F8-7D8FA3C3C619}" dt="2025-11-10T10:36:49.405" v="3"/>
          <ac:inkMkLst>
            <pc:docMk/>
            <pc:sldMk cId="3410392374" sldId="321"/>
            <ac:inkMk id="6" creationId="{394A7F68-FD11-4DA2-A80D-EE75F3FC4225}"/>
          </ac:inkMkLst>
        </pc:inkChg>
        <pc:inkChg chg="add">
          <ac:chgData name="habib boutaleb" userId="f7e28506c97aea82" providerId="Windows Live" clId="Web-{EBC07FB0-A4DC-A44D-F5F8-7D8FA3C3C619}" dt="2025-11-10T10:36:49.405" v="4"/>
          <ac:inkMkLst>
            <pc:docMk/>
            <pc:sldMk cId="3410392374" sldId="321"/>
            <ac:inkMk id="7" creationId="{95EA1429-16D1-3BEB-BAF2-7DD8A7BAC9F4}"/>
          </ac:inkMkLst>
        </pc:inkChg>
        <pc:inkChg chg="add">
          <ac:chgData name="habib boutaleb" userId="f7e28506c97aea82" providerId="Windows Live" clId="Web-{EBC07FB0-A4DC-A44D-F5F8-7D8FA3C3C619}" dt="2025-11-10T10:36:49.420" v="5"/>
          <ac:inkMkLst>
            <pc:docMk/>
            <pc:sldMk cId="3410392374" sldId="321"/>
            <ac:inkMk id="8" creationId="{93876718-32C4-F588-BAE3-54D89A4385E8}"/>
          </ac:inkMkLst>
        </pc:inkChg>
        <pc:inkChg chg="add">
          <ac:chgData name="habib boutaleb" userId="f7e28506c97aea82" providerId="Windows Live" clId="Web-{EBC07FB0-A4DC-A44D-F5F8-7D8FA3C3C619}" dt="2025-11-10T10:36:49.420" v="6"/>
          <ac:inkMkLst>
            <pc:docMk/>
            <pc:sldMk cId="3410392374" sldId="321"/>
            <ac:inkMk id="9" creationId="{A65F868D-AE44-E50E-A830-39C957513680}"/>
          </ac:inkMkLst>
        </pc:inkChg>
        <pc:inkChg chg="add">
          <ac:chgData name="habib boutaleb" userId="f7e28506c97aea82" providerId="Windows Live" clId="Web-{EBC07FB0-A4DC-A44D-F5F8-7D8FA3C3C619}" dt="2025-11-10T10:36:49.420" v="7"/>
          <ac:inkMkLst>
            <pc:docMk/>
            <pc:sldMk cId="3410392374" sldId="321"/>
            <ac:inkMk id="10" creationId="{58CB496B-9D53-ADD5-65BE-C8D5501089B4}"/>
          </ac:inkMkLst>
        </pc:inkChg>
        <pc:inkChg chg="add">
          <ac:chgData name="habib boutaleb" userId="f7e28506c97aea82" providerId="Windows Live" clId="Web-{EBC07FB0-A4DC-A44D-F5F8-7D8FA3C3C619}" dt="2025-11-10T10:36:49.436" v="8"/>
          <ac:inkMkLst>
            <pc:docMk/>
            <pc:sldMk cId="3410392374" sldId="321"/>
            <ac:inkMk id="11" creationId="{FF1A4E3C-B3C3-20EA-ABB3-94E5B1CFF16C}"/>
          </ac:inkMkLst>
        </pc:inkChg>
        <pc:inkChg chg="add">
          <ac:chgData name="habib boutaleb" userId="f7e28506c97aea82" providerId="Windows Live" clId="Web-{EBC07FB0-A4DC-A44D-F5F8-7D8FA3C3C619}" dt="2025-11-10T10:36:49.436" v="9"/>
          <ac:inkMkLst>
            <pc:docMk/>
            <pc:sldMk cId="3410392374" sldId="321"/>
            <ac:inkMk id="12" creationId="{DB23B6EF-CAEF-8193-228B-E0780E877E1E}"/>
          </ac:inkMkLst>
        </pc:inkChg>
        <pc:inkChg chg="add">
          <ac:chgData name="habib boutaleb" userId="f7e28506c97aea82" providerId="Windows Live" clId="Web-{EBC07FB0-A4DC-A44D-F5F8-7D8FA3C3C619}" dt="2025-11-10T10:36:49.452" v="10"/>
          <ac:inkMkLst>
            <pc:docMk/>
            <pc:sldMk cId="3410392374" sldId="321"/>
            <ac:inkMk id="13" creationId="{3E17E3B7-25B5-73FE-C6BD-68BF6AFEC2B1}"/>
          </ac:inkMkLst>
        </pc:inkChg>
        <pc:inkChg chg="add">
          <ac:chgData name="habib boutaleb" userId="f7e28506c97aea82" providerId="Windows Live" clId="Web-{EBC07FB0-A4DC-A44D-F5F8-7D8FA3C3C619}" dt="2025-11-10T10:36:49.452" v="11"/>
          <ac:inkMkLst>
            <pc:docMk/>
            <pc:sldMk cId="3410392374" sldId="321"/>
            <ac:inkMk id="14" creationId="{38790871-AFD5-EC8A-6126-520BD1BEEF64}"/>
          </ac:inkMkLst>
        </pc:inkChg>
        <pc:inkChg chg="add">
          <ac:chgData name="habib boutaleb" userId="f7e28506c97aea82" providerId="Windows Live" clId="Web-{EBC07FB0-A4DC-A44D-F5F8-7D8FA3C3C619}" dt="2025-11-10T10:36:49.467" v="12"/>
          <ac:inkMkLst>
            <pc:docMk/>
            <pc:sldMk cId="3410392374" sldId="321"/>
            <ac:inkMk id="15" creationId="{7D1A0860-1D0C-817E-5F0B-58C39EA53022}"/>
          </ac:inkMkLst>
        </pc:inkChg>
        <pc:inkChg chg="add">
          <ac:chgData name="habib boutaleb" userId="f7e28506c97aea82" providerId="Windows Live" clId="Web-{EBC07FB0-A4DC-A44D-F5F8-7D8FA3C3C619}" dt="2025-11-10T10:36:49.467" v="13"/>
          <ac:inkMkLst>
            <pc:docMk/>
            <pc:sldMk cId="3410392374" sldId="321"/>
            <ac:inkMk id="16" creationId="{7937708D-6728-B05D-A0A6-6815D43E5957}"/>
          </ac:inkMkLst>
        </pc:inkChg>
        <pc:inkChg chg="add">
          <ac:chgData name="habib boutaleb" userId="f7e28506c97aea82" providerId="Windows Live" clId="Web-{EBC07FB0-A4DC-A44D-F5F8-7D8FA3C3C619}" dt="2025-11-10T10:36:51.327" v="14"/>
          <ac:inkMkLst>
            <pc:docMk/>
            <pc:sldMk cId="3410392374" sldId="321"/>
            <ac:inkMk id="17" creationId="{927B551F-AA50-9924-D5D8-3DA3BAE566B2}"/>
          </ac:inkMkLst>
        </pc:inkChg>
        <pc:inkChg chg="add">
          <ac:chgData name="habib boutaleb" userId="f7e28506c97aea82" providerId="Windows Live" clId="Web-{EBC07FB0-A4DC-A44D-F5F8-7D8FA3C3C619}" dt="2025-11-10T10:36:51.327" v="15"/>
          <ac:inkMkLst>
            <pc:docMk/>
            <pc:sldMk cId="3410392374" sldId="321"/>
            <ac:inkMk id="18" creationId="{C4267468-6A9A-2BB8-F4CE-7333ADC9F02E}"/>
          </ac:inkMkLst>
        </pc:inkChg>
        <pc:inkChg chg="add">
          <ac:chgData name="habib boutaleb" userId="f7e28506c97aea82" providerId="Windows Live" clId="Web-{EBC07FB0-A4DC-A44D-F5F8-7D8FA3C3C619}" dt="2025-11-10T10:36:51.342" v="16"/>
          <ac:inkMkLst>
            <pc:docMk/>
            <pc:sldMk cId="3410392374" sldId="321"/>
            <ac:inkMk id="19" creationId="{3577EE2B-7AE4-9F08-20AF-9C85FBB178D0}"/>
          </ac:inkMkLst>
        </pc:inkChg>
        <pc:inkChg chg="add">
          <ac:chgData name="habib boutaleb" userId="f7e28506c97aea82" providerId="Windows Live" clId="Web-{EBC07FB0-A4DC-A44D-F5F8-7D8FA3C3C619}" dt="2025-11-10T10:36:51.342" v="17"/>
          <ac:inkMkLst>
            <pc:docMk/>
            <pc:sldMk cId="3410392374" sldId="321"/>
            <ac:inkMk id="20" creationId="{BD2995AD-61E0-5E3A-08A7-51A6DC8CACDE}"/>
          </ac:inkMkLst>
        </pc:inkChg>
        <pc:inkChg chg="add">
          <ac:chgData name="habib boutaleb" userId="f7e28506c97aea82" providerId="Windows Live" clId="Web-{EBC07FB0-A4DC-A44D-F5F8-7D8FA3C3C619}" dt="2025-11-10T10:37:10.250" v="18"/>
          <ac:inkMkLst>
            <pc:docMk/>
            <pc:sldMk cId="3410392374" sldId="321"/>
            <ac:inkMk id="21" creationId="{72EBC293-EECB-635E-8D34-6515CE959B4A}"/>
          </ac:inkMkLst>
        </pc:inkChg>
        <pc:inkChg chg="add">
          <ac:chgData name="habib boutaleb" userId="f7e28506c97aea82" providerId="Windows Live" clId="Web-{EBC07FB0-A4DC-A44D-F5F8-7D8FA3C3C619}" dt="2025-11-10T10:37:10.266" v="19"/>
          <ac:inkMkLst>
            <pc:docMk/>
            <pc:sldMk cId="3410392374" sldId="321"/>
            <ac:inkMk id="22" creationId="{1AF9B1E5-9B5B-5F3A-2F52-0B10F3B741B0}"/>
          </ac:inkMkLst>
        </pc:inkChg>
        <pc:inkChg chg="add">
          <ac:chgData name="habib boutaleb" userId="f7e28506c97aea82" providerId="Windows Live" clId="Web-{EBC07FB0-A4DC-A44D-F5F8-7D8FA3C3C619}" dt="2025-11-10T10:37:10.282" v="20"/>
          <ac:inkMkLst>
            <pc:docMk/>
            <pc:sldMk cId="3410392374" sldId="321"/>
            <ac:inkMk id="23" creationId="{2AF34E90-4715-25FB-C4A7-449EE7355BC9}"/>
          </ac:inkMkLst>
        </pc:inkChg>
        <pc:inkChg chg="add">
          <ac:chgData name="habib boutaleb" userId="f7e28506c97aea82" providerId="Windows Live" clId="Web-{EBC07FB0-A4DC-A44D-F5F8-7D8FA3C3C619}" dt="2025-11-10T10:37:10.282" v="21"/>
          <ac:inkMkLst>
            <pc:docMk/>
            <pc:sldMk cId="3410392374" sldId="321"/>
            <ac:inkMk id="24" creationId="{4F1CCE14-E426-CE70-5019-E05BE005924B}"/>
          </ac:inkMkLst>
        </pc:inkChg>
        <pc:inkChg chg="add">
          <ac:chgData name="habib boutaleb" userId="f7e28506c97aea82" providerId="Windows Live" clId="Web-{EBC07FB0-A4DC-A44D-F5F8-7D8FA3C3C619}" dt="2025-11-10T10:37:10.297" v="22"/>
          <ac:inkMkLst>
            <pc:docMk/>
            <pc:sldMk cId="3410392374" sldId="321"/>
            <ac:inkMk id="25" creationId="{084C4992-E9D4-0532-09B7-A7F342851A96}"/>
          </ac:inkMkLst>
        </pc:inkChg>
        <pc:inkChg chg="add">
          <ac:chgData name="habib boutaleb" userId="f7e28506c97aea82" providerId="Windows Live" clId="Web-{EBC07FB0-A4DC-A44D-F5F8-7D8FA3C3C619}" dt="2025-11-10T10:37:10.297" v="23"/>
          <ac:inkMkLst>
            <pc:docMk/>
            <pc:sldMk cId="3410392374" sldId="321"/>
            <ac:inkMk id="26" creationId="{EE06E081-9A9D-D67A-4185-8D5043526932}"/>
          </ac:inkMkLst>
        </pc:inkChg>
        <pc:inkChg chg="add">
          <ac:chgData name="habib boutaleb" userId="f7e28506c97aea82" providerId="Windows Live" clId="Web-{EBC07FB0-A4DC-A44D-F5F8-7D8FA3C3C619}" dt="2025-11-10T10:37:12.172" v="24"/>
          <ac:inkMkLst>
            <pc:docMk/>
            <pc:sldMk cId="3410392374" sldId="321"/>
            <ac:inkMk id="27" creationId="{AE2A3FCB-F047-825C-7834-A6C62F4BA25A}"/>
          </ac:inkMkLst>
        </pc:inkChg>
        <pc:inkChg chg="add">
          <ac:chgData name="habib boutaleb" userId="f7e28506c97aea82" providerId="Windows Live" clId="Web-{EBC07FB0-A4DC-A44D-F5F8-7D8FA3C3C619}" dt="2025-11-10T10:37:21.658" v="25"/>
          <ac:inkMkLst>
            <pc:docMk/>
            <pc:sldMk cId="3410392374" sldId="321"/>
            <ac:inkMk id="28" creationId="{82C2C4F6-9F05-BC35-B180-CEDAC66B7D4A}"/>
          </ac:inkMkLst>
        </pc:inkChg>
        <pc:inkChg chg="add">
          <ac:chgData name="habib boutaleb" userId="f7e28506c97aea82" providerId="Windows Live" clId="Web-{EBC07FB0-A4DC-A44D-F5F8-7D8FA3C3C619}" dt="2025-11-10T10:37:21.673" v="26"/>
          <ac:inkMkLst>
            <pc:docMk/>
            <pc:sldMk cId="3410392374" sldId="321"/>
            <ac:inkMk id="29" creationId="{F852B260-F032-C037-EBC3-361CE93DCE60}"/>
          </ac:inkMkLst>
        </pc:inkChg>
        <pc:inkChg chg="add">
          <ac:chgData name="habib boutaleb" userId="f7e28506c97aea82" providerId="Windows Live" clId="Web-{EBC07FB0-A4DC-A44D-F5F8-7D8FA3C3C619}" dt="2025-11-10T10:37:21.673" v="27"/>
          <ac:inkMkLst>
            <pc:docMk/>
            <pc:sldMk cId="3410392374" sldId="321"/>
            <ac:inkMk id="30" creationId="{7F161A98-D66D-27D2-D7BD-42B64CD0E5EB}"/>
          </ac:inkMkLst>
        </pc:inkChg>
        <pc:inkChg chg="add">
          <ac:chgData name="habib boutaleb" userId="f7e28506c97aea82" providerId="Windows Live" clId="Web-{EBC07FB0-A4DC-A44D-F5F8-7D8FA3C3C619}" dt="2025-11-10T10:37:21.673" v="28"/>
          <ac:inkMkLst>
            <pc:docMk/>
            <pc:sldMk cId="3410392374" sldId="321"/>
            <ac:inkMk id="31" creationId="{EF6F7C0F-199A-5D3E-0438-3DFA27631E8A}"/>
          </ac:inkMkLst>
        </pc:inkChg>
        <pc:inkChg chg="add">
          <ac:chgData name="habib boutaleb" userId="f7e28506c97aea82" providerId="Windows Live" clId="Web-{EBC07FB0-A4DC-A44D-F5F8-7D8FA3C3C619}" dt="2025-11-10T10:37:21.689" v="29"/>
          <ac:inkMkLst>
            <pc:docMk/>
            <pc:sldMk cId="3410392374" sldId="321"/>
            <ac:inkMk id="32" creationId="{C2A06B2B-D137-6F35-9A94-7A8B96265E2E}"/>
          </ac:inkMkLst>
        </pc:inkChg>
        <pc:inkChg chg="add">
          <ac:chgData name="habib boutaleb" userId="f7e28506c97aea82" providerId="Windows Live" clId="Web-{EBC07FB0-A4DC-A44D-F5F8-7D8FA3C3C619}" dt="2025-11-10T10:37:21.689" v="30"/>
          <ac:inkMkLst>
            <pc:docMk/>
            <pc:sldMk cId="3410392374" sldId="321"/>
            <ac:inkMk id="33" creationId="{C8D5AD9F-9336-60DD-FE21-59F62DDD7D5D}"/>
          </ac:inkMkLst>
        </pc:inkChg>
        <pc:inkChg chg="add">
          <ac:chgData name="habib boutaleb" userId="f7e28506c97aea82" providerId="Windows Live" clId="Web-{EBC07FB0-A4DC-A44D-F5F8-7D8FA3C3C619}" dt="2025-11-10T10:37:21.689" v="31"/>
          <ac:inkMkLst>
            <pc:docMk/>
            <pc:sldMk cId="3410392374" sldId="321"/>
            <ac:inkMk id="34" creationId="{EB5317FA-63C9-0457-57F0-E6A6E1CF0FC0}"/>
          </ac:inkMkLst>
        </pc:inkChg>
        <pc:inkChg chg="add">
          <ac:chgData name="habib boutaleb" userId="f7e28506c97aea82" providerId="Windows Live" clId="Web-{EBC07FB0-A4DC-A44D-F5F8-7D8FA3C3C619}" dt="2025-11-10T10:37:21.704" v="32"/>
          <ac:inkMkLst>
            <pc:docMk/>
            <pc:sldMk cId="3410392374" sldId="321"/>
            <ac:inkMk id="35" creationId="{D1598B55-B8E6-2E0C-DFCE-6BC82CA9587C}"/>
          </ac:inkMkLst>
        </pc:inkChg>
        <pc:inkChg chg="add">
          <ac:chgData name="habib boutaleb" userId="f7e28506c97aea82" providerId="Windows Live" clId="Web-{EBC07FB0-A4DC-A44D-F5F8-7D8FA3C3C619}" dt="2025-11-10T10:37:21.704" v="33"/>
          <ac:inkMkLst>
            <pc:docMk/>
            <pc:sldMk cId="3410392374" sldId="321"/>
            <ac:inkMk id="36" creationId="{6F0BE3EF-B55D-1647-DE41-274C0606B9DF}"/>
          </ac:inkMkLst>
        </pc:inkChg>
        <pc:inkChg chg="add">
          <ac:chgData name="habib boutaleb" userId="f7e28506c97aea82" providerId="Windows Live" clId="Web-{EBC07FB0-A4DC-A44D-F5F8-7D8FA3C3C619}" dt="2025-11-10T10:37:21.720" v="34"/>
          <ac:inkMkLst>
            <pc:docMk/>
            <pc:sldMk cId="3410392374" sldId="321"/>
            <ac:inkMk id="37" creationId="{658EA82B-00E0-3AA1-1D03-CD58B093B5C6}"/>
          </ac:inkMkLst>
        </pc:inkChg>
        <pc:inkChg chg="add">
          <ac:chgData name="habib boutaleb" userId="f7e28506c97aea82" providerId="Windows Live" clId="Web-{EBC07FB0-A4DC-A44D-F5F8-7D8FA3C3C619}" dt="2025-11-10T10:37:21.720" v="35"/>
          <ac:inkMkLst>
            <pc:docMk/>
            <pc:sldMk cId="3410392374" sldId="321"/>
            <ac:inkMk id="38" creationId="{5F12EF4A-2EFB-7B76-9FB9-77BDABE635D8}"/>
          </ac:inkMkLst>
        </pc:inkChg>
        <pc:inkChg chg="add">
          <ac:chgData name="habib boutaleb" userId="f7e28506c97aea82" providerId="Windows Live" clId="Web-{EBC07FB0-A4DC-A44D-F5F8-7D8FA3C3C619}" dt="2025-11-10T10:37:21.720" v="36"/>
          <ac:inkMkLst>
            <pc:docMk/>
            <pc:sldMk cId="3410392374" sldId="321"/>
            <ac:inkMk id="39" creationId="{543C7420-90FF-2FFF-9D98-9FAA64068A34}"/>
          </ac:inkMkLst>
        </pc:inkChg>
        <pc:inkChg chg="add">
          <ac:chgData name="habib boutaleb" userId="f7e28506c97aea82" providerId="Windows Live" clId="Web-{EBC07FB0-A4DC-A44D-F5F8-7D8FA3C3C619}" dt="2025-11-10T10:37:29.143" v="37"/>
          <ac:inkMkLst>
            <pc:docMk/>
            <pc:sldMk cId="3410392374" sldId="321"/>
            <ac:inkMk id="40" creationId="{E7EA144A-30C6-80F5-DC89-D1A91F468A1D}"/>
          </ac:inkMkLst>
        </pc:inkChg>
        <pc:inkChg chg="add">
          <ac:chgData name="habib boutaleb" userId="f7e28506c97aea82" providerId="Windows Live" clId="Web-{EBC07FB0-A4DC-A44D-F5F8-7D8FA3C3C619}" dt="2025-11-10T10:37:30.690" v="38"/>
          <ac:inkMkLst>
            <pc:docMk/>
            <pc:sldMk cId="3410392374" sldId="321"/>
            <ac:inkMk id="41" creationId="{EDDDA999-317B-30D4-BE5E-61B5FA230BBD}"/>
          </ac:inkMkLst>
        </pc:inkChg>
        <pc:inkChg chg="add">
          <ac:chgData name="habib boutaleb" userId="f7e28506c97aea82" providerId="Windows Live" clId="Web-{EBC07FB0-A4DC-A44D-F5F8-7D8FA3C3C619}" dt="2025-11-10T10:37:30.705" v="39"/>
          <ac:inkMkLst>
            <pc:docMk/>
            <pc:sldMk cId="3410392374" sldId="321"/>
            <ac:inkMk id="42" creationId="{21C82C55-9977-2096-62E2-7821EA18430F}"/>
          </ac:inkMkLst>
        </pc:inkChg>
      </pc:sldChg>
      <pc:sldChg chg="addSp delSp new">
        <pc:chgData name="habib boutaleb" userId="f7e28506c97aea82" providerId="Windows Live" clId="Web-{EBC07FB0-A4DC-A44D-F5F8-7D8FA3C3C619}" dt="2025-11-10T11:28:46.290" v="146"/>
        <pc:sldMkLst>
          <pc:docMk/>
          <pc:sldMk cId="3506837305" sldId="322"/>
        </pc:sldMkLst>
        <pc:spChg chg="del">
          <ac:chgData name="habib boutaleb" userId="f7e28506c97aea82" providerId="Windows Live" clId="Web-{EBC07FB0-A4DC-A44D-F5F8-7D8FA3C3C619}" dt="2025-11-10T11:17:29.753" v="42"/>
          <ac:spMkLst>
            <pc:docMk/>
            <pc:sldMk cId="3506837305" sldId="322"/>
            <ac:spMk id="2" creationId="{AB824E8D-7500-E12F-B25C-B084C4A7B1AF}"/>
          </ac:spMkLst>
        </pc:spChg>
        <pc:spChg chg="del">
          <ac:chgData name="habib boutaleb" userId="f7e28506c97aea82" providerId="Windows Live" clId="Web-{EBC07FB0-A4DC-A44D-F5F8-7D8FA3C3C619}" dt="2025-11-10T11:17:46.270" v="43"/>
          <ac:spMkLst>
            <pc:docMk/>
            <pc:sldMk cId="3506837305" sldId="322"/>
            <ac:spMk id="3" creationId="{AC718D2C-0017-AE2E-F895-B1840DB8EABC}"/>
          </ac:spMkLst>
        </pc:spChg>
        <pc:inkChg chg="add">
          <ac:chgData name="habib boutaleb" userId="f7e28506c97aea82" providerId="Windows Live" clId="Web-{EBC07FB0-A4DC-A44D-F5F8-7D8FA3C3C619}" dt="2025-11-10T11:21:41.905" v="55"/>
          <ac:inkMkLst>
            <pc:docMk/>
            <pc:sldMk cId="3506837305" sldId="322"/>
            <ac:inkMk id="2" creationId="{1D0555A5-BD6A-1F12-CFF4-EE2A61BB6B98}"/>
          </ac:inkMkLst>
        </pc:inkChg>
        <pc:inkChg chg="add">
          <ac:chgData name="habib boutaleb" userId="f7e28506c97aea82" providerId="Windows Live" clId="Web-{EBC07FB0-A4DC-A44D-F5F8-7D8FA3C3C619}" dt="2025-11-10T11:22:09.939" v="56"/>
          <ac:inkMkLst>
            <pc:docMk/>
            <pc:sldMk cId="3506837305" sldId="322"/>
            <ac:inkMk id="3" creationId="{FF115E59-5E82-8C90-DA24-2F4CF81FF663}"/>
          </ac:inkMkLst>
        </pc:inkChg>
        <pc:inkChg chg="add">
          <ac:chgData name="habib boutaleb" userId="f7e28506c97aea82" providerId="Windows Live" clId="Web-{EBC07FB0-A4DC-A44D-F5F8-7D8FA3C3C619}" dt="2025-11-10T11:22:09.953" v="57"/>
          <ac:inkMkLst>
            <pc:docMk/>
            <pc:sldMk cId="3506837305" sldId="322"/>
            <ac:inkMk id="6" creationId="{235CE116-EF9E-9B8D-7484-9E6C7A0DB39D}"/>
          </ac:inkMkLst>
        </pc:inkChg>
        <pc:inkChg chg="add del">
          <ac:chgData name="habib boutaleb" userId="f7e28506c97aea82" providerId="Windows Live" clId="Web-{EBC07FB0-A4DC-A44D-F5F8-7D8FA3C3C619}" dt="2025-11-10T11:19:08.118" v="52"/>
          <ac:inkMkLst>
            <pc:docMk/>
            <pc:sldMk cId="3506837305" sldId="322"/>
            <ac:inkMk id="6" creationId="{5853FEFB-4E6A-D20A-1318-954B2DB28723}"/>
          </ac:inkMkLst>
        </pc:inkChg>
        <pc:inkChg chg="add">
          <ac:chgData name="habib boutaleb" userId="f7e28506c97aea82" providerId="Windows Live" clId="Web-{EBC07FB0-A4DC-A44D-F5F8-7D8FA3C3C619}" dt="2025-11-10T11:22:10.406" v="58"/>
          <ac:inkMkLst>
            <pc:docMk/>
            <pc:sldMk cId="3506837305" sldId="322"/>
            <ac:inkMk id="7" creationId="{7FD57716-A93E-C6B3-8962-1546F0E19731}"/>
          </ac:inkMkLst>
        </pc:inkChg>
        <pc:inkChg chg="add del">
          <ac:chgData name="habib boutaleb" userId="f7e28506c97aea82" providerId="Windows Live" clId="Web-{EBC07FB0-A4DC-A44D-F5F8-7D8FA3C3C619}" dt="2025-11-10T11:19:08.118" v="51"/>
          <ac:inkMkLst>
            <pc:docMk/>
            <pc:sldMk cId="3506837305" sldId="322"/>
            <ac:inkMk id="7" creationId="{EF1AACA5-7538-3DDA-6E2A-0EB2A734EC69}"/>
          </ac:inkMkLst>
        </pc:inkChg>
        <pc:inkChg chg="add">
          <ac:chgData name="habib boutaleb" userId="f7e28506c97aea82" providerId="Windows Live" clId="Web-{EBC07FB0-A4DC-A44D-F5F8-7D8FA3C3C619}" dt="2025-11-10T11:18:04.865" v="46"/>
          <ac:inkMkLst>
            <pc:docMk/>
            <pc:sldMk cId="3506837305" sldId="322"/>
            <ac:inkMk id="8" creationId="{3539AA48-C171-7301-0D8B-C815295F60E8}"/>
          </ac:inkMkLst>
        </pc:inkChg>
        <pc:inkChg chg="add">
          <ac:chgData name="habib boutaleb" userId="f7e28506c97aea82" providerId="Windows Live" clId="Web-{EBC07FB0-A4DC-A44D-F5F8-7D8FA3C3C619}" dt="2025-11-10T11:22:10.422" v="59"/>
          <ac:inkMkLst>
            <pc:docMk/>
            <pc:sldMk cId="3506837305" sldId="322"/>
            <ac:inkMk id="9" creationId="{50FFA204-0A3E-E5FB-F7F5-10102DFAB133}"/>
          </ac:inkMkLst>
        </pc:inkChg>
        <pc:inkChg chg="add del">
          <ac:chgData name="habib boutaleb" userId="f7e28506c97aea82" providerId="Windows Live" clId="Web-{EBC07FB0-A4DC-A44D-F5F8-7D8FA3C3C619}" dt="2025-11-10T11:19:08.118" v="50"/>
          <ac:inkMkLst>
            <pc:docMk/>
            <pc:sldMk cId="3506837305" sldId="322"/>
            <ac:inkMk id="9" creationId="{B6267C97-AAD7-A947-53CF-65BD49070599}"/>
          </ac:inkMkLst>
        </pc:inkChg>
        <pc:inkChg chg="add del">
          <ac:chgData name="habib boutaleb" userId="f7e28506c97aea82" providerId="Windows Live" clId="Web-{EBC07FB0-A4DC-A44D-F5F8-7D8FA3C3C619}" dt="2025-11-10T11:19:23.025" v="54"/>
          <ac:inkMkLst>
            <pc:docMk/>
            <pc:sldMk cId="3506837305" sldId="322"/>
            <ac:inkMk id="10" creationId="{554C9864-5601-7449-E649-F33C2F29D2A9}"/>
          </ac:inkMkLst>
        </pc:inkChg>
        <pc:inkChg chg="add">
          <ac:chgData name="habib boutaleb" userId="f7e28506c97aea82" providerId="Windows Live" clId="Web-{EBC07FB0-A4DC-A44D-F5F8-7D8FA3C3C619}" dt="2025-11-10T11:22:10.422" v="60"/>
          <ac:inkMkLst>
            <pc:docMk/>
            <pc:sldMk cId="3506837305" sldId="322"/>
            <ac:inkMk id="10" creationId="{58D7746B-1986-B3CE-8860-7BF73E0717B0}"/>
          </ac:inkMkLst>
        </pc:inkChg>
        <pc:inkChg chg="add">
          <ac:chgData name="habib boutaleb" userId="f7e28506c97aea82" providerId="Windows Live" clId="Web-{EBC07FB0-A4DC-A44D-F5F8-7D8FA3C3C619}" dt="2025-11-10T11:22:10.437" v="61"/>
          <ac:inkMkLst>
            <pc:docMk/>
            <pc:sldMk cId="3506837305" sldId="322"/>
            <ac:inkMk id="11" creationId="{65570C18-17B9-F6F6-5D75-4946EA93DBE4}"/>
          </ac:inkMkLst>
        </pc:inkChg>
        <pc:inkChg chg="add del">
          <ac:chgData name="habib boutaleb" userId="f7e28506c97aea82" providerId="Windows Live" clId="Web-{EBC07FB0-A4DC-A44D-F5F8-7D8FA3C3C619}" dt="2025-11-10T11:19:23.025" v="53"/>
          <ac:inkMkLst>
            <pc:docMk/>
            <pc:sldMk cId="3506837305" sldId="322"/>
            <ac:inkMk id="11" creationId="{F8121011-2412-20C1-C324-C525535C5585}"/>
          </ac:inkMkLst>
        </pc:inkChg>
        <pc:inkChg chg="add">
          <ac:chgData name="habib boutaleb" userId="f7e28506c97aea82" providerId="Windows Live" clId="Web-{EBC07FB0-A4DC-A44D-F5F8-7D8FA3C3C619}" dt="2025-11-10T11:22:10.453" v="62"/>
          <ac:inkMkLst>
            <pc:docMk/>
            <pc:sldMk cId="3506837305" sldId="322"/>
            <ac:inkMk id="12" creationId="{F48B166D-EA10-C687-A7B2-400480162ACD}"/>
          </ac:inkMkLst>
        </pc:inkChg>
        <pc:inkChg chg="add">
          <ac:chgData name="habib boutaleb" userId="f7e28506c97aea82" providerId="Windows Live" clId="Web-{EBC07FB0-A4DC-A44D-F5F8-7D8FA3C3C619}" dt="2025-11-10T11:22:10.516" v="63"/>
          <ac:inkMkLst>
            <pc:docMk/>
            <pc:sldMk cId="3506837305" sldId="322"/>
            <ac:inkMk id="13" creationId="{D333871D-02D7-58E8-9A05-21F01E603D46}"/>
          </ac:inkMkLst>
        </pc:inkChg>
        <pc:inkChg chg="add">
          <ac:chgData name="habib boutaleb" userId="f7e28506c97aea82" providerId="Windows Live" clId="Web-{EBC07FB0-A4DC-A44D-F5F8-7D8FA3C3C619}" dt="2025-11-10T11:22:10.609" v="64"/>
          <ac:inkMkLst>
            <pc:docMk/>
            <pc:sldMk cId="3506837305" sldId="322"/>
            <ac:inkMk id="14" creationId="{A8C21BC3-02A4-0DC7-9721-66C0F963C88F}"/>
          </ac:inkMkLst>
        </pc:inkChg>
        <pc:inkChg chg="add">
          <ac:chgData name="habib boutaleb" userId="f7e28506c97aea82" providerId="Windows Live" clId="Web-{EBC07FB0-A4DC-A44D-F5F8-7D8FA3C3C619}" dt="2025-11-10T11:22:10.672" v="65"/>
          <ac:inkMkLst>
            <pc:docMk/>
            <pc:sldMk cId="3506837305" sldId="322"/>
            <ac:inkMk id="15" creationId="{742BA3A2-D32B-08DF-468E-60F9A2966ECC}"/>
          </ac:inkMkLst>
        </pc:inkChg>
        <pc:inkChg chg="add">
          <ac:chgData name="habib boutaleb" userId="f7e28506c97aea82" providerId="Windows Live" clId="Web-{EBC07FB0-A4DC-A44D-F5F8-7D8FA3C3C619}" dt="2025-11-10T11:22:10.688" v="66"/>
          <ac:inkMkLst>
            <pc:docMk/>
            <pc:sldMk cId="3506837305" sldId="322"/>
            <ac:inkMk id="16" creationId="{3C9BB35A-4930-F936-B952-3A1B98C815CC}"/>
          </ac:inkMkLst>
        </pc:inkChg>
        <pc:inkChg chg="add">
          <ac:chgData name="habib boutaleb" userId="f7e28506c97aea82" providerId="Windows Live" clId="Web-{EBC07FB0-A4DC-A44D-F5F8-7D8FA3C3C619}" dt="2025-11-10T11:22:10.703" v="67"/>
          <ac:inkMkLst>
            <pc:docMk/>
            <pc:sldMk cId="3506837305" sldId="322"/>
            <ac:inkMk id="17" creationId="{C91FA730-DE71-94B9-A123-83C3A952A966}"/>
          </ac:inkMkLst>
        </pc:inkChg>
        <pc:inkChg chg="add">
          <ac:chgData name="habib boutaleb" userId="f7e28506c97aea82" providerId="Windows Live" clId="Web-{EBC07FB0-A4DC-A44D-F5F8-7D8FA3C3C619}" dt="2025-11-10T11:22:10.720" v="68"/>
          <ac:inkMkLst>
            <pc:docMk/>
            <pc:sldMk cId="3506837305" sldId="322"/>
            <ac:inkMk id="18" creationId="{C37C1359-A6C1-D220-4E59-0D69F1B68B3C}"/>
          </ac:inkMkLst>
        </pc:inkChg>
        <pc:inkChg chg="add">
          <ac:chgData name="habib boutaleb" userId="f7e28506c97aea82" providerId="Windows Live" clId="Web-{EBC07FB0-A4DC-A44D-F5F8-7D8FA3C3C619}" dt="2025-11-10T11:22:10.750" v="69"/>
          <ac:inkMkLst>
            <pc:docMk/>
            <pc:sldMk cId="3506837305" sldId="322"/>
            <ac:inkMk id="19" creationId="{9286BA2A-7BC8-7E5F-1E0D-92405225C9C9}"/>
          </ac:inkMkLst>
        </pc:inkChg>
        <pc:inkChg chg="add">
          <ac:chgData name="habib boutaleb" userId="f7e28506c97aea82" providerId="Windows Live" clId="Web-{EBC07FB0-A4DC-A44D-F5F8-7D8FA3C3C619}" dt="2025-11-10T11:22:10.766" v="70"/>
          <ac:inkMkLst>
            <pc:docMk/>
            <pc:sldMk cId="3506837305" sldId="322"/>
            <ac:inkMk id="20" creationId="{EF5D56AC-80CA-BD06-0BEA-4CCD9BB2484C}"/>
          </ac:inkMkLst>
        </pc:inkChg>
        <pc:inkChg chg="add">
          <ac:chgData name="habib boutaleb" userId="f7e28506c97aea82" providerId="Windows Live" clId="Web-{EBC07FB0-A4DC-A44D-F5F8-7D8FA3C3C619}" dt="2025-11-10T11:22:10.781" v="71"/>
          <ac:inkMkLst>
            <pc:docMk/>
            <pc:sldMk cId="3506837305" sldId="322"/>
            <ac:inkMk id="21" creationId="{5230EB9C-2FDA-1442-27E8-92DD8533BDB3}"/>
          </ac:inkMkLst>
        </pc:inkChg>
        <pc:inkChg chg="add">
          <ac:chgData name="habib boutaleb" userId="f7e28506c97aea82" providerId="Windows Live" clId="Web-{EBC07FB0-A4DC-A44D-F5F8-7D8FA3C3C619}" dt="2025-11-10T11:22:10.797" v="72"/>
          <ac:inkMkLst>
            <pc:docMk/>
            <pc:sldMk cId="3506837305" sldId="322"/>
            <ac:inkMk id="22" creationId="{F742F468-AC57-EEC2-10D7-77632EC855BE}"/>
          </ac:inkMkLst>
        </pc:inkChg>
        <pc:inkChg chg="add">
          <ac:chgData name="habib boutaleb" userId="f7e28506c97aea82" providerId="Windows Live" clId="Web-{EBC07FB0-A4DC-A44D-F5F8-7D8FA3C3C619}" dt="2025-11-10T11:22:10.891" v="73"/>
          <ac:inkMkLst>
            <pc:docMk/>
            <pc:sldMk cId="3506837305" sldId="322"/>
            <ac:inkMk id="23" creationId="{7D907848-4E41-0D1A-EB24-F8FF4ACFDC1C}"/>
          </ac:inkMkLst>
        </pc:inkChg>
        <pc:inkChg chg="add">
          <ac:chgData name="habib boutaleb" userId="f7e28506c97aea82" providerId="Windows Live" clId="Web-{EBC07FB0-A4DC-A44D-F5F8-7D8FA3C3C619}" dt="2025-11-10T11:22:10.906" v="74"/>
          <ac:inkMkLst>
            <pc:docMk/>
            <pc:sldMk cId="3506837305" sldId="322"/>
            <ac:inkMk id="24" creationId="{E597311B-D77B-63C6-0C19-FA182B96679B}"/>
          </ac:inkMkLst>
        </pc:inkChg>
        <pc:inkChg chg="add">
          <ac:chgData name="habib boutaleb" userId="f7e28506c97aea82" providerId="Windows Live" clId="Web-{EBC07FB0-A4DC-A44D-F5F8-7D8FA3C3C619}" dt="2025-11-10T11:22:10.953" v="75"/>
          <ac:inkMkLst>
            <pc:docMk/>
            <pc:sldMk cId="3506837305" sldId="322"/>
            <ac:inkMk id="25" creationId="{548AEABD-A7FD-5041-F22A-74D4F1E99719}"/>
          </ac:inkMkLst>
        </pc:inkChg>
        <pc:inkChg chg="add">
          <ac:chgData name="habib boutaleb" userId="f7e28506c97aea82" providerId="Windows Live" clId="Web-{EBC07FB0-A4DC-A44D-F5F8-7D8FA3C3C619}" dt="2025-11-10T11:22:11.016" v="76"/>
          <ac:inkMkLst>
            <pc:docMk/>
            <pc:sldMk cId="3506837305" sldId="322"/>
            <ac:inkMk id="26" creationId="{4F7FED18-1E4C-C2DD-ECED-25C19C63A457}"/>
          </ac:inkMkLst>
        </pc:inkChg>
        <pc:inkChg chg="add">
          <ac:chgData name="habib boutaleb" userId="f7e28506c97aea82" providerId="Windows Live" clId="Web-{EBC07FB0-A4DC-A44D-F5F8-7D8FA3C3C619}" dt="2025-11-10T11:22:11.047" v="77"/>
          <ac:inkMkLst>
            <pc:docMk/>
            <pc:sldMk cId="3506837305" sldId="322"/>
            <ac:inkMk id="27" creationId="{92E67731-EDD9-0C3E-214A-00E9DEA90EB3}"/>
          </ac:inkMkLst>
        </pc:inkChg>
        <pc:inkChg chg="add">
          <ac:chgData name="habib boutaleb" userId="f7e28506c97aea82" providerId="Windows Live" clId="Web-{EBC07FB0-A4DC-A44D-F5F8-7D8FA3C3C619}" dt="2025-11-10T11:22:11.047" v="78"/>
          <ac:inkMkLst>
            <pc:docMk/>
            <pc:sldMk cId="3506837305" sldId="322"/>
            <ac:inkMk id="28" creationId="{70B57CF6-A2DB-6625-D74E-999D2A23BFAA}"/>
          </ac:inkMkLst>
        </pc:inkChg>
        <pc:inkChg chg="add">
          <ac:chgData name="habib boutaleb" userId="f7e28506c97aea82" providerId="Windows Live" clId="Web-{EBC07FB0-A4DC-A44D-F5F8-7D8FA3C3C619}" dt="2025-11-10T11:22:36.266" v="79"/>
          <ac:inkMkLst>
            <pc:docMk/>
            <pc:sldMk cId="3506837305" sldId="322"/>
            <ac:inkMk id="29" creationId="{D476219E-5620-4AFE-7515-16F43EF31B1D}"/>
          </ac:inkMkLst>
        </pc:inkChg>
        <pc:inkChg chg="add">
          <ac:chgData name="habib boutaleb" userId="f7e28506c97aea82" providerId="Windows Live" clId="Web-{EBC07FB0-A4DC-A44D-F5F8-7D8FA3C3C619}" dt="2025-11-10T11:22:36.298" v="80"/>
          <ac:inkMkLst>
            <pc:docMk/>
            <pc:sldMk cId="3506837305" sldId="322"/>
            <ac:inkMk id="30" creationId="{0ECBD6F7-A308-ADD5-9E0C-073B4DB31426}"/>
          </ac:inkMkLst>
        </pc:inkChg>
        <pc:inkChg chg="add">
          <ac:chgData name="habib boutaleb" userId="f7e28506c97aea82" providerId="Windows Live" clId="Web-{EBC07FB0-A4DC-A44D-F5F8-7D8FA3C3C619}" dt="2025-11-10T11:22:36.313" v="81"/>
          <ac:inkMkLst>
            <pc:docMk/>
            <pc:sldMk cId="3506837305" sldId="322"/>
            <ac:inkMk id="31" creationId="{56BF9C11-3DD3-66D6-F4C4-1997B97531D2}"/>
          </ac:inkMkLst>
        </pc:inkChg>
        <pc:inkChg chg="add">
          <ac:chgData name="habib boutaleb" userId="f7e28506c97aea82" providerId="Windows Live" clId="Web-{EBC07FB0-A4DC-A44D-F5F8-7D8FA3C3C619}" dt="2025-11-10T11:23:00.283" v="82"/>
          <ac:inkMkLst>
            <pc:docMk/>
            <pc:sldMk cId="3506837305" sldId="322"/>
            <ac:inkMk id="32" creationId="{DCE39DA8-2B8D-BF82-E2BB-1D2EA50983A1}"/>
          </ac:inkMkLst>
        </pc:inkChg>
        <pc:inkChg chg="add">
          <ac:chgData name="habib boutaleb" userId="f7e28506c97aea82" providerId="Windows Live" clId="Web-{EBC07FB0-A4DC-A44D-F5F8-7D8FA3C3C619}" dt="2025-11-10T11:23:00.283" v="83"/>
          <ac:inkMkLst>
            <pc:docMk/>
            <pc:sldMk cId="3506837305" sldId="322"/>
            <ac:inkMk id="33" creationId="{7997C577-F6A6-1345-3625-DA92D32C50DE}"/>
          </ac:inkMkLst>
        </pc:inkChg>
        <pc:inkChg chg="add">
          <ac:chgData name="habib boutaleb" userId="f7e28506c97aea82" providerId="Windows Live" clId="Web-{EBC07FB0-A4DC-A44D-F5F8-7D8FA3C3C619}" dt="2025-11-10T11:23:00.298" v="84"/>
          <ac:inkMkLst>
            <pc:docMk/>
            <pc:sldMk cId="3506837305" sldId="322"/>
            <ac:inkMk id="34" creationId="{6AD570CF-E793-269A-6B9E-33B18827DD10}"/>
          </ac:inkMkLst>
        </pc:inkChg>
        <pc:inkChg chg="add">
          <ac:chgData name="habib boutaleb" userId="f7e28506c97aea82" providerId="Windows Live" clId="Web-{EBC07FB0-A4DC-A44D-F5F8-7D8FA3C3C619}" dt="2025-11-10T11:23:00.298" v="85"/>
          <ac:inkMkLst>
            <pc:docMk/>
            <pc:sldMk cId="3506837305" sldId="322"/>
            <ac:inkMk id="35" creationId="{1FDB65A8-22A9-0935-FEE7-193128FC3D09}"/>
          </ac:inkMkLst>
        </pc:inkChg>
        <pc:inkChg chg="add">
          <ac:chgData name="habib boutaleb" userId="f7e28506c97aea82" providerId="Windows Live" clId="Web-{EBC07FB0-A4DC-A44D-F5F8-7D8FA3C3C619}" dt="2025-11-10T11:23:00.314" v="86"/>
          <ac:inkMkLst>
            <pc:docMk/>
            <pc:sldMk cId="3506837305" sldId="322"/>
            <ac:inkMk id="36" creationId="{E8C1D494-286D-8EC4-D3F2-97A7CFC1507E}"/>
          </ac:inkMkLst>
        </pc:inkChg>
        <pc:inkChg chg="add">
          <ac:chgData name="habib boutaleb" userId="f7e28506c97aea82" providerId="Windows Live" clId="Web-{EBC07FB0-A4DC-A44D-F5F8-7D8FA3C3C619}" dt="2025-11-10T11:23:00.314" v="87"/>
          <ac:inkMkLst>
            <pc:docMk/>
            <pc:sldMk cId="3506837305" sldId="322"/>
            <ac:inkMk id="37" creationId="{124454B6-E6CF-AAB8-47E7-6B5A13B968E4}"/>
          </ac:inkMkLst>
        </pc:inkChg>
        <pc:inkChg chg="add">
          <ac:chgData name="habib boutaleb" userId="f7e28506c97aea82" providerId="Windows Live" clId="Web-{EBC07FB0-A4DC-A44D-F5F8-7D8FA3C3C619}" dt="2025-11-10T11:23:00.330" v="88"/>
          <ac:inkMkLst>
            <pc:docMk/>
            <pc:sldMk cId="3506837305" sldId="322"/>
            <ac:inkMk id="38" creationId="{C38E9EBC-B75B-37B9-B316-2D2CB00EA375}"/>
          </ac:inkMkLst>
        </pc:inkChg>
        <pc:inkChg chg="add">
          <ac:chgData name="habib boutaleb" userId="f7e28506c97aea82" providerId="Windows Live" clId="Web-{EBC07FB0-A4DC-A44D-F5F8-7D8FA3C3C619}" dt="2025-11-10T11:23:18.814" v="89"/>
          <ac:inkMkLst>
            <pc:docMk/>
            <pc:sldMk cId="3506837305" sldId="322"/>
            <ac:inkMk id="39" creationId="{68C6FAEA-E886-6904-2703-882076C64B00}"/>
          </ac:inkMkLst>
        </pc:inkChg>
        <pc:inkChg chg="add">
          <ac:chgData name="habib boutaleb" userId="f7e28506c97aea82" providerId="Windows Live" clId="Web-{EBC07FB0-A4DC-A44D-F5F8-7D8FA3C3C619}" dt="2025-11-10T11:23:18.814" v="90"/>
          <ac:inkMkLst>
            <pc:docMk/>
            <pc:sldMk cId="3506837305" sldId="322"/>
            <ac:inkMk id="40" creationId="{06BEFD5E-78CA-AE34-0702-F806B3E41EAE}"/>
          </ac:inkMkLst>
        </pc:inkChg>
        <pc:inkChg chg="add">
          <ac:chgData name="habib boutaleb" userId="f7e28506c97aea82" providerId="Windows Live" clId="Web-{EBC07FB0-A4DC-A44D-F5F8-7D8FA3C3C619}" dt="2025-11-10T11:23:18.830" v="91"/>
          <ac:inkMkLst>
            <pc:docMk/>
            <pc:sldMk cId="3506837305" sldId="322"/>
            <ac:inkMk id="41" creationId="{C2A8BC16-F9D3-37A3-D61A-80456CD10DDB}"/>
          </ac:inkMkLst>
        </pc:inkChg>
        <pc:inkChg chg="add">
          <ac:chgData name="habib boutaleb" userId="f7e28506c97aea82" providerId="Windows Live" clId="Web-{EBC07FB0-A4DC-A44D-F5F8-7D8FA3C3C619}" dt="2025-11-10T11:23:37.362" v="92"/>
          <ac:inkMkLst>
            <pc:docMk/>
            <pc:sldMk cId="3506837305" sldId="322"/>
            <ac:inkMk id="42" creationId="{93618791-6E0E-2FF0-D7E7-AB02E34CA342}"/>
          </ac:inkMkLst>
        </pc:inkChg>
        <pc:inkChg chg="add">
          <ac:chgData name="habib boutaleb" userId="f7e28506c97aea82" providerId="Windows Live" clId="Web-{EBC07FB0-A4DC-A44D-F5F8-7D8FA3C3C619}" dt="2025-11-10T11:23:37.377" v="93"/>
          <ac:inkMkLst>
            <pc:docMk/>
            <pc:sldMk cId="3506837305" sldId="322"/>
            <ac:inkMk id="43" creationId="{34C3837E-4233-1B50-9385-C8D5B8911C35}"/>
          </ac:inkMkLst>
        </pc:inkChg>
        <pc:inkChg chg="add">
          <ac:chgData name="habib boutaleb" userId="f7e28506c97aea82" providerId="Windows Live" clId="Web-{EBC07FB0-A4DC-A44D-F5F8-7D8FA3C3C619}" dt="2025-11-10T11:23:37.377" v="94"/>
          <ac:inkMkLst>
            <pc:docMk/>
            <pc:sldMk cId="3506837305" sldId="322"/>
            <ac:inkMk id="44" creationId="{58F852D1-041D-11C8-2AEA-1C956AC65C5A}"/>
          </ac:inkMkLst>
        </pc:inkChg>
        <pc:inkChg chg="add">
          <ac:chgData name="habib boutaleb" userId="f7e28506c97aea82" providerId="Windows Live" clId="Web-{EBC07FB0-A4DC-A44D-F5F8-7D8FA3C3C619}" dt="2025-11-10T11:23:37.627" v="95"/>
          <ac:inkMkLst>
            <pc:docMk/>
            <pc:sldMk cId="3506837305" sldId="322"/>
            <ac:inkMk id="45" creationId="{A6A9EBEE-57A8-DA93-F3C3-68D817E3C7A8}"/>
          </ac:inkMkLst>
        </pc:inkChg>
        <pc:inkChg chg="add">
          <ac:chgData name="habib boutaleb" userId="f7e28506c97aea82" providerId="Windows Live" clId="Web-{EBC07FB0-A4DC-A44D-F5F8-7D8FA3C3C619}" dt="2025-11-10T11:23:37.643" v="96"/>
          <ac:inkMkLst>
            <pc:docMk/>
            <pc:sldMk cId="3506837305" sldId="322"/>
            <ac:inkMk id="46" creationId="{9ACE07CF-9C8F-CB77-1909-52BD11AAF22B}"/>
          </ac:inkMkLst>
        </pc:inkChg>
        <pc:inkChg chg="add">
          <ac:chgData name="habib boutaleb" userId="f7e28506c97aea82" providerId="Windows Live" clId="Web-{EBC07FB0-A4DC-A44D-F5F8-7D8FA3C3C619}" dt="2025-11-10T11:23:37.690" v="97"/>
          <ac:inkMkLst>
            <pc:docMk/>
            <pc:sldMk cId="3506837305" sldId="322"/>
            <ac:inkMk id="47" creationId="{C0606BC7-C05C-94DB-6ED7-24F5CF0ACC2D}"/>
          </ac:inkMkLst>
        </pc:inkChg>
        <pc:inkChg chg="add">
          <ac:chgData name="habib boutaleb" userId="f7e28506c97aea82" providerId="Windows Live" clId="Web-{EBC07FB0-A4DC-A44D-F5F8-7D8FA3C3C619}" dt="2025-11-10T11:23:37.706" v="98"/>
          <ac:inkMkLst>
            <pc:docMk/>
            <pc:sldMk cId="3506837305" sldId="322"/>
            <ac:inkMk id="48" creationId="{74B74BCE-4526-83B8-2AC2-1E6FD9E64197}"/>
          </ac:inkMkLst>
        </pc:inkChg>
        <pc:inkChg chg="add">
          <ac:chgData name="habib boutaleb" userId="f7e28506c97aea82" providerId="Windows Live" clId="Web-{EBC07FB0-A4DC-A44D-F5F8-7D8FA3C3C619}" dt="2025-11-10T11:23:37.706" v="99"/>
          <ac:inkMkLst>
            <pc:docMk/>
            <pc:sldMk cId="3506837305" sldId="322"/>
            <ac:inkMk id="49" creationId="{21CE39A5-3673-FD7A-C969-57C22F462297}"/>
          </ac:inkMkLst>
        </pc:inkChg>
        <pc:inkChg chg="add">
          <ac:chgData name="habib boutaleb" userId="f7e28506c97aea82" providerId="Windows Live" clId="Web-{EBC07FB0-A4DC-A44D-F5F8-7D8FA3C3C619}" dt="2025-11-10T11:23:37.768" v="100"/>
          <ac:inkMkLst>
            <pc:docMk/>
            <pc:sldMk cId="3506837305" sldId="322"/>
            <ac:inkMk id="50" creationId="{4C742405-F709-C157-E72B-F49C048FC7E1}"/>
          </ac:inkMkLst>
        </pc:inkChg>
        <pc:inkChg chg="add">
          <ac:chgData name="habib boutaleb" userId="f7e28506c97aea82" providerId="Windows Live" clId="Web-{EBC07FB0-A4DC-A44D-F5F8-7D8FA3C3C619}" dt="2025-11-10T11:23:37.768" v="101"/>
          <ac:inkMkLst>
            <pc:docMk/>
            <pc:sldMk cId="3506837305" sldId="322"/>
            <ac:inkMk id="51" creationId="{BF8F2A86-524A-432F-6E6F-6983E560AB00}"/>
          </ac:inkMkLst>
        </pc:inkChg>
        <pc:inkChg chg="add">
          <ac:chgData name="habib boutaleb" userId="f7e28506c97aea82" providerId="Windows Live" clId="Web-{EBC07FB0-A4DC-A44D-F5F8-7D8FA3C3C619}" dt="2025-11-10T11:23:37.831" v="102"/>
          <ac:inkMkLst>
            <pc:docMk/>
            <pc:sldMk cId="3506837305" sldId="322"/>
            <ac:inkMk id="52" creationId="{D71C1B96-F9DB-FDEC-76BD-78EE5CF1A71B}"/>
          </ac:inkMkLst>
        </pc:inkChg>
        <pc:inkChg chg="add">
          <ac:chgData name="habib boutaleb" userId="f7e28506c97aea82" providerId="Windows Live" clId="Web-{EBC07FB0-A4DC-A44D-F5F8-7D8FA3C3C619}" dt="2025-11-10T11:23:37.846" v="103"/>
          <ac:inkMkLst>
            <pc:docMk/>
            <pc:sldMk cId="3506837305" sldId="322"/>
            <ac:inkMk id="53" creationId="{30728B10-E53E-C3C1-9F65-5CDEAB0C7BB1}"/>
          </ac:inkMkLst>
        </pc:inkChg>
        <pc:inkChg chg="add">
          <ac:chgData name="habib boutaleb" userId="f7e28506c97aea82" providerId="Windows Live" clId="Web-{EBC07FB0-A4DC-A44D-F5F8-7D8FA3C3C619}" dt="2025-11-10T11:23:37.846" v="104"/>
          <ac:inkMkLst>
            <pc:docMk/>
            <pc:sldMk cId="3506837305" sldId="322"/>
            <ac:inkMk id="54" creationId="{2F3E58F1-497D-074A-D515-97B26F5F8FAF}"/>
          </ac:inkMkLst>
        </pc:inkChg>
        <pc:inkChg chg="add">
          <ac:chgData name="habib boutaleb" userId="f7e28506c97aea82" providerId="Windows Live" clId="Web-{EBC07FB0-A4DC-A44D-F5F8-7D8FA3C3C619}" dt="2025-11-10T11:23:37.862" v="105"/>
          <ac:inkMkLst>
            <pc:docMk/>
            <pc:sldMk cId="3506837305" sldId="322"/>
            <ac:inkMk id="55" creationId="{628E3BC3-203B-CCAE-897D-AB3E50AE1986}"/>
          </ac:inkMkLst>
        </pc:inkChg>
        <pc:inkChg chg="add">
          <ac:chgData name="habib boutaleb" userId="f7e28506c97aea82" providerId="Windows Live" clId="Web-{EBC07FB0-A4DC-A44D-F5F8-7D8FA3C3C619}" dt="2025-11-10T11:23:37.940" v="106"/>
          <ac:inkMkLst>
            <pc:docMk/>
            <pc:sldMk cId="3506837305" sldId="322"/>
            <ac:inkMk id="56" creationId="{90A9C50B-C5C8-500A-2291-2282D187008A}"/>
          </ac:inkMkLst>
        </pc:inkChg>
        <pc:inkChg chg="add">
          <ac:chgData name="habib boutaleb" userId="f7e28506c97aea82" providerId="Windows Live" clId="Web-{EBC07FB0-A4DC-A44D-F5F8-7D8FA3C3C619}" dt="2025-11-10T11:23:37.956" v="107"/>
          <ac:inkMkLst>
            <pc:docMk/>
            <pc:sldMk cId="3506837305" sldId="322"/>
            <ac:inkMk id="57" creationId="{5B2A272F-DC43-645C-CCA0-2F65AECF3E83}"/>
          </ac:inkMkLst>
        </pc:inkChg>
        <pc:inkChg chg="add">
          <ac:chgData name="habib boutaleb" userId="f7e28506c97aea82" providerId="Windows Live" clId="Web-{EBC07FB0-A4DC-A44D-F5F8-7D8FA3C3C619}" dt="2025-11-10T11:23:37.971" v="108"/>
          <ac:inkMkLst>
            <pc:docMk/>
            <pc:sldMk cId="3506837305" sldId="322"/>
            <ac:inkMk id="58" creationId="{75625737-E31C-FBA9-B2E5-5F6825DE0CE3}"/>
          </ac:inkMkLst>
        </pc:inkChg>
        <pc:inkChg chg="add">
          <ac:chgData name="habib boutaleb" userId="f7e28506c97aea82" providerId="Windows Live" clId="Web-{EBC07FB0-A4DC-A44D-F5F8-7D8FA3C3C619}" dt="2025-11-10T11:26:34.459" v="115"/>
          <ac:inkMkLst>
            <pc:docMk/>
            <pc:sldMk cId="3506837305" sldId="322"/>
            <ac:inkMk id="59" creationId="{0E12AD6F-01C4-A2B6-E5CF-604DF8435F51}"/>
          </ac:inkMkLst>
        </pc:inkChg>
        <pc:inkChg chg="add del">
          <ac:chgData name="habib boutaleb" userId="f7e28506c97aea82" providerId="Windows Live" clId="Web-{EBC07FB0-A4DC-A44D-F5F8-7D8FA3C3C619}" dt="2025-11-10T11:23:55.784" v="112"/>
          <ac:inkMkLst>
            <pc:docMk/>
            <pc:sldMk cId="3506837305" sldId="322"/>
            <ac:inkMk id="59" creationId="{236B9430-6C02-3F2D-73CC-54275BE25AD8}"/>
          </ac:inkMkLst>
        </pc:inkChg>
        <pc:inkChg chg="add del">
          <ac:chgData name="habib boutaleb" userId="f7e28506c97aea82" providerId="Windows Live" clId="Web-{EBC07FB0-A4DC-A44D-F5F8-7D8FA3C3C619}" dt="2025-11-10T11:23:55.784" v="111"/>
          <ac:inkMkLst>
            <pc:docMk/>
            <pc:sldMk cId="3506837305" sldId="322"/>
            <ac:inkMk id="60" creationId="{7B5B13CF-AC9C-3627-B4E8-DBCCED7E1A9E}"/>
          </ac:inkMkLst>
        </pc:inkChg>
        <pc:inkChg chg="add">
          <ac:chgData name="habib boutaleb" userId="f7e28506c97aea82" providerId="Windows Live" clId="Web-{EBC07FB0-A4DC-A44D-F5F8-7D8FA3C3C619}" dt="2025-11-10T11:26:34.491" v="116"/>
          <ac:inkMkLst>
            <pc:docMk/>
            <pc:sldMk cId="3506837305" sldId="322"/>
            <ac:inkMk id="60" creationId="{AE500C76-AC69-63AB-D7E1-32DE0E1DFBBA}"/>
          </ac:inkMkLst>
        </pc:inkChg>
        <pc:inkChg chg="add">
          <ac:chgData name="habib boutaleb" userId="f7e28506c97aea82" providerId="Windows Live" clId="Web-{EBC07FB0-A4DC-A44D-F5F8-7D8FA3C3C619}" dt="2025-11-10T11:24:15.175" v="113"/>
          <ac:inkMkLst>
            <pc:docMk/>
            <pc:sldMk cId="3506837305" sldId="322"/>
            <ac:inkMk id="61" creationId="{4D3B13E3-5B21-3012-747F-C3F1A6F5EFBD}"/>
          </ac:inkMkLst>
        </pc:inkChg>
        <pc:inkChg chg="add">
          <ac:chgData name="habib boutaleb" userId="f7e28506c97aea82" providerId="Windows Live" clId="Web-{EBC07FB0-A4DC-A44D-F5F8-7D8FA3C3C619}" dt="2025-11-10T11:24:15.191" v="114"/>
          <ac:inkMkLst>
            <pc:docMk/>
            <pc:sldMk cId="3506837305" sldId="322"/>
            <ac:inkMk id="62" creationId="{A25BD4D9-5B49-099A-D92A-92F1804304C4}"/>
          </ac:inkMkLst>
        </pc:inkChg>
        <pc:inkChg chg="add">
          <ac:chgData name="habib boutaleb" userId="f7e28506c97aea82" providerId="Windows Live" clId="Web-{EBC07FB0-A4DC-A44D-F5F8-7D8FA3C3C619}" dt="2025-11-10T11:26:34.506" v="117"/>
          <ac:inkMkLst>
            <pc:docMk/>
            <pc:sldMk cId="3506837305" sldId="322"/>
            <ac:inkMk id="63" creationId="{DE0FD98E-C7D1-B1DE-8C26-FBD9853C537B}"/>
          </ac:inkMkLst>
        </pc:inkChg>
        <pc:inkChg chg="add">
          <ac:chgData name="habib boutaleb" userId="f7e28506c97aea82" providerId="Windows Live" clId="Web-{EBC07FB0-A4DC-A44D-F5F8-7D8FA3C3C619}" dt="2025-11-10T11:26:34.522" v="118"/>
          <ac:inkMkLst>
            <pc:docMk/>
            <pc:sldMk cId="3506837305" sldId="322"/>
            <ac:inkMk id="64" creationId="{7BEC3857-E074-8D84-D751-1B613118F3A4}"/>
          </ac:inkMkLst>
        </pc:inkChg>
        <pc:inkChg chg="add">
          <ac:chgData name="habib boutaleb" userId="f7e28506c97aea82" providerId="Windows Live" clId="Web-{EBC07FB0-A4DC-A44D-F5F8-7D8FA3C3C619}" dt="2025-11-10T11:26:34.522" v="119"/>
          <ac:inkMkLst>
            <pc:docMk/>
            <pc:sldMk cId="3506837305" sldId="322"/>
            <ac:inkMk id="65" creationId="{2FD91E6E-44EC-CF23-4D0F-F5350E523907}"/>
          </ac:inkMkLst>
        </pc:inkChg>
        <pc:inkChg chg="add">
          <ac:chgData name="habib boutaleb" userId="f7e28506c97aea82" providerId="Windows Live" clId="Web-{EBC07FB0-A4DC-A44D-F5F8-7D8FA3C3C619}" dt="2025-11-10T11:27:05.788" v="120"/>
          <ac:inkMkLst>
            <pc:docMk/>
            <pc:sldMk cId="3506837305" sldId="322"/>
            <ac:inkMk id="66" creationId="{36553EA7-CF00-65D5-4B4D-79FF51B5CE1F}"/>
          </ac:inkMkLst>
        </pc:inkChg>
        <pc:inkChg chg="add">
          <ac:chgData name="habib boutaleb" userId="f7e28506c97aea82" providerId="Windows Live" clId="Web-{EBC07FB0-A4DC-A44D-F5F8-7D8FA3C3C619}" dt="2025-11-10T11:27:06.241" v="121"/>
          <ac:inkMkLst>
            <pc:docMk/>
            <pc:sldMk cId="3506837305" sldId="322"/>
            <ac:inkMk id="67" creationId="{7CEF5106-FFAE-1F32-4249-C2CB032B75EF}"/>
          </ac:inkMkLst>
        </pc:inkChg>
        <pc:inkChg chg="add">
          <ac:chgData name="habib boutaleb" userId="f7e28506c97aea82" providerId="Windows Live" clId="Web-{EBC07FB0-A4DC-A44D-F5F8-7D8FA3C3C619}" dt="2025-11-10T11:27:06.257" v="122"/>
          <ac:inkMkLst>
            <pc:docMk/>
            <pc:sldMk cId="3506837305" sldId="322"/>
            <ac:inkMk id="68" creationId="{2838C972-6E63-3283-5C3F-9146224C9479}"/>
          </ac:inkMkLst>
        </pc:inkChg>
        <pc:inkChg chg="add">
          <ac:chgData name="habib boutaleb" userId="f7e28506c97aea82" providerId="Windows Live" clId="Web-{EBC07FB0-A4DC-A44D-F5F8-7D8FA3C3C619}" dt="2025-11-10T11:27:06.319" v="123"/>
          <ac:inkMkLst>
            <pc:docMk/>
            <pc:sldMk cId="3506837305" sldId="322"/>
            <ac:inkMk id="69" creationId="{7AF655B1-7F98-5F4E-69EA-62BBEF48FA16}"/>
          </ac:inkMkLst>
        </pc:inkChg>
        <pc:inkChg chg="add">
          <ac:chgData name="habib boutaleb" userId="f7e28506c97aea82" providerId="Windows Live" clId="Web-{EBC07FB0-A4DC-A44D-F5F8-7D8FA3C3C619}" dt="2025-11-10T11:27:06.335" v="124"/>
          <ac:inkMkLst>
            <pc:docMk/>
            <pc:sldMk cId="3506837305" sldId="322"/>
            <ac:inkMk id="70" creationId="{E515AA0C-373A-500D-AC30-EC73A5DEBB70}"/>
          </ac:inkMkLst>
        </pc:inkChg>
        <pc:inkChg chg="add">
          <ac:chgData name="habib boutaleb" userId="f7e28506c97aea82" providerId="Windows Live" clId="Web-{EBC07FB0-A4DC-A44D-F5F8-7D8FA3C3C619}" dt="2025-11-10T11:27:06.382" v="125"/>
          <ac:inkMkLst>
            <pc:docMk/>
            <pc:sldMk cId="3506837305" sldId="322"/>
            <ac:inkMk id="71" creationId="{99800B14-F0B1-52CF-B70B-AA91EB032D22}"/>
          </ac:inkMkLst>
        </pc:inkChg>
        <pc:inkChg chg="add">
          <ac:chgData name="habib boutaleb" userId="f7e28506c97aea82" providerId="Windows Live" clId="Web-{EBC07FB0-A4DC-A44D-F5F8-7D8FA3C3C619}" dt="2025-11-10T11:27:06.444" v="126"/>
          <ac:inkMkLst>
            <pc:docMk/>
            <pc:sldMk cId="3506837305" sldId="322"/>
            <ac:inkMk id="72" creationId="{77690AD1-6C5B-AB2E-9942-16CB52C85DB9}"/>
          </ac:inkMkLst>
        </pc:inkChg>
        <pc:inkChg chg="add">
          <ac:chgData name="habib boutaleb" userId="f7e28506c97aea82" providerId="Windows Live" clId="Web-{EBC07FB0-A4DC-A44D-F5F8-7D8FA3C3C619}" dt="2025-11-10T11:27:06.507" v="127"/>
          <ac:inkMkLst>
            <pc:docMk/>
            <pc:sldMk cId="3506837305" sldId="322"/>
            <ac:inkMk id="73" creationId="{45EF1986-25F0-31AF-CAF2-4A71267982A6}"/>
          </ac:inkMkLst>
        </pc:inkChg>
        <pc:inkChg chg="add">
          <ac:chgData name="habib boutaleb" userId="f7e28506c97aea82" providerId="Windows Live" clId="Web-{EBC07FB0-A4DC-A44D-F5F8-7D8FA3C3C619}" dt="2025-11-10T11:27:06.569" v="128"/>
          <ac:inkMkLst>
            <pc:docMk/>
            <pc:sldMk cId="3506837305" sldId="322"/>
            <ac:inkMk id="74" creationId="{ECBFA76E-ECC4-0D01-5D11-4AA178EDC2E0}"/>
          </ac:inkMkLst>
        </pc:inkChg>
        <pc:inkChg chg="add">
          <ac:chgData name="habib boutaleb" userId="f7e28506c97aea82" providerId="Windows Live" clId="Web-{EBC07FB0-A4DC-A44D-F5F8-7D8FA3C3C619}" dt="2025-11-10T11:27:06.585" v="129"/>
          <ac:inkMkLst>
            <pc:docMk/>
            <pc:sldMk cId="3506837305" sldId="322"/>
            <ac:inkMk id="75" creationId="{E2C2C152-EE45-0D5E-AC86-2C0B0D2FEFFF}"/>
          </ac:inkMkLst>
        </pc:inkChg>
        <pc:inkChg chg="add">
          <ac:chgData name="habib boutaleb" userId="f7e28506c97aea82" providerId="Windows Live" clId="Web-{EBC07FB0-A4DC-A44D-F5F8-7D8FA3C3C619}" dt="2025-11-10T11:27:06.601" v="130"/>
          <ac:inkMkLst>
            <pc:docMk/>
            <pc:sldMk cId="3506837305" sldId="322"/>
            <ac:inkMk id="76" creationId="{DC5BB22C-FB06-C695-9204-DE8C62355D1B}"/>
          </ac:inkMkLst>
        </pc:inkChg>
        <pc:inkChg chg="add">
          <ac:chgData name="habib boutaleb" userId="f7e28506c97aea82" providerId="Windows Live" clId="Web-{EBC07FB0-A4DC-A44D-F5F8-7D8FA3C3C619}" dt="2025-11-10T11:27:27.820" v="131"/>
          <ac:inkMkLst>
            <pc:docMk/>
            <pc:sldMk cId="3506837305" sldId="322"/>
            <ac:inkMk id="77" creationId="{504734FE-9EAF-97BB-64E5-9289CF7B33DB}"/>
          </ac:inkMkLst>
        </pc:inkChg>
        <pc:inkChg chg="add">
          <ac:chgData name="habib boutaleb" userId="f7e28506c97aea82" providerId="Windows Live" clId="Web-{EBC07FB0-A4DC-A44D-F5F8-7D8FA3C3C619}" dt="2025-11-10T11:27:27.835" v="132"/>
          <ac:inkMkLst>
            <pc:docMk/>
            <pc:sldMk cId="3506837305" sldId="322"/>
            <ac:inkMk id="78" creationId="{0D42D5CD-A604-2756-D879-0139108C2285}"/>
          </ac:inkMkLst>
        </pc:inkChg>
        <pc:inkChg chg="add">
          <ac:chgData name="habib boutaleb" userId="f7e28506c97aea82" providerId="Windows Live" clId="Web-{EBC07FB0-A4DC-A44D-F5F8-7D8FA3C3C619}" dt="2025-11-10T11:27:27.851" v="133"/>
          <ac:inkMkLst>
            <pc:docMk/>
            <pc:sldMk cId="3506837305" sldId="322"/>
            <ac:inkMk id="79" creationId="{AD77F347-FD51-0B8B-12A4-09753AAA6B2F}"/>
          </ac:inkMkLst>
        </pc:inkChg>
        <pc:inkChg chg="add">
          <ac:chgData name="habib boutaleb" userId="f7e28506c97aea82" providerId="Windows Live" clId="Web-{EBC07FB0-A4DC-A44D-F5F8-7D8FA3C3C619}" dt="2025-11-10T11:27:27.867" v="134"/>
          <ac:inkMkLst>
            <pc:docMk/>
            <pc:sldMk cId="3506837305" sldId="322"/>
            <ac:inkMk id="80" creationId="{AEAD3895-D9B2-13D5-EE98-FB2295087915}"/>
          </ac:inkMkLst>
        </pc:inkChg>
        <pc:inkChg chg="add">
          <ac:chgData name="habib boutaleb" userId="f7e28506c97aea82" providerId="Windows Live" clId="Web-{EBC07FB0-A4DC-A44D-F5F8-7D8FA3C3C619}" dt="2025-11-10T11:27:27.882" v="135"/>
          <ac:inkMkLst>
            <pc:docMk/>
            <pc:sldMk cId="3506837305" sldId="322"/>
            <ac:inkMk id="81" creationId="{D2C26BC0-F66F-147A-6D6B-495E434FBFA3}"/>
          </ac:inkMkLst>
        </pc:inkChg>
        <pc:inkChg chg="add">
          <ac:chgData name="habib boutaleb" userId="f7e28506c97aea82" providerId="Windows Live" clId="Web-{EBC07FB0-A4DC-A44D-F5F8-7D8FA3C3C619}" dt="2025-11-10T11:27:27.882" v="136"/>
          <ac:inkMkLst>
            <pc:docMk/>
            <pc:sldMk cId="3506837305" sldId="322"/>
            <ac:inkMk id="82" creationId="{FFB30143-0B73-BB4B-B443-C3B50DC158C9}"/>
          </ac:inkMkLst>
        </pc:inkChg>
        <pc:inkChg chg="add">
          <ac:chgData name="habib boutaleb" userId="f7e28506c97aea82" providerId="Windows Live" clId="Web-{EBC07FB0-A4DC-A44D-F5F8-7D8FA3C3C619}" dt="2025-11-10T11:27:27.898" v="137"/>
          <ac:inkMkLst>
            <pc:docMk/>
            <pc:sldMk cId="3506837305" sldId="322"/>
            <ac:inkMk id="83" creationId="{A33D2647-2A1F-655D-3E2D-D87064C6A63C}"/>
          </ac:inkMkLst>
        </pc:inkChg>
        <pc:inkChg chg="add">
          <ac:chgData name="habib boutaleb" userId="f7e28506c97aea82" providerId="Windows Live" clId="Web-{EBC07FB0-A4DC-A44D-F5F8-7D8FA3C3C619}" dt="2025-11-10T11:27:27.898" v="138"/>
          <ac:inkMkLst>
            <pc:docMk/>
            <pc:sldMk cId="3506837305" sldId="322"/>
            <ac:inkMk id="84" creationId="{398E4CF5-4843-2A57-1A88-691E9F6F96CF}"/>
          </ac:inkMkLst>
        </pc:inkChg>
        <pc:inkChg chg="add">
          <ac:chgData name="habib boutaleb" userId="f7e28506c97aea82" providerId="Windows Live" clId="Web-{EBC07FB0-A4DC-A44D-F5F8-7D8FA3C3C619}" dt="2025-11-10T11:27:27.913" v="139"/>
          <ac:inkMkLst>
            <pc:docMk/>
            <pc:sldMk cId="3506837305" sldId="322"/>
            <ac:inkMk id="85" creationId="{621F9A3F-3710-C749-AF45-2DE9D632A92B}"/>
          </ac:inkMkLst>
        </pc:inkChg>
        <pc:inkChg chg="add">
          <ac:chgData name="habib boutaleb" userId="f7e28506c97aea82" providerId="Windows Live" clId="Web-{EBC07FB0-A4DC-A44D-F5F8-7D8FA3C3C619}" dt="2025-11-10T11:27:27.929" v="140"/>
          <ac:inkMkLst>
            <pc:docMk/>
            <pc:sldMk cId="3506837305" sldId="322"/>
            <ac:inkMk id="86" creationId="{D89E7258-7098-1AA4-2A3A-DBD17313DEA2}"/>
          </ac:inkMkLst>
        </pc:inkChg>
        <pc:inkChg chg="add">
          <ac:chgData name="habib boutaleb" userId="f7e28506c97aea82" providerId="Windows Live" clId="Web-{EBC07FB0-A4DC-A44D-F5F8-7D8FA3C3C619}" dt="2025-11-10T11:27:27.929" v="141"/>
          <ac:inkMkLst>
            <pc:docMk/>
            <pc:sldMk cId="3506837305" sldId="322"/>
            <ac:inkMk id="87" creationId="{FAB73228-7BFD-C76E-A74F-89753ED2DE95}"/>
          </ac:inkMkLst>
        </pc:inkChg>
        <pc:inkChg chg="add">
          <ac:chgData name="habib boutaleb" userId="f7e28506c97aea82" providerId="Windows Live" clId="Web-{EBC07FB0-A4DC-A44D-F5F8-7D8FA3C3C619}" dt="2025-11-10T11:27:27.945" v="142"/>
          <ac:inkMkLst>
            <pc:docMk/>
            <pc:sldMk cId="3506837305" sldId="322"/>
            <ac:inkMk id="88" creationId="{3CAD94AD-56F6-7444-4020-97044CF67050}"/>
          </ac:inkMkLst>
        </pc:inkChg>
        <pc:inkChg chg="add">
          <ac:chgData name="habib boutaleb" userId="f7e28506c97aea82" providerId="Windows Live" clId="Web-{EBC07FB0-A4DC-A44D-F5F8-7D8FA3C3C619}" dt="2025-11-10T11:27:46.383" v="143"/>
          <ac:inkMkLst>
            <pc:docMk/>
            <pc:sldMk cId="3506837305" sldId="322"/>
            <ac:inkMk id="89" creationId="{AB4DEDB1-EFC4-8896-948F-B02FB6BF43B2}"/>
          </ac:inkMkLst>
        </pc:inkChg>
        <pc:inkChg chg="add">
          <ac:chgData name="habib boutaleb" userId="f7e28506c97aea82" providerId="Windows Live" clId="Web-{EBC07FB0-A4DC-A44D-F5F8-7D8FA3C3C619}" dt="2025-11-10T11:28:05.352" v="144"/>
          <ac:inkMkLst>
            <pc:docMk/>
            <pc:sldMk cId="3506837305" sldId="322"/>
            <ac:inkMk id="90" creationId="{47925BD1-98D7-86EF-CCB0-7EFF4AFC8080}"/>
          </ac:inkMkLst>
        </pc:inkChg>
        <pc:inkChg chg="add">
          <ac:chgData name="habib boutaleb" userId="f7e28506c97aea82" providerId="Windows Live" clId="Web-{EBC07FB0-A4DC-A44D-F5F8-7D8FA3C3C619}" dt="2025-11-10T11:28:25.305" v="145"/>
          <ac:inkMkLst>
            <pc:docMk/>
            <pc:sldMk cId="3506837305" sldId="322"/>
            <ac:inkMk id="91" creationId="{7F7273FA-27F0-6CED-50AD-F7F8F476BE0E}"/>
          </ac:inkMkLst>
        </pc:inkChg>
        <pc:inkChg chg="add">
          <ac:chgData name="habib boutaleb" userId="f7e28506c97aea82" providerId="Windows Live" clId="Web-{EBC07FB0-A4DC-A44D-F5F8-7D8FA3C3C619}" dt="2025-11-10T11:28:46.290" v="146"/>
          <ac:inkMkLst>
            <pc:docMk/>
            <pc:sldMk cId="3506837305" sldId="322"/>
            <ac:inkMk id="92" creationId="{5BD4580B-03C0-7679-D9F5-B23CAB4E4EC8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2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798 48 24575,'-23'-16'0,"8"10"0,0 1 0,0 0 0,0 0 0,0 2 0,-1 0 0,0 1 0,1 0 0,-27 1 0,16 2 0,1 1 0,-1 1 0,1 1 0,-40 12 0,53-13 0,1 2 0,0 0 0,0 0 0,1 1 0,-1 0 0,1 1 0,1 0 0,-1 1 0,1 0 0,1 0 0,-1 1 0,1 0 0,1 1 0,0 0 0,0 0 0,1 0 0,0 1 0,1 0 0,0 0 0,1 0 0,0 0 0,-4 24 0,-1 16 0,3 0 0,1 0 0,3 1 0,6 56 0,-3-51 0,1 59 0,-6 0 0,-23 149 0,18-214 0,-2 0 0,-2-1 0,-2-1 0,-3 0 0,-1-1 0,-3-1 0,-45 71 0,31-79 0,84-66 0,-21 12 0,0 1 0,1 1 0,57-19 0,-76 30 0,0 0 0,1 0 0,-1 1 0,1 0 0,-1 1 0,1 0 0,0 1 0,-1 0 0,1 0 0,-1 1 0,0 0 0,0 1 0,1 0 0,-1 0 0,-1 1 0,1 0 0,9 6 0,-8-3 0,1 1 0,-1-1 0,0 2 0,-1 0 0,0 0 0,-1 0 0,0 1 0,0 0 0,11 21 0,-10-13 0,0 1 0,-1 0 0,-2 1 0,0 0 0,6 30 0,-6 1 0,-2 1 0,-2-1 0,-9 103 0,-36 110 0,7-59 0,35-193 0,-1 1 0,1-1 0,1 1 0,0 0 0,4 22 0,-2-29 0,0 1 0,0 0 0,1 0 0,0-1 0,0 0 0,0 1 0,1-1 0,0-1 0,0 1 0,1 0 0,7 7 0,-2-4-227,-1 1-1,-1 0 1,1 0-1,-2 1 1,8 13-1,-9-12-6598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26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155 118 24575,'-6'111'0,"-37"205"0,29-236 0,5-18 0,-19 93 0,23-132 0,-1 0 0,-2-1 0,0 1 0,-16 29 0,20-100 0,11-56 0,4 1 0,4 0 0,5 1 0,4 2 0,39-103 0,-56 184 0,0 0 0,2 0 0,0 1 0,2 0 0,-1 1 0,21-24 0,-25 34 0,0 1 0,1 0 0,0 0 0,0 1 0,0-1 0,1 1 0,-1 1 0,1 0 0,1 0 0,-1 0 0,0 1 0,1 1 0,0-1 0,-1 1 0,1 1 0,18-2 0,-12 3 0,1 1 0,0 1 0,-1 0 0,1 1 0,-1 0 0,0 2 0,0 0 0,0 0 0,23 13 0,-30-14 0,0 1 0,0-1 0,0 2 0,0-1 0,-1 1 0,0 0 0,0 0 0,-1 1 0,0 0 0,0 0 0,0 1 0,-1-1 0,0 1 0,-1 0 0,1 1 0,-2-1 0,6 16 0,-9-17 0,1 0 0,-1-1 0,0 1 0,-1 0 0,0 0 0,0 0 0,0 0 0,-1-1 0,0 1 0,0-1 0,0 1 0,-1-1 0,0 0 0,-1 0 0,1 0 0,-1 0 0,0-1 0,-1 1 0,-9 8 0,-6 7 0,-2-2 0,0 0 0,-32 19 0,19-13 0,-2-1 0,0-2 0,-1-2 0,-2-1 0,-77 25 0,89-41-1365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27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24575,'0'0'0,"0"0"0,0 0 0,0 0 0,11 0 0,144 1 0,348-13 0,-498 11-1365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2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24575,'0'0'0,"270"-15"0,-164 7 0,161 6 0,-241 7-1365,-19-2-5461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29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0 546 24575,'0'0'0,"14"0"0,33-1 0,0-2 0,0-2 0,-1-2 0,1-2 0,-2-2 0,1-2 0,51-23 0,-71 25 0,1-2 0,-2 0 0,0-2 0,0-1 0,-2-1 0,0-1 0,-1 0 0,-1-2 0,0-1 0,-2-1 0,-1 0 0,31-48 0,-41 55 0,-1-1 0,0 1 0,6-24 0,-11 34 0,-1 1 0,0-1 0,0 1 0,0-1 0,0 1 0,-1-1 0,0 1 0,0-1 0,0 1 0,0-1 0,-1 1 0,0-1 0,0 1 0,0-1 0,0 1 0,-1-1 0,-3-6 0,4 10 0,1 0 0,-1 1 0,1-1 0,-1 0 0,0 0 0,1 1 0,-1-1 0,0 0 0,0 1 0,0-1 0,1 1 0,-1-1 0,0 1 0,0-1 0,0 1 0,0 0 0,0-1 0,0 1 0,0 0 0,0 0 0,0 0 0,0 0 0,0 0 0,0 0 0,0 0 0,-2 0 0,1 1 0,0 0 0,0 0 0,-1 0 0,1 0 0,0 0 0,0 1 0,0-1 0,1 1 0,-1-1 0,0 1 0,-1 2 0,-4 4 0,1 0 0,0 1 0,0 0 0,-5 12 0,-5 17 0,2 0 0,1 1 0,2 0 0,-7 51 0,8-16 0,-1 108 0,10-169 0,1 1 0,1-1 0,0 1 0,1-1 0,0 1 0,5 14 0,-6-26 0,0 1 0,0 0 0,0 0 0,1-1 0,-1 1 0,1 0 0,0-1 0,0 0 0,0 1 0,0-1 0,0 0 0,0 0 0,1 0 0,-1 0 0,1-1 0,-1 1 0,1-1 0,0 1 0,-1-1 0,1 0 0,0 0 0,0 0 0,0 0 0,0-1 0,0 1 0,0-1 0,0 0 0,0 0 0,0 0 0,0 0 0,0 0 0,5-2 0,31-5 0,-1-3 0,0-1 0,42-19 0,8-2 0,-70 25 0,-2 2 0,0-1 0,1 2 0,-1 0 0,30-2 0,-41 5 0,0 2 0,0-1 0,-1 0 0,1 1 0,0 0 0,0 0 0,-1 0 0,1 1 0,-1-1 0,1 1 0,-1 0 0,1 1 0,-1-1 0,0 1 0,0 0 0,-1 0 0,1 0 0,0 0 0,-1 0 0,0 1 0,4 5 0,1 3 11,0 1 0,-1 1 0,0 0 0,-1 0 0,0 0 0,-2 0-1,0 1 1,0 0 0,-1 0 0,1 16 0,-1 14-506,-2 0 0,-4 50 0,2-87-6331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29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24575,'242'13'0,"-39"-2"0,280-9-1365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0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24575,'-25'315'0,"0"-50"0,24-250 0,1 130 0,42-171 0,27-25 0,11-10 0,177-101 0,-253 160 0,1 0 0,-1 0 0,1 0 0,0 1 0,0-1 0,-1 1 0,1 0 0,0 1 0,0-1 0,8 1 0,-12 0 0,0 0 0,0 0 0,0 1 0,-1-1 0,1 0 0,0 0 0,0 1 0,-1-1 0,1 0 0,0 1 0,0-1 0,-1 1 0,1-1 0,-1 1 0,1-1 0,0 1 0,-1 0 0,1-1 0,-1 1 0,1 0 0,-1-1 0,1 1 0,-1 0 0,0-1 0,1 2 0,-1 1 0,0-1 0,0 0 0,0 1 0,0-1 0,0 0 0,0 1 0,-1-1 0,1 0 0,-1 1 0,1-1 0,-1 0 0,0 0 0,-2 3 0,-5 9 0,0 0 0,-1-1 0,0 0 0,-1-1 0,-1 0 0,0-1 0,-1 0 0,0 0 0,0-1 0,-22 12 0,4-3 0,-1-2 0,-2 0 0,-53 18 0,54-30 0,29-4 0,14 1 0,-6-2 0,32 9 0,0 0 0,0 3 0,-1 0 0,-1 3 0,0 1 0,-1 1 0,-1 2 0,0 2 0,-2 1 0,0 1 0,-2 1 0,45 48 0,-71-68-170,1 0-1,-1 0 0,0 1 1,0-1-1,0 1 0,-1-1 1,3 7-1,-2-2-6655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2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24575,'0'0'0,"0"0"0,-3 12 0,-21 78-117,-30 131 365,47-182-622,1 0 0,3 1 0,1 66 0,5-78-6452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3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24575,'33'0'0,"591"-45"0,-65 0 0,-554 45-108,34 0 350,-29 5-523,-18 4-937,-3-4-5608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3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24575,'3'1'0,"1"-1"0,-1 0 0,1 1 0,-1-1 0,0 1 0,1 0 0,-1 0 0,5 2 0,8 2 0,230 18 0,-81-12 0,-15 9-1365,-122-15-5461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3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24575,'24'-1'0,"-1"-2"0,39-8 0,-6 1 0,17-1-106,287-39 345,3 32-1737,-346 18-5328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0 798 24575,'45'0'0,"-1"-2"0,0-2 0,0-3 0,0-1 0,44-14 0,-55 11 0,-1-2 0,0-1 0,-2-1 0,1-1 0,-2-2 0,0-1 0,27-25 0,-30 22 0,-1-2 0,-1-1 0,-2-1 0,0-1 0,-1 0 0,27-52 0,-40 65 0,-1 0 0,0 0 0,-1-1 0,-1 0 0,0 0 0,-1-1 0,0 1 0,-2-1 0,0 0 0,-1 0 0,0 0 0,-1 1 0,-1-1 0,0 0 0,-1 0 0,-7-25 0,6 34 0,1 1 0,-1 0 0,0-1 0,-1 1 0,1 0 0,-1 0 0,0 1 0,-1-1 0,1 1 0,-1 0 0,-8-7 0,11 10 0,0 1 0,-1 0 0,1 0 0,0 0 0,0 0 0,-1 0 0,1 0 0,0 0 0,-1 1 0,1 0 0,0-1 0,-1 1 0,1 0 0,-1 0 0,1 0 0,-1 0 0,1 1 0,0-1 0,-1 1 0,1-1 0,0 1 0,-1 0 0,1 0 0,0 0 0,0 0 0,-1 0 0,1 0 0,0 1 0,0-1 0,1 1 0,-1-1 0,0 1 0,0 0 0,1 0 0,-1 0 0,-1 3 0,-8 10 0,1 0 0,0 1 0,2 0 0,-1 1 0,2 0 0,0 0 0,-7 31 0,1 8 0,-7 68 0,13-64 0,2 1 0,3 0 0,3 1 0,2-1 0,13 70 0,-16-128 0,1 0 0,-1 0 0,1 0 0,0 0 0,0 0 0,0 0 0,1 0 0,-1 0 0,0-1 0,1 1 0,0 0 0,0-1 0,0 0 0,4 5 0,-5-6 0,1-1 0,0 1 0,0-1 0,-1 1 0,1-1 0,0 1 0,0-1 0,-1 0 0,1 0 0,0 0 0,0 0 0,0 0 0,-1 0 0,1-1 0,0 1 0,0-1 0,-1 1 0,1-1 0,0 1 0,-1-1 0,1 0 0,-1 0 0,1 0 0,-1 0 0,1 0 0,1-1 0,29-23 0,-1-1 0,53-57 0,-35 33 0,-13 12 0,-24 24 0,0 0 0,1 2 0,0-1 0,1 1 0,0 1 0,1 1 0,1 0 0,15-8 0,-27 17 0,-1 0 0,0 0 0,0 0 0,1 0 0,-1 1 0,0 0 0,1-1 0,-1 1 0,1 0 0,-1 1 0,0-1 0,1 1 0,-1-1 0,0 1 0,1 0 0,-1 0 0,0 1 0,4 1 0,-2 0 0,1 1 0,-1 0 0,-1 0 0,1 0 0,0 0 0,-1 1 0,0 0 0,0 0 0,4 7 0,3 9 0,0 0 0,-1 1 0,-1 1 0,6 23 0,1 9-170,-3 1-1,-2 1 0,-2 0 1,-3 0-1,-2 0 0,-3 1 1,-8 72-1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6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24575,'4'-1'0,"0"1"0,0-1 0,1 1 0,-1-1 0,0 1 0,0 0 0,1 1 0,-1-1 0,6 2 0,7 0 0,583 9-148,-424-12-1069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4:53:38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81 102 24575,'-8'25'0,"-10"24"0,3 0 0,-15 75 0,26-100 0,1 0 0,2 0 0,0 0 0,1 0 0,1 1 0,2-1 0,8 36 0,-10-54 0,1 1 0,0 0 0,0-1 0,1 0 0,0 1 0,0-1 0,1 0 0,-1-1 0,1 1 0,0-1 0,1 1 0,-1-1 0,1-1 0,0 1 0,1-1 0,-1 1 0,11 5 0,-9-7 0,1 0 0,-1 0 0,1-1 0,0 0 0,0-1 0,0 1 0,-1-2 0,1 1 0,0-1 0,0 0 0,0-1 0,0 1 0,0-2 0,15-3 0,-6 0 0,-1-2 0,0 1 0,0-2 0,-1 0 0,0-1 0,0 0 0,-1-1 0,0-1 0,-1 0 0,0-1 0,-1 0 0,0-1 0,11-16 0,-4 2 0,-1-1 0,-1 0 0,-2-1 0,-1-1 0,-1 0 0,10-35 0,-23 65 0,0 0 0,0 0 0,1-1 0,-1 1 0,0 0 0,0 0 0,1 0 0,-1 0 0,0-1 0,0 1 0,1 0 0,-1 0 0,0 0 0,1 0 0,-1 0 0,0 0 0,0 0 0,1 0 0,-1 0 0,0 0 0,1 0 0,-1 0 0,0 0 0,1 0 0,-1 0 0,0 0 0,1 0 0,-1 0 0,0 0 0,0 0 0,1 1 0,-1-1 0,0 0 0,0 0 0,1 0 0,-1 0 0,0 1 0,0-1 0,1 0 0,-1 0 0,0 1 0,0-1 0,0 0 0,1 0 0,-1 1 0,0-1 0,0 0 0,0 1 0,0-1 0,0 0 0,0 0 0,0 1 0,0-1 0,0 1 0,17 23 0,-13-18 0,17 25 0,1 0 0,2-2 0,1 0 0,1-2 0,1-1 0,1-1 0,35 23 0,-51-40 0,0-1 0,0-1 0,1 0 0,-1-1 0,1 0 0,1-1 0,-1-1 0,0 0 0,26 3 0,-28-6 0,1-1 0,-1 0 0,0 0 0,0-1 0,1 0 0,-1-1 0,-1 0 0,1-1 0,0 0 0,-1-1 0,0 0 0,0-1 0,13-9 0,-8 4 0,-1 0 0,0-1 0,-1-1 0,0 0 0,-1-1 0,-1 0 0,0-1 0,-1 0 0,-1-1 0,0 0 0,-1 0 0,-1-1 0,9-29 0,-12 35 0,-2-1 0,0 0 0,0 1 0,-1-1 0,0 0 0,-1 0 0,-1 0 0,0 0 0,0 0 0,-1 0 0,-1 0 0,0 1 0,0-1 0,-1 1 0,-1 0 0,0 0 0,0 0 0,-1 1 0,0 0 0,-1 0 0,-12-14 0,8 14-170,1-1-1,-1 2 0,-1 0 1,0 0-1,0 1 0,-1 0 1,-25-11-1,5 7-6655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38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3969 103 24575,'-1'-1'0,"-1"0"0,1-1 0,-1 1 0,0 0 0,0 0 0,1-1 0,-1 1 0,0 1 0,0-1 0,0 0 0,-4 0 0,3-1 0,-48-15 0,-1 2 0,0 2 0,-101-12 0,-167 7 0,-144 23 0,-652 88 0,916-64 0,1 8 0,2 9 0,-332 123 0,440-132 0,-122 71 0,176-87 0,0 1 0,2 2 0,1 2 0,0 1 0,3 1 0,-29 33 0,52-54 0,1 0 0,0 0 0,0 0 0,0 0 0,1 1 0,0 0 0,0 0 0,1 0 0,0 0 0,1 1 0,0-1 0,0 1 0,0-1 0,1 1 0,1 0 0,-1-1 0,2 1 0,-1 0 0,1 0 0,0-1 0,1 1 0,0-1 0,0 1 0,1-1 0,0 0 0,1 0 0,-1 0 0,1 0 0,1-1 0,0 1 0,0-1 0,10 11 0,7 6 0,1-1 0,2-1 0,0-1 0,1-1 0,1-1 0,0-1 0,2-2 0,0 0 0,43 15 0,13-1 0,0-3 0,109 19 0,-11-14 0,1-7 0,282 0 0,-214-31 0,332-48 0,-455 34 0,243-69 0,-312 69 0,-1-2 0,0-3 0,-2-3 0,-2-2 0,0-3 0,53-41 0,274-239 0,-380 312 0,30-26 0,-2-1 0,32-35 0,-55 55 0,-1 0 0,0 0 0,0-1 0,0 0 0,-1 0 0,0 0 0,-1-1 0,0 0 0,-1 0 0,0 0 0,0 0 0,-1 0 0,-1 0 0,1-11 0,-2 16 5,0 0-1,-1 1 1,0-1-1,0 1 1,0-1 0,-1 1-1,0-1 1,1 1-1,-1 0 1,-1 0-1,1 0 1,-1 0 0,1 0-1,-1 1 1,0-1-1,-1 1 1,1 0-1,-1-1 1,1 2-1,-1-1 1,0 0 0,0 1-1,0-1 1,0 1-1,-6-2 1,-10-3-302,0 0 0,0 1 1,0 1-1,-22-2 0,-26-3-6529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50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18 0,2 15 0,2-1 0,1 1 0,2-1 0,1 0 0,14 34 0,-8-26 0,-3 1 0,10 58 0,-10 21 0,-7 180 0,-32 118 0,7-132 0,-5 416 0,14-307 0,20 1031 0,3-209 35,-14-681-1435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51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397 0 24575,'0'0'0,"0"0"0,0 0 0,16 21 0,41 56 0,112 117 0,85 51 0,1 2 0,-307-331 0,-194-214 0,159 195 0,79 93 0,0 1 0,0 0 0,-1 1 0,0 0 0,0 0 0,-1 1 0,0 0 0,-13-6 0,18 11 0,0 0 0,1 1 0,-1-1 0,0 1 0,0 0 0,0 1 0,0-1 0,0 1 0,0 0 0,0 0 0,0 1 0,0-1 0,0 1 0,0 0 0,0 1 0,1-1 0,-1 1 0,0 0 0,1 0 0,-1 0 0,1 1 0,-6 3 0,-13 11 0,1 1 0,1 1 0,0 1 0,1 0 0,-32 46 0,-73 130 0,99-152 0,-190 328 0,195-330-1365,15-29-5461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57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24575,'15'39'0,"-14"-35"0,79 372 0,-21-87 0,-11-97 0,145 363 0,-159-488-1365,-29-61-5461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57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1 417 24575,'3'-22'0,"1"7"0,2 1 0,0 0 0,0 0 0,2 1 0,-1 0 0,2 0 0,0 1 0,0 0 0,1 0 0,1 1 0,0 1 0,0 0 0,25-17 0,4 0 0,1 3 0,1 1 0,50-20 0,-46 24 0,1 2 0,1 2 0,59-11 0,-87 22 0,1 1 0,-1 1 0,1 1 0,0 0 0,-1 2 0,1 1 0,0 0 0,-1 1 0,0 1 0,29 10 0,-44-12 0,0 0 0,0 0 0,0 0 0,0 0 0,-1 1 0,1 0 0,-1 0 0,0 0 0,0 0 0,0 1 0,0-1 0,0 1 0,-1 0 0,0 0 0,0 1 0,0-1 0,0 1 0,-1-1 0,1 1 0,-1 0 0,0 0 0,-1 0 0,1 0 0,-1 0 0,0 0 0,-1 0 0,1 1 0,-1-1 0,0 0 0,0 0 0,0 1 0,-1-1 0,0 0 0,-2 8 0,-5 15 0,-2-2 0,-1 1 0,-1-1 0,-1-1 0,-1 0 0,-34 45 0,15-29 0,-2 0 0,-73 63 0,54-60-1365,10-12-5461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58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210 329 24575,'0'18'0,"-1"6"0,2 0 0,0 1 0,2-1 0,7 33 0,-8-50 0,0 0 0,1 0 0,0 0 0,0 0 0,0-1 0,1 1 0,0-1 0,1 0 0,-1 0 0,1-1 0,0 1 0,1-1 0,-1 0 0,1 0 0,0-1 0,0 0 0,1 0 0,10 5 0,-3-3 0,1-2 0,0 0 0,-1 0 0,1-1 0,1-1 0,-1-1 0,0 0 0,0-1 0,1 0 0,-1-1 0,0-1 0,0-1 0,0 0 0,0-1 0,-1 0 0,25-11 0,-18 5 0,0 0 0,0 0 0,-1-2 0,0-1 0,-1 0 0,-1-2 0,0 0 0,-1-1 0,-1 0 0,19-25 0,-28 32 0,-1 0 0,-1 0 0,0 0 0,0-1 0,0 1 0,-2-1 0,1 0 0,-1-1 0,0 1 0,-1 0 0,0-1 0,-1 0 0,0 1 0,-1-1 0,-1-12 0,-1 13 0,0 1 0,0 0 0,-1 0 0,0-1 0,0 2 0,-1-1 0,-1 0 0,1 1 0,-1 0 0,-1 0 0,1 0 0,-1 1 0,-1-1 0,1 2 0,-1-1 0,-1 1 0,-8-7 0,-7-2 0,0 2 0,0 0 0,-1 2 0,-1 0 0,0 2 0,0 0 0,-1 2 0,0 1 0,-30-3 0,20 4 0,0 3 0,0 0 0,-1 3 0,1 1 0,0 1 0,-44 11 0,69-12-62,0 1 0,1 0 0,-1 0 0,1 1 0,-1 1 0,1-1 0,1 2 0,-1-1 0,1 1 0,0 1 0,0 0 0,1 0-1,-1 1 1,2 0 0,-1 0 0,1 1 0,1 0 0,-1 0 0,2 0 0,-1 1 0,-7 19 0,2 7-6764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59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24575,'8'25'0,"13"39"0,58 119 0,-66-158 0,1-1 0,2 0 0,0-1 0,2-1 0,0 0 0,2-1 0,30 25 0,-44-41 0,0-1 0,0 1 0,0-1 0,1 0 0,0-1 0,0 0 0,0 0 0,0 0 0,0-1 0,1 0 0,13 2 0,-18-4 0,1 0 0,0 0 0,0-1 0,0 1 0,0-1 0,-1 0 0,1 0 0,0 0 0,-1 0 0,1-1 0,-1 1 0,1-1 0,-1 0 0,1 0 0,-1-1 0,0 1 0,0 0 0,0-1 0,-1 0 0,1 0 0,-1 0 0,1 0 0,-1 0 0,3-6 0,4-8 0,-2 0 0,0-1 0,0 0 0,-2 0 0,0 0 0,-2 0 0,0-1 0,-1 0 0,0-25 0,-2-11 0,-15-105 0,22 182 0,1-1 0,1 0 0,16 28 0,-1-1 0,49 99-1365,-53-111-5461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1:59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30 522 24575,'3'4'0,"1"-1"0,-1 1 0,0 0 0,-1 0 0,1 0 0,-1 1 0,0-1 0,0 0 0,0 1 0,0 0 0,-1-1 0,0 1 0,0 0 0,1 7 0,-1-7 0,6 33 0,-1-1 0,0 56 0,-5-72 0,-2 0 0,0 0 0,-2 0 0,0-1 0,-1 1 0,-8 21 0,12-41 0,0 0 0,0 1 0,-1-1 0,1 0 0,0 0 0,-1 0 0,1 0 0,-1 0 0,0 1 0,1-1 0,-1 0 0,0 0 0,0-1 0,1 1 0,-1 0 0,0 0 0,0 0 0,0 0 0,0-1 0,-2 2 0,3-3 0,-1 1 0,0 0 0,1 0 0,-1-1 0,0 1 0,1-1 0,-1 1 0,0-1 0,1 1 0,-1-1 0,1 1 0,-1-1 0,1 1 0,-1-1 0,1 0 0,-1 1 0,1-1 0,0 0 0,-1 1 0,1-1 0,0 0 0,0 0 0,-1 0 0,-14-63 0,13 54 0,-5-33 0,3 0 0,1 0 0,2 0 0,1 0 0,3 0 0,2 0 0,1 1 0,2 0 0,2 0 0,2 0 0,2 2 0,2-1 0,36-66 0,-43 91-65,0 2 0,1-1 0,1 1 0,1 1 0,0 0 0,0 0 0,1 1 0,1 1 0,0 0 0,0 1 0,1 1 0,1 0 0,-1 1 0,1 1 0,1 0 0,-1 1 0,1 1 0,0 0 0,1 2 0,19-3 0,1 2-6761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0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24575,'0'0'0,"-13"40"0,6-13 0,2 1 0,2 0 0,0 1 0,2-1 0,1 0 0,3 31 0,3-12 0,2 0 0,24 83 0,-24-106 0,1-1 0,17 33 0,-21-47 0,0 0 0,1-1 0,0 1 0,0-1 0,1 0 0,0-1 0,0 0 0,15 11 0,-21-17 0,1 0 0,-1 0 0,0 0 0,1 0 0,-1-1 0,1 1 0,-1 0 0,1-1 0,-1 1 0,1-1 0,-1 0 0,1 1 0,-1-1 0,1 0 0,0 0 0,-1 0 0,1 0 0,-1 0 0,1-1 0,-1 1 0,1 0 0,0-1 0,-1 1 0,1-1 0,1-1 0,0 0 0,0 0 0,0-1 0,-1 1 0,1-1 0,-1 0 0,0 1 0,1-1 0,-1 0 0,-1 0 0,4-7 0,2-6 0,-1 0 0,-1-1 0,5-28 0,-4-8 0,-3 0 0,-1 1 0,-3-1 0,-13-87 0,5 52 0,12 87 0,5 11 0,9 14 0,10 29 54,22 61 0,-29-63-790,44 80-1,-44-99-6089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0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0 279 24575,'0'163'0,"4"-166"0,0-1 0,0 1 0,-1-1 0,1 1 0,-1-1 0,0 0 0,5-8 0,63-125 0,-53 98 0,1 1 0,3 0 0,0 2 0,48-58 0,-69 92 0,1 0 0,0 0 0,0 0 0,0 1 0,0-1 0,0 1 0,0-1 0,0 1 0,1 0 0,-1 0 0,0 0 0,1 0 0,-1 0 0,1 0 0,-1 1 0,1-1 0,-1 1 0,1 0 0,-1-1 0,1 1 0,-1 0 0,4 1 0,-2 0 0,0 1 0,1-1 0,-1 1 0,0 0 0,0 0 0,0 0 0,0 1 0,0 0 0,-1-1 0,1 1 0,4 5 0,6 9 0,0 0 0,-1 1 0,21 37 0,-17-25-136,-1 0-1,-1 1 1,-2 0-1,-1 1 1,-1 1-1,-2 0 1,-2 0-1,0 1 0,2 65 1,-9-73-6690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1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24575,'0'0'0,"-2"0"0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1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 24575,'-19'6'0,"0"1"0,1 1 0,-1 1 0,2 0 0,-1 1 0,1 1 0,1 1 0,0 0 0,1 1 0,0 1 0,1 1 0,1-1 0,0 2 0,1 0 0,0 1 0,2 0 0,-12 23 0,14-25 0,1 1 0,0-1 0,1 1 0,1 1 0,1-1 0,0 1 0,1-1 0,0 1 0,2 0 0,0 0 0,1 0 0,1 0 0,0 0 0,1 0 0,1 0 0,0-1 0,2 1 0,0-1 0,1 0 0,13 27 0,-13-32 0,1-1 0,1 0 0,0 0 0,0-1 0,1 0 0,0 0 0,0-1 0,1-1 0,0 1 0,1-1 0,-1-1 0,1 0 0,0-1 0,1 0 0,0 0 0,-1-1 0,1-1 0,0 0 0,1-1 0,-1 0 0,0-1 0,1 0 0,17-2 0,-5 0 0,0-2 0,-1-1 0,1-1 0,-1-1 0,0-1 0,0-1 0,-1-1 0,0-1 0,-1-1 0,37-25 0,-43 26 0,-5 3 0,1 0 0,-1-1 0,0 0 0,-1-1 0,0 0 0,0-1 0,-1 0 0,16-22 0,42 82 0,-53-42 0,1 0 0,-1-1 0,1 0 0,0-1 0,1-1 0,0-1 0,0 0 0,29 3 0,-39-6 0,-1-1 0,1 0 0,0 0 0,0-1 0,-1 0 0,1 0 0,0 0 0,-1-1 0,1 0 0,-1 0 0,0 0 0,0 0 0,0-1 0,0 0 0,0 0 0,0 0 0,-1-1 0,1 0 0,-1 0 0,0 0 0,0 0 0,-1-1 0,1 1 0,-1-1 0,0 0 0,0 0 0,-1 0 0,4-8 0,-2 2 0,0 0 0,-1-1 0,0 1 0,-1-1 0,0 0 0,-1 0 0,0 0 0,-1 0 0,0 0 0,-1 0 0,0 0 0,-1 0 0,-5-17 0,5 23 0,0 0 0,0 0 0,-1 0 0,1 1 0,-1-1 0,-1 1 0,1-1 0,-1 1 0,0 0 0,0 0 0,-1 1 0,1-1 0,-1 1 0,0 0 0,0 0 0,0 1 0,-1 0 0,1-1 0,-1 2 0,0-1 0,0 1 0,0 0 0,0 0 0,0 0 0,0 1 0,-12-1 0,9 2-97,-1-1-1,0 2 1,1 0-1,-1 0 1,1 0-1,-1 1 1,1 1-1,0 0 1,0 0-1,0 1 1,0 0-1,0 0 0,-8 7 1,-4 4-6729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2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1 24575,'-15'0'0,"0"1"0,-1 1 0,1 0 0,0 1 0,0 0 0,0 2 0,1-1 0,-1 2 0,1 0 0,-24 15 0,32-18 0,-1 2 0,1-1 0,1 1 0,-1 0 0,1 0 0,0 0 0,0 1 0,0 0 0,1 0 0,-1 0 0,2 1 0,-1-1 0,1 1 0,0 0 0,0 0 0,1 0 0,0 0 0,0 0 0,0 1 0,1-1 0,1 0 0,-1 1 0,2 13 0,4 10 0,2 1 0,1-2 0,1 1 0,2-1 0,1-1 0,25 45 0,28 73 0,-64-141 0,1 1 0,-1-1 0,0 1 0,0-1 0,0 1 0,-1-1 0,0 1 0,0-1 0,-1 1 0,0-1 0,0 0 0,-1 1 0,0-1 0,0 0 0,0 0 0,0 0 0,-1 0 0,0 0 0,-1 0 0,1-1 0,-1 0 0,0 0 0,0 0 0,-1 0 0,-9 8 0,-10 7 0,-2-1 0,0-1 0,-1-1 0,-31 15 0,24-14 0,-24 14-1365,9-7-5461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4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1337 24575,'20'-18'0,"2"-8"0,-1-1 0,-2-2 0,-1 1 0,21-45 0,45-128 0,-54 117 0,-4 0 0,21-114 0,-39 154 0,-3 0 0,-1 0 0,-2 0 0,-3 0 0,-1-1 0,-12-68 0,9 95 0,0-1 0,-1 1 0,-1 0 0,0 0 0,-18-30 0,22 44 0,0-1 0,0 1 0,-1 0 0,1 0 0,-1 0 0,0 1 0,0-1 0,0 1 0,0 0 0,-1 0 0,-7-4 0,9 6 0,0 0 0,1 1 0,-1-1 0,0 1 0,0-1 0,0 1 0,0 0 0,0 0 0,0 0 0,0 1 0,0-1 0,0 1 0,0-1 0,0 1 0,0 0 0,0 0 0,1 0 0,-1 1 0,0-1 0,1 1 0,-1-1 0,-2 3 0,-2 3 0,0-1 0,0 1 0,1 1 0,0-1 0,0 1 0,1 0 0,0 0 0,0 1 0,1 0 0,0-1 0,0 1 0,-3 16 0,-1 6 0,1-1 0,-4 52 0,8-40 20,2 1 0,2 0 0,1-1 0,2 1 0,12 47 0,-9-59-206,2 0 1,2 0-1,0-1 0,2 0 1,1-1-1,2-1 1,25 37-1,-5-20-6640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5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0 24575,'-1'4'0,"0"-1"0,0 0 0,0 0 0,-1 0 0,1 0 0,-1 0 0,0 0 0,0 0 0,0-1 0,0 1 0,-3 2 0,-7 11 0,-8 18 0,0 2 0,2 0 0,2 2 0,2 0 0,1 0 0,-12 60 0,24-93 0,1 0 0,-1 0 0,1-1 0,-1 1 0,1 0 0,1 0 0,-1 0 0,1 0 0,0-1 0,2 8 0,-3-11 0,0 0 0,1-1 0,-1 1 0,1 0 0,-1 0 0,1 0 0,0-1 0,-1 1 0,1 0 0,0 0 0,-1-1 0,1 1 0,0-1 0,0 1 0,0-1 0,-1 1 0,1-1 0,0 1 0,0-1 0,0 0 0,1 1 0,0-1 0,0 0 0,0 0 0,1 0 0,-1 0 0,0-1 0,0 1 0,0-1 0,0 1 0,0-1 0,0 0 0,0 0 0,0 0 0,3-2 0,11-8 0,-1 0 0,1-1 0,-2-1 0,23-26 0,48-66 0,-74 90 0,-1-3 0,-4 10 0,-1 19 0,-1 3-114,1-1 1,0 0-1,1 0 0,0 0 0,1-1 1,1 0-1,0 0 0,0-1 0,1 0 1,1-1-1,10 11 0,2-2-6712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6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24575,'3'26'0,"124"570"0,-3-14 0,-106-480 0,46 347 0,-64-428 0,-4-41 0,0 4 0,1-4 0,-99-563 0,84 442 0,7-1 0,7-166 0,7 250 0,2 1 0,19-85 0,-19 123 0,0 0 0,1 0 0,1 1 0,1 0 0,1 0 0,0 0 0,1 1 0,1 1 0,0 0 0,27-29 0,-33 40 0,1 0 0,-1 1 0,1-1 0,0 1 0,0 0 0,0 1 0,1 0 0,-1 0 0,1 0 0,-1 1 0,1-1 0,0 2 0,0-1 0,0 1 0,0 0 0,1 1 0,-1-1 0,0 1 0,0 1 0,0-1 0,0 1 0,0 1 0,0-1 0,0 1 0,0 0 0,0 1 0,-1 0 0,1 0 0,-1 0 0,11 8 0,-2-1 0,0 2 0,0 0 0,-1 1 0,0 1 0,-1 0 0,-1 0 0,0 1 0,-1 1 0,-1 0 0,13 26 0,-12-15 0,0 2 0,-2-1 0,-1 1 0,-2 0 0,-1 1 0,-1 0 0,-1 0 0,-2-1 0,-1 1 0,-1 0 0,-1 0 0,-2 0 0,-1 0 0,-2-1 0,-1 0 0,-20 51 0,25-73-227,-1 1-1,0-1 1,0 0-1,-1 0 1,-8 10-1,0-4-6598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6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24575,'16'21'0,"2"12"0,-2 2 0,-1 0 0,13 44 0,22 115 0,-29-105 0,110 366 0,-99-352 0,-23-81 0,-8-22 0,-1 0 0,0 0 0,0 0 0,0 0 0,0 0 0,0 0 0,1 1 0,-1-1 0,0 0 0,0 0 0,0 0 0,1 0 0,-1 0 0,0 0 0,0 0 0,0 0 0,0 0 0,1 0 0,-1 0 0,0 0 0,0 0 0,0 0 0,1 0 0,-1 0 0,0 0 0,0 0 0,0 0 0,1 0 0,-1 0 0,0 0 0,0 0 0,0-1 0,0 1 0,1 0 0,-1 0 0,0 0 0,0 0 0,0 0 0,0 0 0,0-1 0,0 1 0,1 0 0,-1 0 0,0 0 0,0 0 0,0-1 0,0 1 0,0 0 0,11-40 0,-7 22 0,33-149 0,30-115 0,-52 231 0,2 1 0,3 1 0,36-66 0,-55 113 0,3-5 0,0 0 0,0 0 0,1 0 0,0 1 0,11-12 0,-15 17 0,0 0 0,1 0 0,-1 1 0,0-1 0,0 0 0,1 0 0,-1 1 0,1-1 0,-1 1 0,1-1 0,-1 1 0,1 0 0,-1-1 0,1 1 0,-1 0 0,1 0 0,-1 0 0,1 0 0,-1 1 0,1-1 0,-1 0 0,1 0 0,-1 1 0,1-1 0,-1 1 0,0 0 0,1-1 0,-1 1 0,0 0 0,1 0 0,-1 0 0,0 0 0,0 0 0,0 0 0,0 0 0,0 0 0,0 0 0,1 2 0,11 12 0,-1 1 0,-1 1 0,-1-1 0,0 2 0,14 33 0,28 103 0,-31-86 0,64 194-1365,-73-224-5461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7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24575,'7'40'0,"19"62"0,-1-2 0,43 116 0,-66-211 0,0 0 0,0 0 0,1 0 0,0-1 0,-1 1 0,1-1 0,1 1 0,-1-1 0,1 0 0,-1 0 0,7 4 0,-8-7 0,-1 0 0,0-1 0,0 1 0,0-1 0,1 1 0,-1-1 0,0 1 0,1-1 0,-1 0 0,0 0 0,1 0 0,-1 1 0,0-1 0,1-1 0,-1 1 0,1 0 0,-1 0 0,3-1 0,-2 0 0,1-1 0,-1 1 0,1-1 0,-1 1 0,1-1 0,-1 0 0,0 0 0,0 0 0,0 0 0,0 0 0,-1 0 0,3-4 0,3-5 0,-1-1 0,-1 1 0,0-1 0,0-1 0,-1 1 0,0 0 0,-2-1 0,1 0 0,0-19 0,-1-126 0,-3 107 0,-1-7 0,1 16 0,1 33 0,0 15 0,3 20 24,0-1 0,1 0 0,2 1 0,14 39 0,-14-49-189,1-1 0,0-1 0,1 1 0,0-1 0,1 0 0,1-1 0,0 0 0,16 15 0,0-5-6661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8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499 18 24575,'-33'-17'0,"24"16"0,1 1 0,-1 0 0,1 0 0,-1 1 0,1 0 0,-1 1 0,1 0 0,0 0 0,0 0 0,0 1 0,0 1 0,0-1 0,-10 7 0,-12 8 0,-49 40 0,71-52 0,-31 25 0,-46 47 0,72-66 0,2 1 0,0 1 0,0 0 0,1 1 0,1-1 0,0 2 0,-8 22 0,15-32 0,0 0 0,1 0 0,0 0 0,0 1 0,0-1 0,1 0 0,0 1 0,1-1 0,-1 0 0,1 1 0,0-1 0,0 0 0,1 0 0,0 0 0,0 0 0,1 0 0,-1 0 0,1 0 0,1-1 0,-1 0 0,1 1 0,0-1 0,7 7 0,9 8 0,0-1 0,2-1 0,46 30 0,-65-45 0,164 94 0,7 4 0,-172-100 0,0 0 0,0 0 0,1 1 0,-2-1 0,1 0 0,0 1 0,0-1 0,0 1 0,-1 0 0,1-1 0,-1 1 0,1 0 0,-1 0 0,0 0 0,0 0 0,0 0 0,0 1 0,0-1 0,0 0 0,-1 0 0,1 1 0,-1-1 0,1 0 0,-1 1 0,0-1 0,0 0 0,0 1 0,0 2 0,-2 0 0,-1-1 0,1 0 0,-1 0 0,1 0 0,-1 0 0,0 0 0,0-1 0,-1 1 0,1-1 0,-1 0 0,0 0 0,-8 5 0,7-4 0,-1 0 0,0-1 0,0 0 0,-1 0 0,1 0 0,-1-1 0,1 1 0,-11 1 0,16-4 0,-1 0 0,1 0 0,0 0 0,0 0 0,-1 0 0,1 0 0,0 0 0,0-1 0,0 1 0,0 0 0,-1-1 0,1 1 0,0-1 0,0 1 0,0-1 0,0 1 0,0-1 0,0 0 0,0 0 0,0 1 0,-1-2 0,1 0 0,0 0 0,0 0 0,0 0 0,1 0 0,-1-1 0,0 1 0,1 0 0,-1 0 0,1 0 0,0-1 0,0 1 0,0 0 0,0 0 0,0-1 0,1-3 0,3-17 0,1 1 0,1 0 0,1 0 0,1 1 0,1 0 0,18-32 0,82-116 0,-83 133 0,34-48 0,-24 36 0,-2-3 0,38-72 0,-94 139 0,-14 20 0,23-20 0,1 1 0,0 1 0,1 0 0,1 1 0,1 0 0,0 0 0,2 1 0,0 0 0,-6 31 0,11-43 0,1 1 0,0 0 0,1 0 0,-1 0 0,2 0 0,-1-1 0,1 1 0,1 0 0,0 0 0,0-1 0,0 1 0,1-1 0,0 0 0,1 0 0,0 0 0,0 0 0,1 0 0,0-1 0,0 0 0,1 0 0,0-1 0,0 1 0,0-1 0,1 0 0,9 6 0,2-1 0,1-1 0,0-1 0,0 0 0,1-1 0,1-1 0,-1-1 0,1-1 0,0-1 0,0-1 0,25 1 0,-11-2 0,0-2 0,0-2 0,0-1 0,0-1 0,50-14 0,-74 15-273,-1 0 0,0-1 0,0 0 0,16-11 0,-6 1-6553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9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1 449 24575,'12'-2'0,"1"0"0,-1 0 0,1-1 0,-1-1 0,0 0 0,17-8 0,1 0 0,34-13 0,-1-2 0,-2-4 0,58-38 0,-78 42 0,-1-2 0,-2-2 0,0-1 0,-3-2 0,33-39 0,-55 50 0,-13 23 0,0 0 0,0-1 0,0 1 0,0 0 0,-1-1 0,1 1 0,0 0 0,0 0 0,0-1 0,0 1 0,0 0 0,0 0 0,-1-1 0,1 1 0,0 0 0,0 0 0,0-1 0,-1 1 0,1 0 0,0 0 0,0 0 0,-1 0 0,1-1 0,0 1 0,-1 0 0,1 0 0,0 0 0,0 0 0,-1 0 0,1 0 0,0 0 0,-1 0 0,1 0 0,0 0 0,0 0 0,-1 0 0,1 0 0,0 0 0,-1 0 0,-4 1 0,-1 0 0,1 0 0,0 1 0,0 0 0,0 0 0,0 0 0,-5 4 0,-14 8 0,0 2 0,1 0 0,0 2 0,1 0 0,2 2 0,0 0 0,1 1 0,0 1 0,2 1 0,1 1 0,1 0 0,-13 28 0,19-32 0,1 1 0,1 0 0,0 0 0,2 0 0,0 0 0,2 1 0,0 0 0,1 0 0,2 0 0,0 0 0,1 0 0,1 0 0,1 0 0,2-1 0,0 1 0,9 25 0,-5-26-273,0 0 0,1-1 0,1 0 0,18 23 0,5 0-6553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9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1 24575,'-33'2'0,"16"1"0,1 0 0,-1 1 0,1 1 0,0 1 0,0 0 0,-16 8 0,29-12 0,-1 0 0,1 0 0,-1 1 0,1-1 0,0 1 0,0 0 0,0-1 0,0 1 0,0 1 0,1-1 0,-1 0 0,1 1 0,0-1 0,0 1 0,0-1 0,1 1 0,-1 0 0,1 0 0,0 0 0,0 0 0,0 0 0,0 0 0,1 0 0,0 0 0,0 1 0,0-1 0,0 0 0,1 0 0,-1 0 0,3 6 0,6 15 0,1 0 0,1-1 0,1 0 0,1-1 0,1-1 0,2 0 0,20 24 0,-18-25 0,-1 1 0,-2 1 0,0 0 0,-1 1 0,-1 1 0,16 45 0,-27-59 0,-1 0 0,0 0 0,0 0 0,-1 0 0,-1 1 0,1-1 0,-2 0 0,0 0 0,0 0 0,-1 0 0,-1-1 0,1 1 0,-2-1 0,1 0 0,-2 0 0,1 0 0,-10 12 0,1-2 0,0-1 0,-2-1 0,0-1 0,0 0 0,-2-1 0,0-1 0,-25 16 0,11-13-1365,6-6-5461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09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24575,'1'3'0,"0"1"0,0-1 0,0 1 0,0-1 0,1 1 0,0-1 0,-1 0 0,1 0 0,3 4 0,4 9 0,217 429 0,111 226 0,-323-641-80,101 217 290,-90-187-708,-3 1-1,16 73 1,-31-95-6328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0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1 257 24575,'9'-1'0,"1"0"0,-1-1 0,1 0 0,-1 0 0,10-5 0,18-3 0,218-48 0,298-108 0,-538 158-1365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1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0 338 24575,'6'0'0,"0"1"0,0 1 0,0-1 0,-1 1 0,1 0 0,-1 0 0,1 0 0,-1 1 0,0 0 0,0 0 0,0 1 0,0-1 0,-1 1 0,6 5 0,7 8 0,30 38 0,-8 0 0,-2 1 0,-4 1 0,-1 2 0,25 69 0,-56-226 0,0 85 0,4-78 0,24-124 0,-21 176 0,2 0 0,1 1 0,2 0 0,2 1 0,33-60 0,-43 88 0,0 1 0,1 0 0,0 0 0,0 0 0,1 1 0,0 0 0,0 0 0,1 1 0,-1 0 0,15-9 0,-18 13 0,1 0 0,0 1 0,-1-1 0,1 1 0,0-1 0,0 2 0,0-1 0,0 0 0,0 1 0,0 0 0,0 0 0,0 1 0,0-1 0,0 1 0,0 0 0,0 0 0,-1 1 0,1-1 0,0 1 0,-1 0 0,1 1 0,6 4 0,7 5 0,-1 1 0,-1 0 0,0 1 0,-1 1 0,0 1 0,21 28 0,66 117 0,-68-104 0,42 69-455,5-4 0,122 141 0,-178-236-6371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2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1051 24575,'0'0'0,"0"0"0,3 25 0,1 1 0,1-1 0,1 0 0,1 0 0,2 0 0,18 37 0,42 79 0,-60-125 0,1-1 0,0-1 0,1 0 0,0 0 0,1-1 0,25 21 0,-34-32 0,-1 0 0,1 0 0,0 0 0,-1-1 0,1 1 0,0-1 0,0 0 0,0 0 0,0 0 0,0 0 0,1 0 0,-1-1 0,0 1 0,0-1 0,0 0 0,1 0 0,-1 0 0,0 0 0,7-2 0,-6 0 0,1 0 0,0 0 0,-1 0 0,1-1 0,-1 0 0,0 0 0,0 0 0,0 0 0,0-1 0,-1 1 0,6-7 0,3-7 0,-1 0 0,0-1 0,-1 0 0,-1-1 0,8-22 0,-1-6 0,-2-1 0,-2 0 0,-2 0 0,5-67 0,-12 77 0,-2 0 0,-1 0 0,-2 0 0,-2 0 0,-1 0 0,-14-46 0,28 104 0,0 0 0,0 0 0,2-1 0,1 0 0,0-1 0,1 0 0,1-1 0,1-1 0,28 25 0,-27-26 0,0-1 0,2-1 0,-1 0 0,2-2 0,-1 0 0,2-1 0,-1 0 0,1-2 0,1-1 0,-1 0 0,29 5 0,-35-10 0,0-1 0,0 0 0,1-1 0,-1 0 0,0-1 0,26-5 0,-33 4 0,0 0 0,-1-1 0,1 0 0,-1 0 0,1 0 0,-1-1 0,0 0 0,0 0 0,0 0 0,-1-1 0,1 0 0,-1 0 0,0 0 0,-1-1 0,6-7 0,2-8 0,-1 0 0,-1 0 0,-1-1 0,-1 0 0,0 0 0,-2-1 0,-1 0 0,-1 0 0,-1-1 0,0 1 0,-2-1 0,-3-36 0,-2 17 0,-1 1 0,-2-1 0,-2 1 0,-2 0 0,-2 1 0,-18-40 0,26 67 0,2 6 0,0 0 0,0 1 0,-1-1 0,0 1 0,0-1 0,0 1 0,-1 1 0,0-1 0,-8-7 0,21 59 0,22 68 0,5-1 0,5-2 0,4-1 0,67 116 0,-87-185 0,2-1 0,39 45 0,-53-69 0,2-1 0,0 0 0,0-1 0,2-1 0,-1 0 0,2-1 0,-1 0 0,19 7 0,-30-15 0,0-1 0,0 0 0,0-1 0,1 1 0,-1-1 0,0 0 0,0 0 0,1-1 0,-1 0 0,1 1 0,-1-2 0,1 1 0,-1-1 0,0 0 0,1 0 0,-1 0 0,7-3 0,-5 0 0,-1 0 0,0 0 0,1 0 0,-2 0 0,1-1 0,0 0 0,-1 0 0,0-1 0,0 1 0,-1-1 0,6-9 0,3-8 0,-1 0 0,-2-2 0,0 1 0,-1-1 0,-2-1 0,5-26 0,-2-6 0,-3-1 0,-2 1 0,-5-114 0,-9 69 0,-30-140 0,29 197 0,-24-69 0,28 101 0,1-1 0,-2 1 0,0 0 0,-1 0 0,0 1 0,-1 0 0,-1 1 0,-16-18 0,26 30 0,-1 0 0,1-1 0,0 1 0,-1 0 0,1-1 0,0 1 0,-1 0 0,1-1 0,0 1 0,-1 0 0,1 0 0,-1 0 0,1-1 0,-1 1 0,1 0 0,-1 0 0,1 0 0,-1 0 0,1 0 0,0 0 0,-1 0 0,1 0 0,-1 0 0,1 0 0,-1 0 0,1 0 0,-1 0 0,1 0 0,-1 1 0,1-1 0,-1 0 0,1 0 0,0 0 0,-1 1 0,1-1 0,-1 0 0,1 1 0,0-1 0,-1 1 0,-10 22 0,1 34 0,6-4 0,3 1 0,1-1 0,4 0 0,1 0 0,21 86 0,-7-67 0,3-1 0,3-1 0,50 101 0,-52-130-124,1-1 0,2-1 0,1-1 0,2-2 0,2 0 0,1-2-1,2-2 1,1-1 0,2-1 0,61 37 0,-67-48-6702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3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79 732 24575,'10'-1'0,"-1"0"0,1-1 0,-1 0 0,0-1 0,0 1 0,0-2 0,0 1 0,0-2 0,-1 1 0,0-1 0,9-6 0,9-8 0,45-43 0,-52 43 0,-1-1 0,-1-1 0,-1-1 0,0 0 0,-2-1 0,-1-1 0,-1 0 0,-1-1 0,-1 0 0,-1 0 0,-1-1 0,-1 0 0,-2-1 0,-1 1 0,-1-1 0,0-46 0,-3 65 0,-1 1 0,1 0 0,-2 0 0,1 0 0,-1-1 0,0 1 0,0 1 0,-1-1 0,0 0 0,0 1 0,-1-1 0,0 1 0,0 0 0,0 0 0,-1 0 0,-8-7 0,8 9 0,0 0 0,0 1 0,-1 0 0,1 0 0,-1 0 0,1 1 0,-1 0 0,0 0 0,0 0 0,0 1 0,0 0 0,0 0 0,0 1 0,-1-1 0,1 1 0,0 0 0,0 1 0,0 0 0,-11 2 0,0 3 0,0 0 0,1 0 0,0 2 0,0 0 0,1 0 0,0 2 0,0 0 0,1 1 0,1 0 0,0 1 0,0 0 0,1 1 0,1 0 0,0 1 0,1 1 0,0 0 0,-13 28 0,16-28 0,1-1 0,0 1 0,1 1 0,1-1 0,0 1 0,1 0 0,1 0 0,-1 29 0,4-33 0,0-1 0,0 0 0,1 1 0,0-1 0,1 0 0,0 0 0,1-1 0,0 1 0,1-1 0,0 0 0,1 0 0,0 0 0,8 10 0,-1-6 0,1 0 0,1 0 0,0-1 0,0-1 0,2-1 0,-1 0 0,1-1 0,1-1 0,0 0 0,0-1 0,1-2 0,-1 1 0,2-2 0,-1-1 0,0 0 0,23 0 0,-9-1 0,0-2 0,0-1 0,-1-1 0,1-2 0,0-2 0,0-1 0,-1-1 0,61-23 0,-63 16-1365,-10 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6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24575,'8'31'0,"5"1"0,1 0 0,2-2 0,38 57 0,75 79 0,-92-121 0,-53-66 0,2-1 0,0 0 0,1-1 0,-12-33 0,-33-105 0,40 108 0,7 24 0,7 20 0,0 1 0,1-1 0,0 0 0,0 0 0,1 0 0,0 0 0,1 0 0,0 0 0,0-13 0,1 21 0,1 0 0,-1 0 0,0 1 0,1-1 0,-1 0 0,1 0 0,0 0 0,-1 1 0,1-1 0,0 0 0,-1 1 0,1-1 0,0 0 0,0 1 0,0-1 0,0 1 0,-1-1 0,1 1 0,0 0 0,0-1 0,0 1 0,0 0 0,0 0 0,0 0 0,0-1 0,0 1 0,0 0 0,0 0 0,0 0 0,0 1 0,0-1 0,0 0 0,0 0 0,0 0 0,0 1 0,1 0 0,42 13 0,-39-12 0,57 24 0,-1 2 0,-1 2 0,-2 4 0,69 51 0,-124-172 0,18-56 0,-17 124 0,2 0 0,0 0 0,0 1 0,2-1 0,13-22 0,-19 37 0,1 0 0,0 0 0,0 0 0,0 1 0,0-1 0,0 1 0,1 0 0,0 0 0,0 0 0,0 0 0,0 0 0,0 1 0,0 0 0,1 0 0,-1 0 0,7-1 0,-4 1 0,1 1 0,-1 0 0,1 1 0,-1 0 0,1 0 0,-1 1 0,0-1 0,1 2 0,11 2 0,8 6 0,0 1 0,-1 0 0,0 2 0,30 21 0,-55-34 0,152 112 85,-75-52-1535,-57-45-5376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8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304 688 24575,'-53'8'0,"41"-2"0,0-1 0,0 2 0,0 0 0,0 0 0,1 1 0,1 1 0,-1 0 0,1 0 0,1 1 0,0 0 0,0 1 0,1 0 0,-9 14 0,2 1 0,0 1 0,2 1 0,1-1 0,-16 57 0,24-68 0,0 0 0,2 1 0,0-1 0,1 1 0,0 0 0,2-1 0,0 1 0,4 20 0,-5-32 0,1 1 0,0-1 0,1 0 0,-1 0 0,1-1 0,0 1 0,0 0 0,0-1 0,1 1 0,0-1 0,0 1 0,0-1 0,0 0 0,0 0 0,1-1 0,0 1 0,0-1 0,0 0 0,0 0 0,0 0 0,1 0 0,0-1 0,-1 0 0,1 0 0,0 0 0,0 0 0,0-1 0,0 0 0,0 0 0,8 0 0,-8-1 0,-1-1 0,1 0 0,0 0 0,0 0 0,0-1 0,-1 0 0,1 0 0,-1 0 0,1 0 0,-1-1 0,0 1 0,0-1 0,0 0 0,0 0 0,-1-1 0,1 1 0,-1-1 0,0 0 0,0 0 0,0 0 0,-1 0 0,4-8 0,7-12 0,-2 0 0,15-43 0,-14 31 0,-2 0 0,-2 0 0,-1 0 0,-2-1 0,-2 0 0,-1 0 0,-2 0 0,-5-48 0,29 124 0,-16-24 0,1 1 0,0-2 0,1 1 0,0-1 0,1 0 0,1-1 0,0-1 0,0 0 0,2 0 0,21 14 0,-29-22 0,0 0 0,1-1 0,-1 0 0,1 0 0,0 0 0,0-1 0,0 0 0,0 0 0,1-1 0,-1 0 0,0 0 0,1-1 0,-1 0 0,0 0 0,1-1 0,-1 0 0,0 0 0,1 0 0,-1-1 0,0 0 0,0-1 0,0 0 0,-1 0 0,1 0 0,-1-1 0,1 0 0,7-6 0,-5 3 0,0 0 0,0 0 0,0-1 0,-1-1 0,0 1 0,-1-1 0,0 0 0,0-1 0,-1 0 0,0 0 0,-1 0 0,0-1 0,-1 0 0,4-12 0,-8 23 0,0-1 0,0 1 0,1-1 0,-1 1 0,0-1 0,1 1 0,-1-1 0,0 1 0,1-1 0,-1 1 0,1 0 0,-1-1 0,1 1 0,-1 0 0,1-1 0,-1 1 0,1 0 0,-1 0 0,1-1 0,0 1 0,-1 0 0,1 0 0,-1 0 0,1 0 0,0 0 0,-1 0 0,1 0 0,-1 0 0,1 0 0,0 0 0,-1 0 0,1 0 0,0 1 0,25 5 0,-21-4 0,75 23 0,-56-15 0,1-2 0,-1 0 0,2-2 0,-1-1 0,1-1 0,43 1 0,-66-5 0,1-1 0,-1 0 0,1 0 0,-1 0 0,0-1 0,1 1 0,-1-1 0,0 0 0,0 0 0,0 0 0,0 0 0,0 0 0,-1-1 0,1 1 0,-1-1 0,1 0 0,-1 0 0,0 0 0,0 0 0,0 0 0,-1 0 0,1 0 0,-1-1 0,1 1 0,0-7 0,4-11 0,-1 1 0,0-1 0,1-25 0,-5 30 0,12-117 0,9-71 0,-17 179 0,0 0 0,2 0 0,1 0 0,1 1 0,20-39 0,-23 52 0,1 1 0,0 0 0,0 1 0,1 0 0,0 0 0,1 1 0,0 0 0,0 0 0,1 1 0,0 0 0,0 0 0,1 2 0,0-1 0,0 1 0,0 1 0,0 0 0,1 0 0,18-2 0,-21 4 0,1 1 0,0 1 0,-1 0 0,1 0 0,0 1 0,-1 0 0,1 0 0,-1 1 0,1 1 0,-1-1 0,0 2 0,0-1 0,0 1 0,0 1 0,-1-1 0,0 1 0,0 1 0,0 0 0,0 0 0,-1 0 0,0 1 0,0 0 0,9 13 0,-8-7 8,0 1 0,-1 0 0,-1 0 0,0 0 0,-1 0 0,0 1 0,-1 0 0,-1 0 0,0 1 0,-1-1 0,-1 0 0,-1 1 0,0-1 0,-3 26 0,1-24-122,-1 1 0,0 0-1,-1-1 1,-1 0 0,-1 0 0,0 0-1,-2-1 1,1 0 0,-2 0 0,0-1-1,-1 0 1,-16 18 0,6-13-6712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8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24575,'0'0'0,"0"3"0,0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19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0 502 24575,'0'0'0,"0"0"0,0 0 0,3-2 0,0 0 0,-1 0 0,1 0 0,-1 0 0,1-1 0,-1 1 0,0-1 0,0 1 0,0-1 0,0 0 0,-1 0 0,4-6 0,-2 3 0,30-54 0,-2-1 0,-4-2 0,-2 0 0,23-91 0,-39 99 0,-4 53 0,3 12 0,6 13 0,-13-22 0,90 164-110,-51-88 189,3-1 0,83 109 0,-109-164-194,0-1 0,2-1 1,0-1-1,1-1 0,0-1 0,2 0 1,0-1-1,0-2 0,1 0 0,1-2 1,0 0-1,49 14 0,-30-16-6711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0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24575,'4'4'0,"1"1"0,0-1 0,-1 1 0,0 0 0,0 0 0,-1 1 0,1-1 0,-1 1 0,0-1 0,3 10 0,6 8 0,6 7-1365,-1-5-5461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1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0 24575,'-6'1'0,"0"0"0,0 0 0,0 1 0,0 0 0,0 0 0,0 0 0,1 1 0,-1-1 0,1 2 0,-1-1 0,1 0 0,0 1 0,1 0 0,-1 0 0,-5 7 0,-7 6 0,2 2 0,-21 30 0,21-24 0,1 0 0,2 1 0,0 0 0,1 1 0,2 0 0,1 1 0,-9 54 0,14-59 0,1 0 0,0 0 0,2 1 0,1-1 0,1 0 0,0 0 0,2 0 0,1 0 0,1 0 0,10 26 0,-11-37 0,1-1 0,0 0 0,1-1 0,0 1 0,1-1 0,0-1 0,0 1 0,1-1 0,0-1 0,1 0 0,0 0 0,0-1 0,0 0 0,1 0 0,0-2 0,1 1 0,-1-1 0,1-1 0,0 0 0,0-1 0,23 4 0,-19-5 0,1 0 0,-1-2 0,0 0 0,1 0 0,-1-2 0,0 0 0,1-1 0,-1 0 0,-1-1 0,1-1 0,-1-1 0,1 0 0,-2-1 0,1 0 0,-1-2 0,18-12 0,6-13 0,0-1 0,-3-2 0,-1-2 0,-2-1 0,-1-1 0,-2-2 0,-3-1 0,-1-1 0,32-81 0,-39 49 0,19 138 0,3-1 0,2-2 0,97 101 0,-130-150 17,1-1 0,1 0 1,-1 0-1,1-1 0,1 0 0,17 7 0,-22-11-131,0-1 0,0 0-1,1 0 1,-1-1 0,0 1 0,0-2-1,1 1 1,-1-1 0,1 0 0,-1-1-1,0 1 1,13-4 0,13-7-6712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1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24575,'0'0'0,"3"2"0,2 3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1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374 1 24575,'-16'16'0,"-12"6"0,2 2 0,0 0 0,2 2 0,1 0 0,1 2 0,1 1 0,2 0 0,1 1 0,-23 52 0,20-32 0,2 1 0,2 0 0,2 2 0,3-1 0,-10 85 0,20-109 0,1 0 0,1 0 0,1-1 0,1 1 0,2-1 0,1 1 0,1-1 0,9 27 0,-11-43 0,0-1 0,1 1 0,0-1 0,0 0 0,1 0 0,0 0 0,1-1 0,0 0 0,1-1 0,0 1 0,0-1 0,1-1 0,0 0 0,0 0 0,0 0 0,1-1 0,0-1 0,0 0 0,1 0 0,0-1 0,-1 0 0,13 2 0,-10-5-114,0 1 1,0-2-1,0 0 0,0-1 0,0 0 1,0-1-1,0 0 0,-1-1 0,1 0 1,-1-1-1,16-8 0,23-10-6712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2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24575,'0'0'0,"0"2"0,0 3 0,0 7 0,0 13 0,0 14 0,2 16 0,1 18 0,2 16 0,2 10 0,2 3 0,5 0 0,3-5 0,3-6 0,1-12 0,-3-20-8191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2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242 435 24575,'3'-36'0,"1"8"0,10-66 0,5-182 0,-26 281 0,0 1 0,0 0 0,1 0 0,0 1 0,1 0 0,-7 10 0,-23 35 0,2 1 0,2 2 0,-44 115 0,62-135 0,2 0 0,1 1 0,2 1 0,2-1 0,1 1 0,2 0 0,1 0 0,4 41 0,-1-64-72,1-1 1,0 1-1,1 0 0,1-1 0,0 1 0,1-1 0,0 0 0,1-1 1,0 1-1,1-1 0,1-1 0,0 1 0,0-1 0,1 0 0,1-1 1,-1 0-1,2-1 0,21 16 0,0-7-6754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3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54 24575,'-7'-6'0,"-1"1"0,1-1 0,-1 1 0,-1 1 0,1-1 0,0 1 0,-1 1 0,0 0 0,0 0 0,0 1 0,0 0 0,0 0 0,-18 0 0,23 1 0,0 1 0,-1 0 0,1 0 0,0 0 0,-1 0 0,1 1 0,0-1 0,-1 1 0,1 0 0,0 1 0,0-1 0,0 1 0,0 0 0,0 0 0,0 0 0,1 0 0,-1 1 0,1-1 0,-1 1 0,1 0 0,0 0 0,0 0 0,0 1 0,1-1 0,-1 1 0,1-1 0,0 1 0,0 0 0,0 0 0,0 0 0,-1 6 0,2-5 0,1-1 0,0 0 0,0 0 0,0 0 0,1 1 0,-1-1 0,1 0 0,0 0 0,0 0 0,1 0 0,-1 0 0,1 0 0,0-1 0,0 1 0,0 0 0,0-1 0,0 1 0,1-1 0,5 5 0,8 9 0,1 0 0,27 19 0,-10-8 0,-13-8 0,-1 0 0,-1 1 0,-1 1 0,-1 1 0,-1 1 0,-1 0 0,-1 1 0,-1 0 0,-1 1 0,-1 1 0,-2 0 0,0 0 0,-2 1 0,-1 0 0,-2 0 0,0 1 0,-2-1 0,-1 1 0,-1-1 0,-2 1 0,-9 48 0,4-35-170,-2 0-1,-2 0 0,-2-1 1,-2 0-1,-1-1 0,-2-1 1,-24 38-1,29-60-6655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3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24575,'8'41'0,"23"68"0,6-2 0,4-1 0,4-3 0,5-1 0,5-3 0,119 165 0,34 7-1365,-189-249-5461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3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1 288 24575,'0'0'0,"0"0"0,0 0 0,35-31 0,222-190-1365,-215 186-5461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6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3672 7565 24575,'7'-28'0,"9"-31"0,116-458 0,-102 369 0,17-236 0,-42 204 0,-8-1 0,-8 0 0,-8 1 0,-48-202 0,-11 62 0,-166-428 0,9 167 0,-500-887 0,285 753 0,339 563 0,-7 6 0,-202-195 0,219 252 0,-3 6 0,-4 3 0,-3 6 0,-143-72 0,-499-191 0,682 303-1365,56 23-5461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6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151 401 24575,'-3'-23'0,"0"10"0,-2-1 0,0 1 0,0-1 0,-2 1 0,1 1 0,-2-1 0,1 1 0,-2 1 0,-17-20 0,25 30 0,1 0 0,-1 0 0,0 0 0,0 1 0,0-1 0,0 0 0,0 1 0,0-1 0,0 1 0,0-1 0,0 1 0,0-1 0,-1 1 0,1 0 0,0 0 0,0-1 0,0 1 0,0 0 0,-1 0 0,1 0 0,0 0 0,0 0 0,0 1 0,0-1 0,0 0 0,-1 0 0,1 1 0,0-1 0,0 1 0,0-1 0,0 1 0,0-1 0,0 1 0,0 0 0,0 0 0,0-1 0,0 1 0,1 0 0,-1 0 0,0 0 0,0 0 0,1 0 0,-1 0 0,1 0 0,-1 0 0,1 0 0,-1 0 0,1 0 0,0 0 0,-1 2 0,-3 7 0,1-1 0,0 1 0,0 0 0,-1 17 0,2-3 0,2 1 0,0 0 0,2-1 0,1 0 0,1 1 0,0-1 0,2 0 0,18 45 0,-10-36 0,1-1 0,2 0 0,1-1 0,1 0 0,36 41 0,-40-54 0,1-1 0,1-1 0,1-1 0,0 0 0,1-2 0,1 0 0,0-1 0,0-1 0,1 0 0,35 11 0,-43-18 0,1 0 0,-1-1 0,1-1 0,0 0 0,0 0 0,0-2 0,0 0 0,1 0 0,-1-1 0,0-1 0,-1 0 0,1-1 0,0-1 0,-1 0 0,1-1 0,-1 0 0,-1-1 0,22-13 0,-15 5 0,-1-1 0,0-1 0,-1 0 0,0-2 0,-2 0 0,0-1 0,-1 0 0,-1-1 0,-1 0 0,-1-1 0,0-1 0,-2 1 0,0-2 0,-2 1 0,5-25 0,-2 4 0,-3 0 0,-1-1 0,-2 1 0,-2-1 0,-2 0 0,-2 0 0,-10-56 0,4 60 0,-20-54 0,9 30 0,34 78 0,9 16 0,-18-22-29,317 409-1307,-294-384-5490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7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1 318 24575,'44'37'0,"-8"-10"0,35 36 0,-39-33 0,-31-29 0,0 0 0,0-1 0,0 1 0,0 0 0,0 0 0,0-1 0,0 1 0,1 0 0,-1-1 0,0 0 0,0 1 0,0-1 0,0 1 0,1-1 0,-1 0 0,0 0 0,0 0 0,1 0 0,-1 0 0,0 0 0,1 0 0,-1 0 0,0 0 0,2-1 0,-1 0 0,0 0 0,1-1 0,-1 1 0,0-1 0,0 1 0,0-1 0,0 0 0,0 0 0,0 0 0,-1 0 0,3-3 0,4-8 0,0-1 0,-1 0 0,7-19 0,-8 19 0,34-90 0,-28 67 0,2 1 0,2 0 0,1 1 0,33-51 0,-47 82 0,-1 1 0,1 0 0,0 1 0,-1-1 0,1 0 0,1 1 0,-1 0 0,0 0 0,1 0 0,-1 0 0,1 0 0,-1 1 0,1-1 0,0 1 0,0 0 0,-1 0 0,1 0 0,0 1 0,0-1 0,0 1 0,0 0 0,0 0 0,0 1 0,0-1 0,0 1 0,0 0 0,-1 0 0,1 0 0,0 0 0,-1 1 0,1-1 0,6 5 0,10 5 0,-1 1 0,-1 1 0,0 1 0,23 22 0,-36-31 0,240 240-1365,-223-225-5461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8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0 443 24575,'31'-1'0,"-13"-1"0,0-1 0,0-1 0,-1 0 0,1-2 0,-1 0 0,0-1 0,0 0 0,-1-1 0,0-1 0,-1-1 0,0 0 0,24-22 0,-11 6 0,-2 0 0,0-2 0,-2 0 0,-1-2 0,23-39 0,-39 58 0,-1 0 0,0-1 0,0 0 0,-1 0 0,-1 0 0,0-1 0,4-19 0,-8 32 0,0 0 0,0-1 0,0 1 0,1-1 0,-1 1 0,0 0 0,0-1 0,0 1 0,0 0 0,0-1 0,0 1 0,0-1 0,0 1 0,0 0 0,0-1 0,-1 1 0,1 0 0,0-1 0,0 1 0,0 0 0,0-1 0,-1 1 0,1 0 0,0-1 0,0 1 0,0 0 0,-1-1 0,1 1 0,0 0 0,-1 0 0,1-1 0,0 1 0,0 0 0,-1 0 0,1 0 0,-1-1 0,-14 7 0,-15 17 0,10-4 0,1 2 0,1-1 0,0 2 0,2 1 0,0 0 0,2 1 0,0 0 0,2 1 0,1 0 0,1 1 0,-12 47 0,19-58 0,0-1 0,1 1 0,0 0 0,1-1 0,1 1 0,0 0 0,2 0 0,-1 0 0,2-1 0,0 1 0,0-1 0,1 0 0,1 0 0,1 0 0,0 0 0,0-1 0,2 0 0,-1 0 0,2-1 0,0 0 0,0-1 0,1 0 0,17 15 0,-12-14 7,1-1-1,0 0 0,1-1 0,0-1 1,0-1-1,1 0 0,0-2 1,0 0-1,1-1 0,0 0 1,0-2-1,0 0 0,0-1 0,0-1 1,0-1-1,1-1 0,-1 0 1,27-6-1,-7-1-192,1-2 1,-2-2-1,1-1 0,-2-1 1,0-3-1,-1-1 1,60-40-1,-58 31-6640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9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 24575,'-10'21'0,"-14"26"0,2 0 0,2 2 0,2 1 0,3 0 0,1 1 0,3 0 0,2 1 0,2 0 0,3 1 0,2-1 0,2 1 0,2 0 0,3-1 0,2 0 0,23 84 0,-26-122 0,1 0 0,0 0 0,1-1 0,0 0 0,1 0 0,1 0 0,0-1 0,1 0 0,15 17 0,-18-24 0,0 0 0,0 0 0,1 0 0,0-1 0,-1 0 0,1 0 0,1-1 0,-1 0 0,0 0 0,1 0 0,-1-1 0,1 0 0,0-1 0,0 0 0,0 0 0,0 0 0,0-1 0,0-1 0,9 0 0,13-6 0,0 0 0,0-2 0,-1-1 0,0-2 0,-1-1 0,0-1 0,37-25 0,78-36 0,-126 67 0,2 2 0,-1 0 0,1 0 0,-1 2 0,1 1 0,27-2 0,-36 4 0,0 1 0,0-2 0,0 1 0,0-1 0,0-1 0,-1 0 0,1 0 0,-1-1 0,0 0 0,0 0 0,0-1 0,-1-1 0,0 1 0,0-1 0,0-1 0,-1 1 0,0-1 0,0-1 0,0 1 0,-1-1 0,0 0 0,-1-1 0,0 1 0,6-15 0,-2 4 0,-2-1 0,0 1 0,-1-2 0,-1 1 0,-1 0 0,-1-1 0,1-33 0,-3 44 0,-1-1 0,-1 1 0,1 0 0,-1-1 0,-1 1 0,0 0 0,-1 0 0,0 0 0,0 0 0,-1 1 0,0-1 0,-1 1 0,0 0 0,0 0 0,-1 0 0,0 1 0,-8-9 0,10 14 0,-1 0 0,1 0 0,0 0 0,-1 0 0,0 1 0,1 0 0,-1 0 0,0 0 0,0 1 0,0 0 0,0 0 0,0 0 0,0 0 0,-1 1 0,1 0 0,0 0 0,0 0 0,0 1 0,-1-1 0,1 1 0,0 1 0,0-1 0,0 1 0,0-1 0,1 2 0,-1-1 0,0 0 0,-7 6 0,-1 1 0,0 0 0,1 0 0,0 1 0,0 1 0,1 0 0,1 0 0,0 1 0,-13 20 0,13-13-76,1 0 1,1 0-1,0 0 0,2 1 0,0 1 0,1-1 0,1 1 0,1-1 1,1 1-1,1 0 0,1 0 0,0 0 0,2 0 0,0 0 1,2 0-1,0-1 0,13 36 0,1-5-6750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29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1 263 24575,'29'31'0,"57"51"0,-78-75 0,0-1 0,1 0 0,-1-1 0,1 0 0,0 0 0,1 0 0,-1-2 0,20 7 0,-26-10 0,0 0 0,-1 0 0,1-1 0,0 1 0,-1 0 0,1-1 0,-1 1 0,1-1 0,-1 0 0,1 0 0,-1 0 0,1 0 0,-1-1 0,0 1 0,1-1 0,-1 1 0,0-1 0,0 0 0,0 0 0,-1 1 0,4-4 0,36-53 0,-31 41 0,58-104 0,-51 87 0,2 1 0,0 1 0,31-38 0,-47 67 0,0-1 0,0 1 0,0 1 0,0-1 0,0 0 0,1 1 0,-1-1 0,1 1 0,0 0 0,-1 0 0,1 1 0,0-1 0,0 1 0,0 0 0,1 0 0,-1 0 0,7 0 0,-4 1 0,0 1 0,0-1 0,-1 2 0,1-1 0,0 1 0,-1 0 0,1 0 0,-1 0 0,0 1 0,7 4 0,11 9 0,-1 0 0,0 2 0,-1 1 0,22 23 0,-37-35 0,91 86-1365,-84-81-5461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30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1 484 24575,'1'7'0,"1"1"0,1 0 0,-1-1 0,1 1 0,0-1 0,1 0 0,0 0 0,6 10 0,5 10 0,16 33 0,75 110 0,-91-150 0,1 0 0,1 0 0,1-2 0,0 0 0,1-1 0,1-1 0,1 0 0,31 17 0,-47-30 0,0-1 0,0 1 0,1-1 0,-1-1 0,0 1 0,1-1 0,-1 1 0,1-2 0,0 1 0,-1-1 0,1 1 0,0-1 0,-1-1 0,1 1 0,0-1 0,-1 0 0,1-1 0,9-3 0,-8 1 0,0 1 0,0-2 0,-1 1 0,0-1 0,0 0 0,0-1 0,0 1 0,-1-1 0,0 0 0,0 0 0,-1-1 0,0 1 0,5-10 0,8-19 0,-2-1 0,-1-1 0,-2 0 0,-2-1 0,-1 0 0,-2 0 0,3-47 0,-7 24 0,-2 0 0,-2 0 0,-19-115 0,13 139-341,-1 0 0,-3 1-1,-23-57 1,28 80-6485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30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1 641 24575,'0'0'0,"0"0"0,21-11 0,15-17 0,-2-1 0,54-58 0,50-78 0,-115 135 0,-1 0 0,23-43 0,-40 64 0,0 0 0,-1-1 0,0 1 0,0-1 0,-1 0 0,-1 0 0,0 0 0,0 0 0,-1 0 0,0 0 0,0 0 0,-2-1 0,-1-13 0,2 22 0,0 0 0,-1 0 0,1 0 0,-1 0 0,1 0 0,-1 0 0,0 0 0,0 0 0,0 0 0,0 0 0,0 1 0,0-1 0,-1 0 0,1 1 0,-3-3 0,3 3 0,0 1 0,0-1 0,0 1 0,0 0 0,0-1 0,0 1 0,0 0 0,0 0 0,0 0 0,0 0 0,0 0 0,0 0 0,0 0 0,0 0 0,0 0 0,0 0 0,0 1 0,0-1 0,0 0 0,0 1 0,0-1 0,1 0 0,-2 1 0,-2 2 0,1 0 0,-1-1 0,1 1 0,0 0 0,0 0 0,0 1 0,1-1 0,-1 1 0,1-1 0,-1 1 0,1 0 0,0 0 0,-2 6 0,-2 14 0,1 0 0,1 0 0,1 1 0,1-1 0,1 1 0,1-1 0,1 1 0,6 32 0,1-9 0,2-1 0,3 0 0,23 58 0,-23-73 40,1-1 0,31 49 0,-35-64-252,1-2 0,0 1 0,1-2-1,1 1 1,0-2 0,26 20 0,-11-14-6614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31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24575,'42'20'0,"-22"-13"0,0-2 0,0 1 0,0-2 0,0-1 0,1-1 0,0 0 0,-1-1 0,1-2 0,0 0 0,-1-1 0,1-1 0,-1-1 0,0-1 0,0 0 0,-1-2 0,33-14 0,-49 19 0,0 1 0,1 0 0,-1 1 0,0-1 0,1 0 0,-1 1 0,1 0 0,-1 0 0,1 0 0,-1 0 0,1 1 0,-1-1 0,0 1 0,1 0 0,-1 0 0,0 0 0,1 0 0,-1 1 0,0-1 0,0 1 0,0 0 0,0 0 0,0 0 0,-1 0 0,1 0 0,-1 1 0,4 4 0,7 8 0,0 0 0,-1 1 0,16 29 0,-19-29 0,37 61 10,39 61-1385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31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24575,'11'35'0,"-3"-16"0,22 71 0,205 584 0,-157-477 0,141 252 0,-198-411 0,40 65 0,-55-94 0,1 0 0,0 0 0,0-1 0,1 0 0,0-1 0,0 0 0,1 0 0,12 8 0,-19-15 0,-1 1 0,1 0 0,0-1 0,-1 1 0,1-1 0,0 0 0,0 1 0,-1-1 0,1 0 0,0 0 0,0 0 0,-1 0 0,1 0 0,0-1 0,0 1 0,-1-1 0,1 1 0,0-1 0,-1 1 0,1-1 0,0 0 0,-1 0 0,1 0 0,-1 0 0,1 0 0,-1 0 0,0 0 0,1 0 0,-1-1 0,0 1 0,0-1 0,0 1 0,0 0 0,0-1 0,0 0 0,0 1 0,0-4 0,6-9 0,0-1 0,-2 1 0,6-23 0,-6 21 0,54-203 0,13-42 0,-71 259 0,0 0 0,0 0 0,0 0 0,0 0 0,0 0 0,1 0 0,-1 0 0,1 0 0,-1 0 0,1 0 0,0 1 0,0-1 0,0 1 0,0 0 0,0-1 0,0 1 0,0 0 0,0 0 0,1 0 0,-1 0 0,0 1 0,0-1 0,1 1 0,3-1 0,7 0 0,-1 0 0,1 1 0,21 3 0,2 0 0,-19-2-97,0-2-1,0 1 1,0-2-1,-1-1 1,1 0-1,0 0 1,-1-2-1,0 0 1,0-1-1,-1-1 1,1 0-1,-1-1 0,25-18 1,-28 16-6729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33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1 895 24575,'0'0'0,"0"0"0,2-2 0,3-5 0,9-10 0,15-15 0,23-19 0,24-21 0,24-17 0,25-17 0,16-10 0,6 0 0,-1 4 0,-15 13 0,-31 23-8191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34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1 373 24575,'0'32'0,"0"-28"0,-1 10 0,2 0 0,0 0 0,0 0 0,6 24 0,-6-35 0,0 0 0,0 0 0,0 0 0,0-1 0,0 1 0,1 0 0,-1-1 0,1 1 0,0-1 0,0 1 0,0-1 0,0 0 0,0 0 0,0 0 0,1 0 0,-1 0 0,1 0 0,-1-1 0,1 1 0,-1-1 0,1 0 0,0 1 0,0-1 0,0-1 0,0 1 0,0 0 0,0-1 0,4 1 0,7-2 0,-1 0 0,0 0 0,-1-2 0,1 1 0,0-2 0,-1 0 0,1 0 0,-1-1 0,0 0 0,-1-1 0,1-1 0,-1 0 0,13-11 0,5-5 0,-1-1 0,-1-2 0,35-42 0,-41 44 0,-2-1 0,0-1 0,-1 0 0,-2-2 0,-1 0 0,-1-1 0,13-41 0,-25 68 0,-1-1 0,0 0 0,-1 0 0,1 0 0,0-1 0,-1 1 0,0 0 0,0 0 0,0 0 0,0 0 0,0 0 0,-1 0 0,1-1 0,-1 1 0,0 0 0,0 0 0,0 0 0,0 1 0,-1-1 0,1 0 0,-1 0 0,-3-4 0,2 5 0,0 0 0,0 0 0,-1 0 0,0 0 0,1 0 0,-1 1 0,0-1 0,1 1 0,-1 0 0,0 0 0,0 1 0,0-1 0,0 1 0,0 0 0,0 0 0,0 0 0,-7 2 0,-24 4-273,-1 1 0,1 2 0,1 2 0,-43 18 0,14-3-6553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22:42:35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0 293 24575,'0'0'0,"28"15"0,167 119 0,-194-134 0,0 0 0,-1 0 0,1 1 0,-1-1 0,1 0 0,0 0 0,-1 0 0,1 0 0,0 0 0,-1 0 0,1 0 0,-1 0 0,1 0 0,0-1 0,-1 1 0,1 0 0,0 0 0,-1 0 0,1-1 0,-1 1 0,1 0 0,-1-1 0,1 1 0,-1 0 0,1-1 0,-1 1 0,1-1 0,-1 1 0,0-1 0,1 1 0,-1-1 0,1 1 0,-1-1 0,0 1 0,0-1 0,1 0 0,-1 1 0,0-1 0,0 1 0,0-1 0,0 0 0,0 1 0,0-1 0,1 0 0,-2 1 0,1-2 0,6-40 0,-5 32 0,2-22 0,1 1 0,2 0 0,1 0 0,2 0 0,24-57 0,-29 80 0,0-1 0,1 1 0,0 0 0,0 0 0,1 1 0,0-1 0,0 1 0,1 1 0,0-1 0,0 1 0,1 0 0,-1 1 0,1 0 0,1 0 0,-1 1 0,1 0 0,-1 0 0,1 1 0,0 0 0,0 0 0,1 1 0,-1 1 0,0-1 0,16 1 0,-10 2-91,1 0 0,-1 1 0,1 1 0,-1 1 0,0 0 0,0 0 0,-1 2 0,1 0 0,-1 0 0,0 2 0,-1 0 0,0 0 0,0 1 0,20 18 0,5 8-6735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8752 4162 16383 0 0,'-6'38'0'0'0,"-8"43"0"0"0,-13 42 0 0 0,-8 36 0 0 0,-4 23 0 0 0,-1 5 0 0 0,3-15 0 0 0,8-28 0 0 0,8-33 0 0 0,15-34 0 0 0,20-49 0 0 0,18-56 0 0 0,26-54 0 0 0,20-50 0 0 0,14-35 0 0 0,7-18 0 0 0,1-4 0 0 0,-2 9 0 0 0,-5 20 0 0 0,-5 30 0 0 0,-4 29 0 0 0,-6 30 0 0 0,3 30 0 0 0,1 22 0 0 0,5 17 0 0 0,2 14 0 0 0,1 18 0 0 0,-6 18 0 0 0,-11 25 0 0 0,-22 32 0 0 0,-24 39 0 0 0,-27 31 0 0 0,-27 22 0 0 0,-21 5 0 0 0,-12-7 0 0 0,-1-25 0 0 0,4-38 0 0 0,15-60 0 0 0,22-62 0 0 0,28-72 0 0 0,32-60 0 0 0,31-48 0 0 0,26-31 0 0 0,20-10 0 0 0,12 7 0 0 0,1 21 0 0 0,-10 29 0 0 0,-14 35 0 0 0,-15 35 0 0 0,-15 34 0 0 0,-14 30 0 0 0,-9 20 0 0 0,-2 19 0 0 0,0 15 0 0 0,3 20 0 0 0,0 22 0 0 0,-2 23 0 0 0,-4 28 0 0 0,-11 25 0 0 0,-11 22 0 0 0,-11 16 0 0 0,-10 7 0 0 0,-12-2 0 0 0,-7-11 0 0 0,-6-17 0 0 0,2-27 0 0 0,4-31 0 0 0,7-30 0 0 0,10-30 0 0 0,14-31 0 0 0,4-19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11861 4141 16383 0 0,'-14'12'0'0'0,"-12"9"0"0"0,-3 17 0 0 0,-4 16 0 0 0,-1 19 0 0 0,-1 25 0 0 0,2 27 0 0 0,1 25 0 0 0,4 23 0 0 0,-1 11 0 0 0,3-2 0 0 0,-1-14 0 0 0,5-36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11827 2924 16383 0 0,'0'0'0'0'0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14227 4336 16383 0 0,'-18'-9'0'0'0,"-14"-8"0"0"0,-17-5 0 0 0,-12-5 0 0 0,-13 3 0 0 0,-17 2 0 0 0,-18 3 0 0 0,-19 6 0 0 0,-14 12 0 0 0,-13 15 0 0 0,-10 14 0 0 0,-5 17 0 0 0,4 15 0 0 0,14 22 0 0 0,20 22 0 0 0,24 21 0 0 0,28 16 0 0 0,24 13 0 0 0,27 7 0 0 0,28 3 0 0 0,29-10 0 0 0,44-23 0 0 0,58-45 0 0 0,63-56 0 0 0,-2-34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14456 4274 16383 0 0,'-15'26'0'0'0,"-10"30"0"0"0,-8 35 0 0 0,-3 31 0 0 0,-2 25 0 0 0,3 13 0 0 0,1 7 0 0 0,4-5 0 0 0,0-15 0 0 0,4-21 0 0 0,2-26 0 0 0,2-30 0 0 0,6-38 0 0 0,5-43 0 0 0,10-49 0 0 0,14-52 0 0 0,18-49 0 0 0,19-35 0 0 0,30-20 0 0 0,26-2 0 0 0,26 11 0 0 0,19 28 0 0 0,14 34 0 0 0,8 36 0 0 0,4 37 0 0 0,2 30 0 0 0,-7 26 0 0 0,-11 21 0 0 0,-12 19 0 0 0,-18 17 0 0 0,-21 13 0 0 0,-21 15 0 0 0,-26 14 0 0 0,-23 10 0 0 0,-18 11 0 0 0,-17 10 0 0 0,-11 7 0 0 0,-8 6 0 0 0,-8 6 0 0 0,1 0 0 0 0,3-2 0 0 0,8-2 0 0 0,14-2 0 0 0,22-3 0 0 0,20-7 0 0 0,21-15 0 0 0,23-21 0 0 0,24-29 0 0 0,30-33 0 0 0,22-39 0 0 0,15-39 0 0 0,3-36 0 0 0,-8-26 0 0 0,-20-18 0 0 0,-30-16 0 0 0,-37-13 0 0 0,-39-6 0 0 0,-41 5 0 0 0,-32 6 0 0 0,-31 14 0 0 0,-21 17 0 0 0,-12 25 0 0 0,-12 28 0 0 0,-16 28 0 0 0,-24 30 0 0 0,-23 35 0 0 0,-20 35 0 0 0,-17 35 0 0 0,-11 37 0 0 0,31-3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18627 4101 16383 0 0,'-29'6'0'0'0,"-49"14"0"0"0,-49 18 0 0 0,-32 17 0 0 0,-13 14 0 0 0,11 14 0 0 0,30 6 0 0 0,46 7 0 0 0,49 4 0 0 0,52 3 0 0 0,43-4 0 0 0,30-5 0 0 0,8-5 0 0 0,-9-8 0 0 0,-28-7 0 0 0,-46-5 0 0 0,-48 3 0 0 0,-45 5 0 0 0,-30 3 0 0 0,-8-2 0 0 0,10-7 0 0 0,35-17 0 0 0,29-18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19505 4324 16383 0 0,'-12'27'0'0'0,"-12"29"0"0"0,-9 37 0 0 0,-4 36 0 0 0,1 22 0 0 0,7 10 0 0 0,11-6 0 0 0,20-17 0 0 0,31-29 0 0 0,48-42 0 0 0,58-53 0 0 0,57-61 0 0 0,44-58 0 0 0,21-47 0 0 0,-3-30 0 0 0,-25-10 0 0 0,-44 6 0 0 0,-57 18 0 0 0,-68 28 0 0 0,-72 35 0 0 0,-69 39 0 0 0,-58 38 0 0 0,-53 40 0 0 0,-38 35 0 0 0,-20 39 0 0 0,32 5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21917 4793 16383 0 0,'20'-6'0'0'0,"29"-14"0"0"0,25-15 0 0 0,15-11 0 0 0,5-5 0 0 0,-14-93 0 0 0,-41-92 0 0 0,-51-59 0 0 0,-50-21 0 0 0,-41 18 0 0 0,-29 43 0 0 0,-14 63 0 0 0,-1 70 0 0 0,5 62 0 0 0,22 155 0 0 0,25 151 0 0 0,23 124 0 0 0,17 83 0 0 0,10 52 0 0 0,6 20 0 0 0,5-8 0 0 0,-2-36 0 0 0,-3-56 0 0 0,-13-68 0 0 0,-24-61 0 0 0,-34-58 0 0 0,-37-64 0 0 0,-35-79 0 0 0,-7-79 0 0 0,22-66 0 0 0,49-53 0 0 0,60-40 0 0 0,59-33 0 0 0,60-26 0 0 0,48-13 0 0 0,39-9 0 0 0,17-1 0 0 0,5 10 0 0 0,0 28 0 0 0,-3 42 0 0 0,-3 49 0 0 0,-9 44 0 0 0,-4 42 0 0 0,2 41 0 0 0,10 36 0 0 0,4 20 0 0 0,0 9 0 0 0,16-22 0 0 0,-23-23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23317 2619 16383 0 0,'-26'36'0'0'0,"-30"26"0"0"0,-5 2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22908 4154 16383 0 0,'-3'24'0'0'0,"-4"54"0"0"0,-3 71 0 0 0,-1 71 0 0 0,8 55 0 0 0,1 34 0 0 0,5 8 0 0 0,1-11 0 0 0,-6-32 0 0 0,-3-61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22741 4433 16383 0 0,'18'-9'0'0'0,"35"-11"0"0"0,50-12 0 0 0,54-9 0 0 0,46-6 0 0 0,31-2 0 0 0,13 3 0 0 0,-8 8 0 0 0,-25 8 0 0 0,-39 9 0 0 0,-45 14 0 0 0,-51 17 0 0 0,-62 16 0 0 0,-34 3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8255 7627 16383 0 0,'35'-41'0'0'0,"54"-38"0"0"0,61-22 0 0 0,55-10 0 0 0,41 12 0 0 0,21 29 0 0 0,0 40 0 0 0,-24 55 0 0 0,-40 59 0 0 0,-58 65 0 0 0,-66 58 0 0 0,-66 46 0 0 0,-63 27 0 0 0,-45 11 0 0 0,-26-12 0 0 0,-6-32 0 0 0,16-47 0 0 0,32-55 0 0 0,47-60 0 0 0,59-62 0 0 0,63-57 0 0 0,64-42 0 0 0,49-23 0 0 0,32-10 0 0 0,17 2 0 0 0,1 16 0 0 0,-15 24 0 0 0,-29 26 0 0 0,-40 35 0 0 0,-49 42 0 0 0,-57 44 0 0 0,-62 44 0 0 0,-64 46 0 0 0,-66 40 0 0 0,-64 29 0 0 0,-55 24 0 0 0,-47 12 0 0 0,-33-3 0 0 0,-10-18 0 0 0,10-31 0 0 0,23-43 0 0 0,40-45 0 0 0,65-46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12649 6734 16383 0 0,'-29'20'0'0'0,"-37"31"0"0"0,-34 39 0 0 0,-28 43 0 0 0,-26 45 0 0 0,-19 41 0 0 0,-6 38 0 0 0,3 29 0 0 0,8 24 0 0 0,18 17 0 0 0,26 7 0 0 0,36 4 0 0 0,46-8 0 0 0,47-20 0 0 0,58-32 0 0 0,66-46 0 0 0,64-57 0 0 0,61-70 0 0 0,46-76 0 0 0,26-75 0 0 0,1-69 0 0 0,-25-53 0 0 0,-47-36 0 0 0,-57-16 0 0 0,-69 0 0 0 0,-67 17 0 0 0,-63 25 0 0 0,-60 34 0 0 0,-56 39 0 0 0,-51 42 0 0 0,-48 48 0 0 0,-40 43 0 0 0,-36 38 0 0 0,-21 31 0 0 0,-1 29 0 0 0,19 19 0 0 0,40 12 0 0 0,58 3 0 0 0,73-9 0 0 0,88-11 0 0 0,49-31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14315 7276 16383 0 0,'5'35'0'0'0,"9"39"0"0"0,13 36 0 0 0,14 37 0 0 0,12 39 0 0 0,9 28 0 0 0,5 22 0 0 0,-3 16 0 0 0,-9 6 0 0 0,-19 3 0 0 0,-35-1 0 0 0,-43-7 0 0 0,-50-11 0 0 0,-51-16 0 0 0,-48-33 0 0 0,8-49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14526 7420 16383 0 0,'32'-6'0'0'0,"41"-5"0"0"0,45-9 0 0 0,45-11 0 0 0,42-8 0 0 0,35-12 0 0 0,31-13 0 0 0,22-19 0 0 0,21-16 0 0 0,-44 9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6168 10636 16383 0 0,'0'24'0'0'0,"-3"43"0"0"0,-4 63 0 0 0,0 68 0 0 0,0 66 0 0 0,-1 53 0 0 0,-3 49 0 0 0,2 36 0 0 0,-2 15 0 0 0,5-2 0 0 0,5-30 0 0 0,7-54 0 0 0,5-69 0 0 0,6-78 0 0 0,10-103 0 0 0,20-107 0 0 0,21-99 0 0 0,24-93 0 0 0,21-66 0 0 0,17-40 0 0 0,11-16 0 0 0,1 9 0 0 0,-8 32 0 0 0,-15 48 0 0 0,-16 58 0 0 0,-17 65 0 0 0,-17 69 0 0 0,-17 66 0 0 0,-15 60 0 0 0,-17 54 0 0 0,-16 55 0 0 0,-20 49 0 0 0,-14 35 0 0 0,-12 22 0 0 0,-7 5 0 0 0,-2-7 0 0 0,3-23 0 0 0,9-28 0 0 0,11-39 0 0 0,16-45 0 0 0,11-47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7596 12463 16383 0 0,'0'39'0'0'0,"6"41"0"0"0,10 37 0 0 0,13 23 0 0 0,11 7 0 0 0,12-3 0 0 0,12-14 0 0 0,9-27 0 0 0,8-36 0 0 0,7-47 0 0 0,6-54 0 0 0,6-54 0 0 0,-1-50 0 0 0,-4-39 0 0 0,-19-29 0 0 0,-25-12 0 0 0,-27 6 0 0 0,-24 17 0 0 0,-23 30 0 0 0,-32 50 0 0 0,-27 58 0 0 0,-26 66 0 0 0,-21 81 0 0 0,-16 79 0 0 0,-6 60 0 0 0,8 22 0 0 0,19-9 0 0 0,30-46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8976 11669 16383 0 0,'-3'32'0'0'0,"-7"50"0"0"0,-17 54 0 0 0,-17 52 0 0 0,-15 41 0 0 0,-2 23 0 0 0,6 3 0 0 0,19-14 0 0 0,26-28 0 0 0,28-41 0 0 0,27-59 0 0 0,25-78 0 0 0,27-92 0 0 0,23-92 0 0 0,17-78 0 0 0,13-55 0 0 0,4-21 0 0 0,-6 10 0 0 0,-14 36 0 0 0,-24 55 0 0 0,-27 71 0 0 0,-31 81 0 0 0,-30 78 0 0 0,-25 71 0 0 0,-24 59 0 0 0,-12 38 0 0 0,-4 16 0 0 0,6-9 0 0 0,22-28 0 0 0,12-46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10928 11867 16383 0 0,'-24'-3'0'0'0,"-25"8"0"0"0,-25 15 0 0 0,-24 22 0 0 0,-15 27 0 0 0,-10 25 0 0 0,-1 33 0 0 0,5 21 0 0 0,12 8 0 0 0,20-3 0 0 0,29-20 0 0 0,30-27 0 0 0,31-33 0 0 0,36-51 0 0 0,37-61 0 0 0,7-24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11250 10451 16383 0 0,'-18'18'0'0'0,"-20"35"0"0"0,-19 50 0 0 0,-17 66 0 0 0,-11 70 0 0 0,-9 67 0 0 0,-6 59 0 0 0,0 41 0 0 0,1 20 0 0 0,12 1 0 0 0,21-18 0 0 0,31-43 0 0 0,32-64 0 0 0,17-82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11642 11840 16383 0 0,'-17'33'0'0'0,"-25"39"0"0"0,-21 50 0 0 0,-19 45 0 0 0,-10 29 0 0 0,2 14 0 0 0,11-5 0 0 0,18-22 0 0 0,28-40 0 0 0,33-56 0 0 0,32-63 0 0 0,36-69 0 0 0,32-61 0 0 0,23-46 0 0 0,14-23 0 0 0,4-6 0 0 0,-6 17 0 0 0,-15 30 0 0 0,-25 40 0 0 0,-26 52 0 0 0,-27 56 0 0 0,-27 55 0 0 0,-22 42 0 0 0,-15 30 0 0 0,-4 10 0 0 0,5-4 0 0 0,18-23 0 0 0,27-34 0 0 0,30-42 0 0 0,7-29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13853 11272 16383 0 0,'-26'14'0'0'0,"-39"38"0"0"0,-37 52 0 0 0,-34 57 0 0 0,-24 52 0 0 0,-8 37 0 0 0,5 17 0 0 0,17 2 0 0 0,28-19 0 0 0,40-34 0 0 0,45-44 0 0 0,54-61 0 0 0,54-73 0 0 0,52-75 0 0 0,49-79 0 0 0,38-72 0 0 0,22-58 0 0 0,9-37 0 0 0,-6-14 0 0 0,-18 13 0 0 0,-33 35 0 0 0,-40 47 0 0 0,-53 74 0 0 0,-58 84 0 0 0,-53 80 0 0 0,-38 59 0 0 0,-22 48 0 0 0,-7 21 0 0 0,11-1 0 0 0,26-20 0 0 0,36-38 0 0 0,43-47 0 0 0,40-64 0 0 0,28-63 0 0 0,14-56 0 0 0,3-47 0 0 0,-10-39 0 0 0,-27-22 0 0 0,-32-21 0 0 0,-55 14 0 0 0,-61 37 0 0 0,-61 50 0 0 0,-52 59 0 0 0,-53 67 0 0 0,-41 70 0 0 0,-29 72 0 0 0,-15 70 0 0 0,6 59 0 0 0,19 59 0 0 0,34 52 0 0 0,43 39 0 0 0,55 23 0 0 0,61 10 0 0 0,65-8 0 0 0,68-26 0 0 0,70-45 0 0 0,67-65 0 0 0,58-73 0 0 0,50-82 0 0 0,38-84 0 0 0,29-78 0 0 0,14-72 0 0 0,5-56 0 0 0,-7-39 0 0 0,-22-21 0 0 0,-32-2 0 0 0,-48 17 0 0 0,-55 28 0 0 0,-56 39 0 0 0,-70 64 0 0 0,-47 45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15525 10391 16383 0 0,'-17'21'0'0'0,"-16"24"0"0"0,-7 26 0 0 0,0 23 0 0 0,7 20 0 0 0,14 18 0 0 0,18 15 0 0 0,19 12 0 0 0,22 6 0 0 0,25 1 0 0 0,22-7 0 0 0,20-12 0 0 0,12-24 0 0 0,7-28 0 0 0,2-40 0 0 0,1-47 0 0 0,-2-48 0 0 0,-7-53 0 0 0,-13-52 0 0 0,-12-39 0 0 0,-19-31 0 0 0,-24-22 0 0 0,-25-15 0 0 0,-27 0 0 0 0,-28 13 0 0 0,-29 20 0 0 0,-24 28 0 0 0,-21 34 0 0 0,-17 37 0 0 0,-14 43 0 0 0,-15 46 0 0 0,-8 43 0 0 0,-5 43 0 0 0,5 50 0 0 0,11 47 0 0 0,22 37 0 0 0,31 29 0 0 0,43 21 0 0 0,54 0 0 0 0,26-41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17007 9582 16383 0 0,'-21'0'0'0'0,"-9"0"0"0"0,-3 6 0 0 0,4 8 0 0 0,7 16 0 0 0,14 21 0 0 0,13 25 0 0 0,15 24 0 0 0,13 20 0 0 0,13 21 0 0 0,10 14 0 0 0,8 9 0 0 0,10-7 0 0 0,10-17 0 0 0,9-28 0 0 0,9-32 0 0 0,5-44 0 0 0,5-50 0 0 0,-2-48 0 0 0,-7-41 0 0 0,-14-29 0 0 0,-17-21 0 0 0,-20-21 0 0 0,-17-13 0 0 0,-18-1 0 0 0,-18 11 0 0 0,-15 17 0 0 0,-10 28 0 0 0,-7 27 0 0 0,-3 28 0 0 0,-2 28 0 0 0,2 27 0 0 0,5 30 0 0 0,8 29 0 0 0,10 30 0 0 0,14 34 0 0 0,15 33 0 0 0,17 25 0 0 0,17 19 0 0 0,16 2 0 0 0,13-9 0 0 0,15-21 0 0 0,8-31 0 0 0,2-38 0 0 0,-16-33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18137 7964 16383 0 0,'0'29'0'0'0,"3"28"0"0"0,7 25 0 0 0,10 28 0 0 0,14 30 0 0 0,13 24 0 0 0,13 20 0 0 0,12 14 0 0 0,7 8 0 0 0,9 5 0 0 0,6-4 0 0 0,3-8 0 0 0,-4-14 0 0 0,-8-14 0 0 0,-11-23 0 0 0,-14-24 0 0 0,-15-27 0 0 0,-20-42 0 0 0,-15-30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18375 9247 16383 0 0,'15'-6'0'0'0,"22"-8"0"0"0,23-13 0 0 0,22-14 0 0 0,14-9 0 0 0,12-7 0 0 0,3-7 0 0 0,-1-3 0 0 0,-4 0 0 0 0,-5 3 0 0 0,-14 7 0 0 0,-19 9 0 0 0,-20 17 0 0 0,-20 12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19024 7316 16383 0 0,'14'29'0'0'0,"12"34"0"0"0,6 29 0 0 0,8 32 0 0 0,1 33 0 0 0,4 26 0 0 0,0 16 0 0 0,1 19 0 0 0,1 11 0 0 0,2 1 0 0 0,2-5 0 0 0,0-12 0 0 0,1-21 0 0 0,3-29 0 0 0,7-36 0 0 0,-7-39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20005 8421 16383 0 0,'0'41'0'0'0,"3"44"0"0"0,7 33 0 0 0,14 21 0 0 0,20 9 0 0 0,20-1 0 0 0,23-15 0 0 0,21-24 0 0 0,12-33 0 0 0,3-41 0 0 0,-1-44 0 0 0,-13-50 0 0 0,-15-47 0 0 0,-22-38 0 0 0,-28-27 0 0 0,-31-10 0 0 0,-30-1 0 0 0,-25 9 0 0 0,-25 21 0 0 0,-21 30 0 0 0,-22 35 0 0 0,-22 42 0 0 0,-12 41 0 0 0,-5 42 0 0 0,-1 46 0 0 0,7 43 0 0 0,14 34 0 0 0,28-9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21383 7836 16383 0 0,'-6'23'0'0'0,"-8"35"0"0"0,-1 37 0 0 0,2 34 0 0 0,5 29 0 0 0,8 22 0 0 0,13 10 0 0 0,12-7 0 0 0,17-19 0 0 0,20-35 0 0 0,16-45 0 0 0,12-52 0 0 0,7-52 0 0 0,-2-52 0 0 0,-9-40 0 0 0,-9-34 0 0 0,-15-27 0 0 0,-16-14 0 0 0,-17-4 0 0 0,-21 6 0 0 0,-20 17 0 0 0,-23 26 0 0 0,-23 30 0 0 0,-28 41 0 0 0,-26 41 0 0 0,-24 43 0 0 0,-15 46 0 0 0,-5 43 0 0 0,8 30 0 0 0,25 17 0 0 0,32-18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21881 6641 16383 0 0,'9'41'0'0'0,"12"44"0"0"0,16 39 0 0 0,18 31 0 0 0,16 25 0 0 0,12 17 0 0 0,9 7 0 0 0,6 8 0 0 0,2 3 0 0 0,-2 0 0 0 0,-17-36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22371 7646 16383 0 0,'2'-35'0'0'0,"11"-33"0"0"0,18-22 0 0 0,17-11 0 0 0,22 1 0 0 0,17 10 0 0 0,11 21 0 0 0,4 26 0 0 0,-1 28 0 0 0,-6 29 0 0 0,-10 29 0 0 0,-20 32 0 0 0,-23 29 0 0 0,-28 27 0 0 0,-28 20 0 0 0,-30 11 0 0 0,-22 5 0 0 0,-17-9 0 0 0,-6-16 0 0 0,2-24 0 0 0,11-25 0 0 0,12-26 0 0 0,26-37 0 0 0,29-28 0 0 0,20-21 0 0 0,25-10 0 0 0,17-1 0 0 0,11 9 0 0 0,8 13 0 0 0,5 14 0 0 0,7 9 0 0 0,11 8 0 0 0,3 3 0 0 0,4 0 0 0 0,-2-2 0 0 0,-18-4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23495 7742 16383 0 0,'21'6'0'0'0,"15"1"0"0"0,17-2 0 0 0,10-12 0 0 0,5-13 0 0 0,-2-15 0 0 0,-8-13 0 0 0,-12-11 0 0 0,-13-4 0 0 0,-18 6 0 0 0,-18 13 0 0 0,-20 16 0 0 0,-18 25 0 0 0,-19 25 0 0 0,-12 27 0 0 0,6 4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24568 5847 16383 0 0,'-15'18'0'0'0,"-22"35"0"0"0,-26 47 0 0 0,-17 48 0 0 0,-7 37 0 0 0,9 28 0 0 0,21 8 0 0 0,25-8 0 0 0,31-21 0 0 0,32-36 0 0 0,35-46 0 0 0,27-58 0 0 0,22-60 0 0 0,8-53 0 0 0,1-45 0 0 0,-6-32 0 0 0,-10-15 0 0 0,-13 0 0 0 0,-16 17 0 0 0,-13 29 0 0 0,-12 33 0 0 0,-3 35 0 0 0,-4 35 0 0 0,1 28 0 0 0,2 19 0 0 0,1 10 0 0 0,1-1 0 0 0,3-5 0 0 0,7-15 0 0 0,8-18 0 0 0,6-21 0 0 0,3-20 0 0 0,-4-24 0 0 0,-5-21 0 0 0,-15-15 0 0 0,-20-11 0 0 0,-24-4 0 0 0,-26 7 0 0 0,-32 13 0 0 0,-27 19 0 0 0,-26 25 0 0 0,-22 31 0 0 0,-11 34 0 0 0,-3 36 0 0 0,6 29 0 0 0,17 27 0 0 0,27-6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25929 5461 16383 0 0,'3'26'0'0'0,"4"30"0"0"0,-2 32 0 0 0,-2 27 0 0 0,-5 18 0 0 0,-1 4 0 0 0,-1-10 0 0 0,0-17 0 0 0,2-25 0 0 0,3-26 0 0 0,5-47 0 0 0,10-53 0 0 0,8-45 0 0 0,9-37 0 0 0,8-25 0 0 0,9-11 0 0 0,10-5 0 0 0,7 2 0 0 0,7 14 0 0 0,2 23 0 0 0,1 33 0 0 0,-2 38 0 0 0,-7 40 0 0 0,-9 40 0 0 0,-15 39 0 0 0,-12 32 0 0 0,-15 24 0 0 0,-12 11 0 0 0,-11-2 0 0 0,-7-14 0 0 0,-1-21 0 0 0,8-47 0 0 0,13-49 0 0 0,15-49 0 0 0,12-42 0 0 0,12-32 0 0 0,10-21 0 0 0,8-7 0 0 0,1 8 0 0 0,-1 16 0 0 0,-3 30 0 0 0,-3 41 0 0 0,-5 42 0 0 0,-9 40 0 0 0,-6 44 0 0 0,-9 45 0 0 0,-10 53 0 0 0,-8-2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16404 13931 16383 0 0,'15'-9'0'0'0,"34"-23"0"0"0,50-37 0 0 0,53-35 0 0 0,53-29 0 0 0,48-23 0 0 0,40-19 0 0 0,38-18 0 0 0,46-15 0 0 0,49-17 0 0 0,50-19 0 0 0,48-20 0 0 0,49-25 0 0 0,51-41 0 0 0,53-45 0 0 0,52-49 0 0 0,47-53 0 0 0,25-36 0 0 0,5-18 0 0 0,-22 6 0 0 0,-50 29 0 0 0,-79 62 0 0 0,-109 83 0 0 0,-130 99 0 0 0,-136 100 0 0 0,-136 92 0 0 0,-125 79 0 0 0,-119 66 0 0 0,-116 66 0 0 0,-21 6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17357 14540 16383 0 0,'29'-9'0'0'0,"37"-11"0"0"0,39-15 0 0 0,46-19 0 0 0,51-32 0 0 0,58-44 0 0 0,69-61 0 0 0,74-65 0 0 0,73-73 0 0 0,70-63 0 0 0,66-56 0 0 0,62-46 0 0 0,49-25 0 0 0,26-9 0 0 0,-9 14 0 0 0,-32 35 0 0 0,-55 49 0 0 0,-73 57 0 0 0,-84 55 0 0 0,-87 54 0 0 0,-85 56 0 0 0,-86 60 0 0 0,-102 74 0 0 0,-114 81 0 0 0,-62 40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13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18838 14985 16383 0 0,'36'-21'0'0'0,"70"-44"0"0"0,91-60 0 0 0,98-66 0 0 0,92-67 0 0 0,85-68 0 0 0,76-65 0 0 0,70-51 0 0 0,52-36 0 0 0,44-22 0 0 0,29-12 0 0 0,18-13 0 0 0,1-3 0 0 0,-20 8 0 0 0,-39 35 0 0 0,-59 54 0 0 0,-77 69 0 0 0,-103 90 0 0 0,-130 90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15:04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9856 5755 16383 0 0,'0'0'0'0'0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1:4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7739 4119 16383 0 0,'12'0'0'0'0,"18"0"0"0"0,20 0 0 0 0,18 0 0 0 0,24-3 0 0 0,21-1 0 0 0,11-2 0 0 0,-16-1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7710 2606 16383 0 0,'34'54'0'0'0,"18"38"0"0"0,-1 23 0 0 0,-1 20 0 0 0,-10-1 0 0 0,-25-8 0 0 0,-21-14 0 0 0,-24 191 0 0 0,-20 205 0 0 0,-22 144 0 0 0,-25 62 0 0 0,-23-23 0 0 0,-18-89 0 0 0,-20-119 0 0 0,-16-136 0 0 0,-19-133 0 0 0,-17-116 0 0 0,0-96 0 0 0,9-68 0 0 0,6-49 0 0 0,14-33 0 0 0,33-4 0 0 0,47 10 0 0 0,48 23 0 0 0,46 17 0 0 0,45 27 0 0 0,36 26 0 0 0,32 21 0 0 0,19 16 0 0 0,7 9 0 0 0,9 12 0 0 0,28 5 0 0 0,31 7 0 0 0,23-1 0 0 0,0-3 0 0 0,-10 2 0 0 0,-16-3 0 0 0,-13-3 0 0 0,-12-4 0 0 0,-35-4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6707 3969 16383 0 0,'21'44'0'0'0,"15"30"0"0"0,8 10 0 0 0,5 1 0 0 0,3-12 0 0 0,5-18 0 0 0,4-19 0 0 0,6-14 0 0 0,5-16 0 0 0,3-7 0 0 0,2-7 0 0 0,-4-8 0 0 0,-11-2 0 0 0,-16 0 0 0 0,-31 3 0 0 0,-30 4 0 0 0,-29-3 0 0 0,-8 2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7036 4154 16383 0 0,'-12'24'0'0'0,"-7"16"0"0"0,-2 13 0 0 0,1 7 0 0 0,2 8 0 0 0,3 4 0 0 0,2 1 0 0 0,0 1 0 0 0,2-7 0 0 0,3-9 0 0 0,3-8 0 0 0,3-10 0 0 0,0-8 0 0 0,2-8 0 0 0,1-4 0 0 0,-1-5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7713 2355 16383 0 0,'8'26'0'0'0,"7"24"0"0"0,0 18 0 0 0,1 13 0 0 0,-3 3 0 0 0,-3 3 0 0 0,0 1 0 0 0,-3-2 0 0 0,-1-7 0 0 0,-9-15 0 0 0,-3 77 0 0 0,-1 85 0 0 0,1 58 0 0 0,2 21 0 0 0,1-18 0 0 0,1-45 0 0 0,4-64 0 0 0,2-62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9295 2474 16383 0 0,'9'29'0'0'0,"2"31"0"0"0,1 29 0 0 0,-6 13 0 0 0,-16 96 0 0 0,-17 89 0 0 0,-13 50 0 0 0,-24 13 0 0 0,-21-24 0 0 0,-14-49 0 0 0,-5-66 0 0 0,0-72 0 0 0,10-66 0 0 0,14-53 0 0 0,15-43 0 0 0,19-28 0 0 0,17-16 0 0 0,25-1 0 0 0,28-98 0 0 0,25-102 0 0 0,24-66 0 0 0,27-9 0 0 0,29 45 0 0 0,18 76 0 0 0,6 82 0 0 0,-3 67 0 0 0,-12 52 0 0 0,-18 36 0 0 0,-26 18 0 0 0,-30 7 0 0 0,-33-4 0 0 0,-21-11 0 0 0,-10-13 0 0 0,-10-8 0 0 0,-2-5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8930 2275 16383 0 0,'17'24'0'0'0,"7"7"0"0"0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10148 2871 16383 0 0,'-14'3'0'0'0,"-12"1"0"0"0,-9 2 0 0 0,-3 4 0 0 0,-2 0 0 0 0,-2 1 0 0 0,8-1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10595 2688 16383 0 0,'8'21'0'0'0,"7"21"0"0"0,0 19 0 0 0,-5 7 0 0 0,-10 1 0 0 0,-9-7 0 0 0,-5-13 0 0 0,-6-11 0 0 0,-3-14 0 0 0,3-16 0 0 0,10-8 0 0 0,19-10 0 0 0,20-6 0 0 0,14-10 0 0 0,14-12 0 0 0,12-8 0 0 0,15-6 0 0 0,11 1 0 0 0,7 6 0 0 0,1 10 0 0 0,-5 15 0 0 0,-11 16 0 0 0,-17 14 0 0 0,-17 13 0 0 0,-18 10 0 0 0,-15 5 0 0 0,-11 0 0 0 0,-9-4 0 0 0,-9-4 0 0 0,1-8 0 0 0,8-14 0 0 0,18-22 0 0 0,24-27 0 0 0,23-21 0 0 0,17-12 0 0 0,13-5 0 0 0,2 2 0 0 0,-6 8 0 0 0,-11 16 0 0 0,-12 20 0 0 0,-15 21 0 0 0,-14 25 0 0 0,-13 22 0 0 0,-14 22 0 0 0,-12 17 0 0 0,-12 7 0 0 0,-10 2 0 0 0,-7-4 0 0 0,-4-11 0 0 0,-3-12 0 0 0,5-17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12263 2209 16383 0 0,'15'15'0'0'0,"20"13"0"0"0,29 18 0 0 0,41 14 0 0 0,37 13 0 0 0,33 6 0 0 0,22 0 0 0 0,10-6 0 0 0,-1-8 0 0 0,-11-11 0 0 0,-25-9 0 0 0,-35-10 0 0 0,-40-4 0 0 0,-43-5 0 0 0,-42 0 0 0 0,-45 3 0 0 0,-48 6 0 0 0,-38 3 0 0 0,-31 1 0 0 0,-26-3 0 0 0,-17-5 0 0 0,-8-8 0 0 0,0-7 0 0 0,9-7 0 0 0,17-5 0 0 0,38-3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15533 1759 16383 0 0,'0'33'0'0'0,"-3"31"0"0"0,-1 25 0 0 0,-3 27 0 0 0,-3 27 0 0 0,-3 21 0 0 0,-2 15 0 0 0,-4 9 0 0 0,-5-2 0 0 0,-2-17 0 0 0,2-27 0 0 0,3 65 0 0 0,13 65 0 0 0,12 37 0 0 0,10-2 0 0 0,4-33 0 0 0,6-50 0 0 0,1-65 0 0 0,0-66 0 0 0,-5-57 0 0 0,4-45 0 0 0,-3-21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15928 3299 16383 0 0,'15'-3'0'0'0,"10"-1"0"0"0,14 0 0 0 0,8 1 0 0 0,8 1 0 0 0,7-2 0 0 0,4-1 0 0 0,3-2 0 0 0,-1 0 0 0 0,-1-1 0 0 0,-3 0 0 0 0,-6 1 0 0 0,-7 3 0 0 0,-10-2 0 0 0,-8 1 0 0 0,-10 3 0 0 0,0 0 0 0 0,5-3 0 0 0,12-3 0 0 0,17-7 0 0 0,14-9 0 0 0,13-7 0 0 0,6-7 0 0 0,3-11 0 0 0,-3-13 0 0 0,-8-13 0 0 0,-8-17 0 0 0,-12-17 0 0 0,-13-14 0 0 0,-12-6 0 0 0,-9 1 0 0 0,-6 5 0 0 0,-5 8 0 0 0,-5 12 0 0 0,-1 12 0 0 0,-5 15 0 0 0,-5 18 0 0 0,-4 18 0 0 0,-3 35 0 0 0,-2 32 0 0 0,-7 32 0 0 0,-6 30 0 0 0,-5 29 0 0 0,-5 27 0 0 0,1 22 0 0 0,2 8 0 0 0,6-2 0 0 0,6-9 0 0 0,16-18 0 0 0,18-22 0 0 0,25-23 0 0 0,31-27 0 0 0,30-21 0 0 0,27-24 0 0 0,23-23 0 0 0,21-17 0 0 0,16-23 0 0 0,8-19 0 0 0,3-19 0 0 0,-7-18 0 0 0,-12-17 0 0 0,-20-14 0 0 0,-24-10 0 0 0,-25-6 0 0 0,-33-4 0 0 0,-30 2 0 0 0,-26 9 0 0 0,-24 13 0 0 0,-21 11 0 0 0,-18 14 0 0 0,-15 21 0 0 0,-14 19 0 0 0,-9 21 0 0 0,-7 22 0 0 0,-4 22 0 0 0,4 19 0 0 0,10 20 0 0 0,18 1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17815 1614 16383 0 0,'-12'35'0'0'0,"-6"36"0"0"0,-1 32 0 0 0,3 22 0 0 0,7 19 0 0 0,3 24 0 0 0,2 16 0 0 0,1 11 0 0 0,-1 6 0 0 0,-6-8 0 0 0,-8-23 0 0 0,-5 56 0 0 0,-6 61 0 0 0,-4 46 0 0 0,4 0 0 0 0,10-47 0 0 0,11-73 0 0 0,10-71 0 0 0,5-61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17079 4174 16383 0 0,'18'6'0'0'0,"23"5"0"0"0,28 0 0 0 0,33-4 0 0 0,30-4 0 0 0,26-4 0 0 0,25-4 0 0 0,12-2 0 0 0,1-4 0 0 0,-15 0 0 0 0,-28-1 0 0 0,-33 2 0 0 0,-34 2 0 0 0,-44 6 0 0 0,-28 3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18963 2103 16383 0 0,'-8'36'0'0'0,"-10"43"0"0"0,-7 42 0 0 0,-2 35 0 0 0,3 20 0 0 0,3 2 0 0 0,8-15 0 0 0,21 55 0 0 0,26 66 0 0 0,8-16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19831 2682 16383 0 0,'23'18'0'0'0,"20"17"0"0"0,18 15 0 0 0,12 11 0 0 0,6 0 0 0 0,-4-1 0 0 0,-15-4 0 0 0,-21-13 0 0 0,-26-10 0 0 0,-24-10 0 0 0,-21-13 0 0 0,-12-8 0 0 0,-8-7 0 0 0,1-2 0 0 0,7-4 0 0 0,13-3 0 0 0,19-1 0 0 0,24-8 0 0 0,28-8 0 0 0,24-14 0 0 0,22-17 0 0 0,18-12 0 0 0,5-9 0 0 0,-1 1 0 0 0,-13 8 0 0 0,-19 12 0 0 0,-21 15 0 0 0,-18 23 0 0 0,-29 23 0 0 0,-26 27 0 0 0,-20 27 0 0 0,-11 22 0 0 0,-8 16 0 0 0,8 4 0 0 0,10-2 0 0 0,19-11 0 0 0,25-17 0 0 0,25-15 0 0 0,29-18 0 0 0,37-13 0 0 0,2-11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21318 2262 16383 0 0,'32'21'0'0'0,"35"24"0"0"0,29 28 0 0 0,16 23 0 0 0,1 18 0 0 0,-13 11 0 0 0,-26 1 0 0 0,-38-9 0 0 0,-40 68 0 0 0,-48 75 0 0 0,-60 60 0 0 0,-73 15 0 0 0,-60-34 0 0 0,-25-62 0 0 0,4-75 0 0 0,27-68 0 0 0,43-62 0 0 0,53-37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22234 1799 16383 0 0,'0'27'0'0'0,"0"32"0"0"0,-3 38 0 0 0,-4 42 0 0 0,-4 35 0 0 0,-2 26 0 0 0,-6 15 0 0 0,-11-6 0 0 0,-6 59 0 0 0,0 67 0 0 0,-3 44 0 0 0,-7 1 0 0 0,-4-48 0 0 0,-2-78 0 0 0,4-88 0 0 0,11-73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22774 1713 16383 0 0,'3'-20'0'0'0,"7"-11"0"0"0,10-5 0 0 0,20 4 0 0 0,30 0 0 0 0,32 7 0 0 0,28 10 0 0 0,16 10 0 0 0,1 13 0 0 0,-13 19 0 0 0,-24 23 0 0 0,-33 29 0 0 0,-41 28 0 0 0,-45 25 0 0 0,-47 23 0 0 0,-44 17 0 0 0,-31 13 0 0 0,-20 0 0 0 0,-5-7 0 0 0,9-19 0 0 0,21-25 0 0 0,29-27 0 0 0,37-27 0 0 0,40-29 0 0 0,50-25 0 0 0,56-23 0 0 0,51-18 0 0 0,49-16 0 0 0,44-10 0 0 0,33-8 0 0 0,21-5 0 0 0,13-1 0 0 0,1 2 0 0 0,-16 2 0 0 0,-29 6 0 0 0,-40 8 0 0 0,-50 11 0 0 0,-53 14 0 0 0,-45 11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23021 2941 16383 0 0,'-15'-3'0'0'0,"-22"-1"0"0"0,-17 1 0 0 0,-5 0 0 0 0,4 0 0 0 0,15 2 0 0 0,17 0 0 0 0,18 1 0 0 0,11 0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25426 4261 16383 0 0,'-15'3'0'0'0,"-28"4"0"0"0,-34 3 0 0 0,-30 1 0 0 0,-32-2 0 0 0,-31-6 0 0 0,-22-2 0 0 0,-8-3 0 0 0,7-3 0 0 0,18-4 0 0 0,21 0 0 0 0,25-5 0 0 0,29 1 0 0 0,25-2 0 0 0,26 0 0 0 0,32 2 0 0 0,20 4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25111 4103 16383 0 0,'-21'0'0'0'0,"-24"0"0"0"0,-22 0 0 0 0,-18 0 0 0 0,-9-3 0 0 0,-6 2 0 0 0,-22-1 0 0 0,-19-1 0 0 0,-9 3 0 0 0,20 1 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4185 5622 16383 0 0,'-14'15'0'0'0,"-15"25"0"0"0,-13 30 0 0 0,-12 29 0 0 0,-11 34 0 0 0,-10 35 0 0 0,-6 33 0 0 0,-4 24 0 0 0,0 15 0 0 0,11 2 0 0 0,20-11 0 0 0,23-20 0 0 0,36-32 0 0 0,37-41 0 0 0,35-40 0 0 0,37-43 0 0 0,34-43 0 0 0,31-41 0 0 0,17-39 0 0 0,11-40 0 0 0,-1-32 0 0 0,-2-30 0 0 0,-10-22 0 0 0,-17-16 0 0 0,-21-8 0 0 0,-25 5 0 0 0,-29 16 0 0 0,-26 23 0 0 0,-26 32 0 0 0,-24 37 0 0 0,-20 33 0 0 0,-16 31 0 0 0,-16 34 0 0 0,-3 18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4854 5636 16383 0 0,'-12'20'0'0'0,"-18"34"0"0"0,-17 34 0 0 0,-11 29 0 0 0,-8 32 0 0 0,-5 27 0 0 0,-4 22 0 0 0,-2 15 0 0 0,-2 13 0 0 0,3 6 0 0 0,8-3 0 0 0,11-9 0 0 0,9-15 0 0 0,12-19 0 0 0,12-23 0 0 0,17-28 0 0 0,12-27 0 0 0,8-30 0 0 0,2-28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3757 7752 16383 0 0,'12'9'0'0'0,"15"3"0"0"0,22 2 0 0 0,25-1 0 0 0,21 0 0 0 0,18-2 0 0 0,10-3 0 0 0,3 0 0 0 0,-4-1 0 0 0,-6-2 0 0 0,-13 1 0 0 0,-11 3 0 0 0,-12 5 0 0 0,-17 13 0 0 0,-20 13 0 0 0,-16 11 0 0 0,-14-2 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6219 5953 16383 0 0,'-36'30'0'0'0,"-37"38"0"0"0,-31 44 0 0 0,-18 38 0 0 0,0 29 0 0 0,15 26 0 0 0,22 15 0 0 0,29 7 0 0 0,33-4 0 0 0,29-9 0 0 0,13-42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6152 6297 16383 0 0,'23'9'0'0'0,"29"14"0"0"0,26 16 0 0 0,18 19 0 0 0,12 13 0 0 0,7 23 0 0 0,-6 17 0 0 0,-14 24 0 0 0,-21 17 0 0 0,-26 7 0 0 0,-24-6 0 0 0,-19-17 0 0 0,-14-23 0 0 0,-7-30 0 0 0,4-51 0 0 0,10-54 0 0 0,15-52 0 0 0,13-47 0 0 0,9-32 0 0 0,4-13 0 0 0,1-3 0 0 0,-6 11 0 0 0,-9 19 0 0 0,-11 28 0 0 0,-9 30 0 0 0,-4 40 0 0 0,-3 43 0 0 0,-2 37 0 0 0,4 28 0 0 0,8 26 0 0 0,8 20 0 0 0,13 13 0 0 0,13 4 0 0 0,9-4 0 0 0,7-13 0 0 0,-6-24 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7549 5913 16383 0 0,'15'33'0'0'0,"8"40"0"0"0,-1 42 0 0 0,-3 44 0 0 0,-11 39 0 0 0,-13 33 0 0 0,-17 21 0 0 0,-17 12 0 0 0,-14-3 0 0 0,-12-13 0 0 0,-4-24 0 0 0,1-27 0 0 0,6-40 0 0 0,10-43 0 0 0,12-41 0 0 0,15-51 0 0 0,12-28 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8502 5658 16383 0 0,'-23'2'0'0'0,"-14"2"0"0"0,-7 6 0 0 0,1 10 0 0 0,0 22 0 0 0,1 25 0 0 0,1 24 0 0 0,8 26 0 0 0,4 29 0 0 0,6 22 0 0 0,8 12 0 0 0,15 5 0 0 0,19-6 0 0 0,24-15 0 0 0,29-24 0 0 0,25-29 0 0 0,29-38 0 0 0,31-39 0 0 0,25-43 0 0 0,19-44 0 0 0,11-40 0 0 0,2-38 0 0 0,-9-34 0 0 0,-15-20 0 0 0,-26-12 0 0 0,-32-1 0 0 0,-38 9 0 0 0,-32 16 0 0 0,-30 23 0 0 0,-26 27 0 0 0,-26 33 0 0 0,-21 37 0 0 0,-15 36 0 0 0,1 22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9296 5318 16383 0 0,'-9'30'0'0'0,"-8"32"0"0"0,-5 40 0 0 0,-2 36 0 0 0,-2 34 0 0 0,-3 35 0 0 0,-5 26 0 0 0,-9 21 0 0 0,-8 15 0 0 0,-11 5 0 0 0,-7-5 0 0 0,3-10 0 0 0,7-14 0 0 0,7-22 0 0 0,10-31 0 0 0,11-34 0 0 0,18-34 0 0 0,11-39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8242 7836 16383 0 0,'23'0'0'0'0,"29"0"0"0"0,29-3 0 0 0,34-4 0 0 0,25-3 0 0 0,20-4 0 0 0,6-2 0 0 0,-2 2 0 0 0,-8 0 0 0 0,-16 3 0 0 0,-23 0 0 0 0,-25 1 0 0 0,-26 4 0 0 0,-26-1 0 0 0,-21 0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9790 5186 16383 0 0,'17'6'0'0'0,"19"13"0"0"0,17 19 0 0 0,11 18 0 0 0,7 16 0 0 0,3 17 0 0 0,1 17 0 0 0,-4 14 0 0 0,2 2 0 0 0,-4-15 0 0 0,-13-25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11181 4908 16383 0 0,'-17'12'0'0'0,"-33"30"0"0"0,-44 44 0 0 0,-40 42 0 0 0,-27 38 0 0 0,-13 32 0 0 0,-4 21 0 0 0,6 8 0 0 0,13-5 0 0 0,23-16 0 0 0,25-23 0 0 0,32-33 0 0 0,29-43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10173 4974 16383 0 0,'15'24'0'0'0,"10"28"0"0"0,5 32 0 0 0,2 28 0 0 0,0 22 0 0 0,-4 20 0 0 0,-3 17 0 0 0,-3 8 0 0 0,1-2 0 0 0,-1-11 0 0 0,2-21 0 0 0,6-34 0 0 0,-3-34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9895 5415 16383 0 0,'18'-6'0'0'0,"17"-2"0"0"0,18 4 0 0 0,12 5 0 0 0,9 8 0 0 0,10 9 0 0 0,8 4 0 0 0,13 4 0 0 0,14 7 0 0 0,14 3 0 0 0,-16-4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11563 5398 16383 0 0,'-29'23'0'0'0,"-31"38"0"0"0,-29 44 0 0 0,-19 44 0 0 0,-4 40 0 0 0,9 31 0 0 0,19 22 0 0 0,26 9 0 0 0,29 0 0 0 0,32-14 0 0 0,35-25 0 0 0,12-50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11483 5814 16383 0 0,'18'-21'0'0'0,"23"-12"0"0"0,23-7 0 0 0,20 6 0 0 0,15 24 0 0 0,4 32 0 0 0,0 35 0 0 0,-8 37 0 0 0,-13 39 0 0 0,-13 32 0 0 0,-22 22 0 0 0,-22 14 0 0 0,-21-3 0 0 0,-17-13 0 0 0,-9-24 0 0 0,-4-33 0 0 0,0-38 0 0 0,3-50 0 0 0,10-51 0 0 0,12-52 0 0 0,16-52 0 0 0,13-46 0 0 0,12-30 0 0 0,10-16 0 0 0,3-4 0 0 0,-2 9 0 0 0,-4 22 0 0 0,-6 32 0 0 0,-11 54 0 0 0,-16 60 0 0 0,-17 62 0 0 0,-13 60 0 0 0,-7 52 0 0 0,0 38 0 0 0,8 21 0 0 0,17 4 0 0 0,24-13 0 0 0,24-26 0 0 0,31-38 0 0 0,31-50 0 0 0,-3-37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13038 5371 16383 0 0,'11'27'0'0'0,"11"34"0"0"0,7 41 0 0 0,1 40 0 0 0,-4 44 0 0 0,-12 37 0 0 0,-24 34 0 0 0,-39 26 0 0 0,-50 22 0 0 0,-67 20 0 0 0,-6-45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15425 6463 16383 0 0,'6'-18'0'0'0,"17"-11"0"0"0,24-5 0 0 0,29-4 0 0 0,31-2 0 0 0,35-1 0 0 0,35-1 0 0 0,28-3 0 0 0,22-2 0 0 0,12 0 0 0 0,-1 6 0 0 0,-18 9 0 0 0,-46 11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17727 6330 16383 0 0,'21'-15'0'0'0,"18"-17"0"0"0,18-17 0 0 0,13-21 0 0 0,7-20 0 0 0,2-14 0 0 0,0-11 0 0 0,-5-4 0 0 0,-10 5 0 0 0,-11 9 0 0 0,-16 16 0 0 0,-14 21 0 0 0,-14 22 0 0 0,-11 33 0 0 0,-12 34 0 0 0,-14 43 0 0 0,-15 43 0 0 0,-12 41 0 0 0,-8 32 0 0 0,-3 20 0 0 0,5 11 0 0 0,12-3 0 0 0,24-17 0 0 0,27-31 0 0 0,32-41 0 0 0,30-49 0 0 0,34-54 0 0 0,35-56 0 0 0,34-52 0 0 0,18-44 0 0 0,-22 0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18283 5130 16383 0 0,'14'-18'0'0'0,"9"-11"0"0"0,6-7 0 0 0,0-7 0 0 0,-1-4 0 0 0,-5 0 0 0 0,-7 2 0 0 0,-12 8 0 0 0,-16 17 0 0 0,-20 21 0 0 0,-5 9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19098 4710 16383 0 0,'30'17'0'0'0,"30"25"0"0"0,25 39 0 0 0,20 48 0 0 0,3 49 0 0 0,-8 50 0 0 0,-27 43 0 0 0,-46 39 0 0 0,-69 30 0 0 0,-84 19 0 0 0,-97 4 0 0 0,-10-59 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15917 4855 16383 0 0,'-24'3'0'0'0,"-40"10"0"0"0,-41 14 0 0 0,-36 30 0 0 0,-23 34 0 0 0,-8 37 0 0 0,9 44 0 0 0,19 46 0 0 0,32 39 0 0 0,40 34 0 0 0,54 25 0 0 0,62 14 0 0 0,64 1 0 0 0,77-11 0 0 0,6-61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19794 4545 16383 0 0,'-6'-24'0'0'0,"1"-10"0"0"0,4 0 0 0 0,9 6 0 0 0,11 11 0 0 0,11 11 0 0 0,7 13 0 0 0,6 19 0 0 0,-2 24 0 0 0,-4 23 0 0 0,-12 24 0 0 0,-16 15 0 0 0,-15 9 0 0 0,-16 6 0 0 0,-7-5 0 0 0,-1-12 0 0 0,7-11 0 0 0,13-21 0 0 0,24-26 0 0 0,26-28 0 0 0,31-24 0 0 0,23-18 0 0 0,17-11 0 0 0,7-8 0 0 0,-5-2 0 0 0,-9-1 0 0 0,-17 6 0 0 0,-21 6 0 0 0,-17 11 0 0 0,-18 11 0 0 0,-12 16 0 0 0,-8 5 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20280 5971 16383 0 0,'21'0'0'0'0,"18"0"0"0"0,18-3 0 0 0,16-7 0 0 0,17-5 0 0 0,14-5 0 0 0,6-3 0 0 0,3 3 0 0 0,-6 5 0 0 0,-16 2 0 0 0,-23 3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20320 6106 16383 0 0,'18'0'0'0'0,"20"-3"0"0"0,19-4 0 0 0,17-4 0 0 0,17-3 0 0 0,10 2 0 0 0,9-2 0 0 0,7 3 0 0 0,-6 3 0 0 0,-21 3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22278 6362 16383 0 0,'12'-20'0'0'0,"15"-23"0"0"0,19-20 0 0 0,18-21 0 0 0,17-17 0 0 0,11-11 0 0 0,6-8 0 0 0,-3-1 0 0 0,-8 5 0 0 0,-13 11 0 0 0,-16 17 0 0 0,-19 21 0 0 0,-17 21 0 0 0,-20 22 0 0 0,-19 24 0 0 0,-14 24 0 0 0,-15 22 0 0 0,-11 21 0 0 0,-2 23 0 0 0,4 22 0 0 0,8 17 0 0 0,14 12 0 0 0,20 3 0 0 0,23-9 0 0 0,22-11 0 0 0,17-19 0 0 0,21-22 0 0 0,17-23 0 0 0,16-30 0 0 0,18-30 0 0 0,12-31 0 0 0,0-30 0 0 0,-21-5 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23442 5023 16383 0 0,'-12'-21'0'0'0,"-4"-12"0"0"0,1-7 0 0 0,6-3 0 0 0,7 4 0 0 0,10 5 0 0 0,16 8 0 0 0,15 9 0 0 0,13 10 0 0 0,9 12 0 0 0,7 15 0 0 0,-3 12 0 0 0,-13 15 0 0 0,-14 12 0 0 0,-23 13 0 0 0,-23 13 0 0 0,-16 12 0 0 0,-10 4 0 0 0,-5 0 0 0 0,7-8 0 0 0,15-12 0 0 0,26-16 0 0 0,30-19 0 0 0,37-21 0 0 0,28-17 0 0 0,20-16 0 0 0,16-12 0 0 0,8-12 0 0 0,-5-7 0 0 0,-10-2 0 0 0,-20 3 0 0 0,-23 5 0 0 0,-27 14 0 0 0,-42 13 0 0 0,-24 7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24395 6049 16383 0 0,'17'0'0'0'0,"16"0"0"0"0,7-3 0 0 0,6-4 0 0 0,1 0 0 0 0,1 3 0 0 0,2 3 0 0 0,4 1 0 0 0,10 1 0 0 0,18 3 0 0 0,22-2 0 0 0,16-4 0 0 0,21-3 0 0 0,13-5 0 0 0,6-1 0 0 0,-6 1 0 0 0,-14 2 0 0 0,-25 3 0 0 0,-30 1 0 0 0,-34 9 0 0 0,-45 5 0 0 0,-22 2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24606 6336 16383 0 0,'18'-3'0'0'0,"26"-1"0"0"0,33-3 0 0 0,26-3 0 0 0,22-5 0 0 0,17-4 0 0 0,11-1 0 0 0,2 2 0 0 0,-9 8 0 0 0,-19 8 0 0 0,-27 11 0 0 0,-29 15 0 0 0,-31 7 0 0 0,-23-3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26181 6263 16383 0 0,'17'-6'0'0'0,"19"1"0"0"0,13 1 0 0 0,12 2 0 0 0,9 1 0 0 0,14-3 0 0 0,10-6 0 0 0,7-4 0 0 0,4-3 0 0 0,-4-5 0 0 0,-8-3 0 0 0,-19 1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27303 5741 16383 0 0,'0'27'0'0'0,"0"17"0"0"0,-3 16 0 0 0,-4 13 0 0 0,-4 8 0 0 0,-3 9 0 0 0,-4 9 0 0 0,-6 6 0 0 0,-2 2 0 0 0,-2 1 0 0 0,-2-6 0 0 0,-2-5 0 0 0,-7-11 0 0 0,2-20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13944 8720 16383 0 0,'17'0'0'0'0,"19"2"0"0"0,14 2 0 0 0,13-3 0 0 0,14-8 0 0 0,18-5 0 0 0,15-7 0 0 0,14-6 0 0 0,9-2 0 0 0,-1 2 0 0 0,-8 0 0 0 0,-16 3 0 0 0,-20 8 0 0 0,-23 9 0 0 0,-22 5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15359 8704 16383 0 0,'15'-21'0'0'0,"16"-12"0"0"0,12-13 0 0 0,8-7 0 0 0,1-4 0 0 0,-3-4 0 0 0,-6-2 0 0 0,-8-7 0 0 0,-10 1 0 0 0,-9 2 0 0 0,-7 5 0 0 0,-5 9 0 0 0,-7 14 0 0 0,-5 14 0 0 0,-8 25 0 0 0,-3 31 0 0 0,-5 25 0 0 0,-4 23 0 0 0,-3 25 0 0 0,-3 27 0 0 0,-1 21 0 0 0,3 11 0 0 0,6 2 0 0 0,14-13 0 0 0,21-23 0 0 0,29-34 0 0 0,35-42 0 0 0,31-44 0 0 0,25-48 0 0 0,17-43 0 0 0,7-38 0 0 0,-22 2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15828 7755 16383 0 0,'17'-26'0'0'0,"10"-24"0"0"0,2-12 0 0 0,-3-8 0 0 0,-6 0 0 0 0,-7 9 0 0 0,-11 14 0 0 0,-15 30 0 0 0,-20 33 0 0 0,-22 32 0 0 0,-2 6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16811 7422 16383 0 0,'-9'26'0'0'0,"6"24"0"0"0,10 18 0 0 0,12 15 0 0 0,11 18 0 0 0,8 14 0 0 0,-4 15 0 0 0,-10 11 0 0 0,-18 9 0 0 0,-25 8 0 0 0,-24 7 0 0 0,-25 4 0 0 0,-28 1 0 0 0,-32-2 0 0 0,-28-13 0 0 0,-16-11 0 0 0,-12-13 0 0 0,26-28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1:26:34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13681 7580 16383 0 0,'-15'33'0'0'0,"-14"34"0"0"0,-13 40 0 0 0,-15 36 0 0 0,-9 34 0 0 0,-5 29 0 0 0,0 20 0 0 0,4 13 0 0 0,13 4 0 0 0,22-3 0 0 0,27-14 0 0 0,34-24 0 0 0,37-32 0 0 0,46-36 0 0 0,4-40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19845 8678 16383 0 0,'40'-14'0'0'0,"54"-10"0"0"0,78-9 0 0 0,78 2 0 0 0,69 0 0 0 0,49-9 0 0 0,28-5 0 0 0,8-7 0 0 0,-18-1 0 0 0,-34 7 0 0 0,-57 12 0 0 0,-105 12 0 0 0,-85 10 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19937 8915 16383 0 0,'47'-7'0'0'0,"69"-9"0"0"0,76-15 0 0 0,73-9 0 0 0,51-11 0 0 0,19 3 0 0 0,7 10 0 0 0,-21 11 0 0 0,-32 10 0 0 0,-45 22 0 0 0,-56 23 0 0 0,-68 20 0 0 0,-54 3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21644 9437 16383 0 0,'40'-48'0'0'0,"34"-41"0"0"0,31-34 0 0 0,25-22 0 0 0,17-20 0 0 0,3-9 0 0 0,-3 5 0 0 0,-13 10 0 0 0,-30 20 0 0 0,-25 26 0 0 0,-47 80 0 0 0,-48 79 0 0 0,-36 65 0 0 0,-22 54 0 0 0,-5 40 0 0 0,11 31 0 0 0,16 17 0 0 0,38-8 0 0 0,55-19 0 0 0,61-27 0 0 0,60-42 0 0 0,49-46 0 0 0,36-56 0 0 0,30-65 0 0 0,-32-30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22801 7970 16383 0 0,'20'-61'0'0'0,"7"-33"0"0"0,-2-7 0 0 0,-4 0 0 0 0,-13 10 0 0 0,-21 21 0 0 0,-29 29 0 0 0,-27 35 0 0 0,-15 38 0 0 0,-14 42 0 0 0,-4 27 0 0 0,3 24 0 0 0,18-10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22717 8360 16383 0 0,'-27'-7'0'0'0,"-29"-1"0"0"0,-18 6 0 0 0,-17 10 0 0 0,-20 11 0 0 0,-18 9 0 0 0,-14 6 0 0 0,-10-3 0 0 0,-5-6 0 0 0,-3-8 0 0 0,12-13 0 0 0,19-7 0 0 0,30-11 0 0 0,40-1 0 0 0,30 0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22886 8533 16383 0 0,'3'23'0'0'0,"1"18"0"0"0,-3 9 0 0 0,-2-3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23667 8876 16383 0 0,'24'-23'0'0'0,"22"-26"0"0"0,15-26 0 0 0,6-16 0 0 0,1-12 0 0 0,-5-8 0 0 0,-11-7 0 0 0,-14 3 0 0 0,-14 6 0 0 0,-13 9 0 0 0,-9 17 0 0 0,-11 18 0 0 0,-6 22 0 0 0,-8 16 0 0 0,-4 29 0 0 0,-5 29 0 0 0,-2 26 0 0 0,2 24 0 0 0,3 17 0 0 0,6 11 0 0 0,11 12 0 0 0,16 5 0 0 0,15 2 0 0 0,21 0 0 0 0,20-4 0 0 0,21-8 0 0 0,20-13 0 0 0,16-20 0 0 0,13-21 0 0 0,7-31 0 0 0,1-38 0 0 0,-23-17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24249 7303 16383 0 0,'0'0'0'0'0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24606 7977 16383 0 0,'24'3'0'0'0,"25"1"0"0"0,28 0 0 0 0,28-1 0 0 0,19-1 0 0 0,15-4 0 0 0,14-1 0 0 0,7 3 0 0 0,-3 3 0 0 0,-14 6 0 0 0,-15 3 0 0 0,-31 3 0 0 0,-31-1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24858 8268 16383 0 0,'20'3'0'0'0,"25"4"0"0"0,23 1 0 0 0,23-2 0 0 0,25 0 0 0 0,20 0 0 0 0,13 0 0 0 0,5-1 0 0 0,-9 1 0 0 0,-17 0 0 0 0,-22-1 0 0 0,-29-2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26897 7276 16383 0 0,'9'21'0'0'0,"6"18"0"0"0,0 21 0 0 0,-2 17 0 0 0,-4 14 0 0 0,-3 8 0 0 0,-2 6 0 0 0,-3 3 0 0 0,0 0 0 0 0,-5-3 0 0 0,0-8 0 0 0,-1-12 0 0 0,-1-16 0 0 0,2-18 0 0 0,3-15 0 0 0,-2-13 0 0 0,-4-10 0 0 0,-2-2 0 0 0,-10 0 0 0 0,-1-1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17397 2926 16383 0 0,'24'-2'0'0'0,"19"-5"0"0"0,17-4 0 0 0,11 0 0 0 0,4 2 0 0 0,2 0 0 0 0,-3 1 0 0 0,-9 2 0 0 0,-10 2 0 0 0,-10 4 0 0 0,-14 6 0 0 0,-17 2 0 0 0,-21 2 0 0 0,-20 2 0 0 0,-21 3 0 0 0,-22-2 0 0 0,-41 82 0 0 0,-35 94 0 0 0,-26 70 0 0 0,-18 32 0 0 0,-11-3 0 0 0,-7-31 0 0 0,2-43 0 0 0,12-47 0 0 0,20-43 0 0 0,17-31 0 0 0,13-13 0 0 0,7 9 0 0 0,3 19 0 0 0,4 26 0 0 0,0 35 0 0 0,-4 36 0 0 0,-9 33 0 0 0,-13 30 0 0 0,-17 21 0 0 0,-19 19 0 0 0,-17 9 0 0 0,-12 10 0 0 0,-16 9 0 0 0,-11 8 0 0 0,-5 6 0 0 0,-7 5 0 0 0,-3-3 0 0 0,2-10 0 0 0,3-13 0 0 0,3-18 0 0 0,2-28 0 0 0,0-25 0 0 0,-1-19 0 0 0,-4-17 0 0 0,-12-20 0 0 0,-10-12 0 0 0,-14-12 0 0 0,-6-12 0 0 0,3-14 0 0 0,-1-18 0 0 0,6-20 0 0 0,11-24 0 0 0,19-29 0 0 0,26-29 0 0 0,42-25 0 0 0,48-20 0 0 0,52-14 0 0 0,48-5 0 0 0,40 3 0 0 0,31 3 0 0 0,19 10 0 0 0,23 12 0 0 0,15 17 0 0 0,8 14 0 0 0,-5 12 0 0 0,-2 8 0 0 0,-4 2 0 0 0,-12-1 0 0 0,-21-4 0 0 0,-17-8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8096 10200 16383 0 0,'6'38'0'0'0,"17"40"0"0"0,19 35 0 0 0,17 32 0 0 0,13 20 0 0 0,13 2 0 0 0,8-8 0 0 0,17-23 0 0 0,14-32 0 0 0,14-31 0 0 0,7-30 0 0 0,-1-25 0 0 0,-7-20 0 0 0,-12-14 0 0 0,-22-8 0 0 0,-22-3 0 0 0,-24 3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9763 10998 16383 0 0,'18'9'0'0'0,"23"6"0"0"0,29 3 0 0 0,28-1 0 0 0,34-7 0 0 0,35-11 0 0 0,33-11 0 0 0,28-12 0 0 0,21-11 0 0 0,8-6 0 0 0,-11-1 0 0 0,-24 0 0 0 0,-38 8 0 0 0,-46 12 0 0 0,-57 18 0 0 0,-53 20 0 0 0,-32 6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9935 11569 16383 0 0,'15'0'0'0'0,"22"0"0"0"0,32 0 0 0 0,33-3 0 0 0,35-7 0 0 0,30-4 0 0 0,18-4 0 0 0,11-3 0 0 0,1-2 0 0 0,-6 3 0 0 0,-21 5 0 0 0,-27 5 0 0 0,-39 4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10715 10134 16383 0 0,'9'38'0'0'0,"3"45"0"0"0,2 53 0 0 0,2 48 0 0 0,-2 42 0 0 0,-3 36 0 0 0,-7 24 0 0 0,-10 7 0 0 0,-9-5 0 0 0,-9-15 0 0 0,-5-32 0 0 0,-5-38 0 0 0,2-45 0 0 0,5-47 0 0 0,11-41 0 0 0,10-43 0 0 0,13-36 0 0 0,14-33 0 0 0,3-8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12731 10270 16383 0 0,'9'24'0'0'0,"-4"19"0"0"0,-7 20 0 0 0,-13 21 0 0 0,-10 21 0 0 0,-6 21 0 0 0,-1 14 0 0 0,4 8 0 0 0,17-4 0 0 0,25-9 0 0 0,30-15 0 0 0,32-22 0 0 0,31-23 0 0 0,32-26 0 0 0,26-27 0 0 0,24-27 0 0 0,12-27 0 0 0,5-32 0 0 0,-4-34 0 0 0,-9-30 0 0 0,-14-26 0 0 0,-17-19 0 0 0,-21-13 0 0 0,-26-3 0 0 0,-26 8 0 0 0,-29 22 0 0 0,-27 27 0 0 0,-25 35 0 0 0,-23 39 0 0 0,-27 41 0 0 0,-26 39 0 0 0,-2 15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14017 9962 16383 0 0,'-24'23'0'0'0,"-19"38"0"0"0,-14 44 0 0 0,-7 39 0 0 0,-4 39 0 0 0,1 36 0 0 0,0 31 0 0 0,-1 23 0 0 0,3 7 0 0 0,0-4 0 0 0,6-13 0 0 0,4-21 0 0 0,5-29 0 0 0,5-30 0 0 0,2-37 0 0 0,2-43 0 0 0,-1-42 0 0 0,-2-38 0 0 0,-5-28 0 0 0,-4-20 0 0 0,2-10 0 0 0,4-10 0 0 0,6-2 0 0 0,11-2 0 0 0,13-1 0 0 0,18-2 0 0 0,24-3 0 0 0,25 1 0 0 0,25 11 0 0 0,24 12 0 0 0,20 14 0 0 0,18 13 0 0 0,11 14 0 0 0,2 10 0 0 0,-7 8 0 0 0,-14 5 0 0 0,-19 3 0 0 0,-23 1 0 0 0,-23 0 0 0 0,-22 3 0 0 0,-19-5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15502 10253 16383 0 0,'-35'23'0'0'0,"-39"29"0"0"0,-30 32 0 0 0,-20 34 0 0 0,-8 39 0 0 0,-2 33 0 0 0,8 26 0 0 0,15 15 0 0 0,22 3 0 0 0,25-38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15346 10667 16383 0 0,'18'-17'0'0'0,"14"-16"0"0"0,14-4 0 0 0,8 7 0 0 0,3 17 0 0 0,-1 29 0 0 0,-5 37 0 0 0,-9 38 0 0 0,-4 32 0 0 0,-10 21 0 0 0,-9 11 0 0 0,-7 2 0 0 0,-10-11 0 0 0,-5-22 0 0 0,2-31 0 0 0,6-49 0 0 0,9-51 0 0 0,13-47 0 0 0,11-43 0 0 0,11-36 0 0 0,3-21 0 0 0,-1-9 0 0 0,-7 10 0 0 0,-8 21 0 0 0,-9 60 0 0 0,-10 66 0 0 0,-11 60 0 0 0,-6 48 0 0 0,-1 32 0 0 0,13 21 0 0 0,21 2 0 0 0,5-27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16597 10213 16383 0 0,'0'29'0'0'0,"-2"31"0"0"0,-5 29 0 0 0,-4 34 0 0 0,-3 35 0 0 0,-4 34 0 0 0,-9 30 0 0 0,-9 18 0 0 0,-9 0 0 0 0,-6-11 0 0 0,-4-23 0 0 0,-1-36 0 0 0,1-43 0 0 0,8-43 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16960 11232 16383 0 0,'6'23'0'0'0,"2"20"0"0"0,-1 3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17926 10197 16383 0 0,'-15'9'0'0'0,"-13"14"0"0"0,-12 25 0 0 0,-4 24 0 0 0,3 21 0 0 0,7 21 0 0 0,13 17 0 0 0,19 17 0 0 0,22 6 0 0 0,24-5 0 0 0,27-14 0 0 0,20-23 0 0 0,20-31 0 0 0,20-38 0 0 0,19-44 0 0 0,18-45 0 0 0,10-42 0 0 0,-3-32 0 0 0,-13-23 0 0 0,-22-16 0 0 0,-26-10 0 0 0,-29-4 0 0 0,-33 8 0 0 0,-30 13 0 0 0,-32 22 0 0 0,-27 26 0 0 0,-9 31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18487 10054 16383 0 0,'6'36'0'0'0,"4"37"0"0"0,2 40 0 0 0,-2 41 0 0 0,-3 36 0 0 0,-11 27 0 0 0,-14 21 0 0 0,-16 12 0 0 0,-7 0 0 0 0,-4-14 0 0 0,7-48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19292 11509 16383 0 0,'-14'12'0'0'0,"-30"16"0"0"0,-41 17 0 0 0,-43 16 0 0 0,-37 16 0 0 0,-26 12 0 0 0,-19 9 0 0 0,-7 2 0 0 0,11-7 0 0 0,22-10 0 0 0,28-20 0 0 0,35-25 0 0 0,37-33 0 0 0,33-15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19653 10398 16383 0 0,'-24'27'0'0'0,"-25"40"0"0"0,-16 49 0 0 0,-9 44 0 0 0,2 35 0 0 0,11 27 0 0 0,15 9 0 0 0,19-5 0 0 0,22-24 0 0 0,13-46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20311 10569 16383 0 0,'9'21'0'0'0,"9"21"0"0"0,7 21 0 0 0,2 21 0 0 0,-3 20 0 0 0,-9 12 0 0 0,-13 11 0 0 0,-12 1 0 0 0,-14-7 0 0 0,-8-11 0 0 0,-2-22 0 0 0,7-26 0 0 0,15-36 0 0 0,18-36 0 0 0,23-34 0 0 0,18-34 0 0 0,16-33 0 0 0,12-29 0 0 0,8-19 0 0 0,2-5 0 0 0,-5 11 0 0 0,-10 22 0 0 0,-14 27 0 0 0,-20 32 0 0 0,-21 40 0 0 0,-20 48 0 0 0,-14 49 0 0 0,-8 45 0 0 0,-1 34 0 0 0,6 25 0 0 0,11 13 0 0 0,18-1 0 0 0,29-11 0 0 0,8-33 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21487 10292 16383 0 0,'9'36'0'0'0,"3"34"0"0"0,-1 42 0 0 0,-8 45 0 0 0,-16 41 0 0 0,-27 43 0 0 0,-36 36 0 0 0,-49 33 0 0 0,-3-37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30024 3222 16383 0 0,'18'-18'0'0'0,"17"-14"0"0"0,6-11 0 0 0,-1-4 0 0 0,-7-3 0 0 0,-16 1 0 0 0,-22 1 0 0 0,-30-5 0 0 0,-37 0 0 0 0,-32-2 0 0 0,-28-2 0 0 0,-27-4 0 0 0,-31-9 0 0 0,-24-7 0 0 0,-20 0 0 0 0,-21 2 0 0 0,-13 7 0 0 0,-15 4 0 0 0,-13 7 0 0 0,-8 4 0 0 0,-6 5 0 0 0,-3 8 0 0 0,-2 5 0 0 0,-1 5 0 0 0,2 8 0 0 0,-4 5 0 0 0,1 5 0 0 0,-3 5 0 0 0,-2 3 0 0 0,-1 3 0 0 0,0 1 0 0 0,7 1 0 0 0,7 0 0 0 0,9 0 0 0 0,9-4 0 0 0,2-3 0 0 0,2-4 0 0 0,-4-7 0 0 0,-6-5 0 0 0,-3-3 0 0 0,-2-3 0 0 0,-1-2 0 0 0,-2 1 0 0 0,4-1 0 0 0,5-1 0 0 0,7 2 0 0 0,2 0 0 0 0,-4 2 0 0 0,-11 2 0 0 0,-16 6 0 0 0,-13 6 0 0 0,-9 5 0 0 0,-9 8 0 0 0,-1 8 0 0 0,3 10 0 0 0,4 10 0 0 0,14 12 0 0 0,15 15 0 0 0,14 18 0 0 0,13 17 0 0 0,15 17 0 0 0,15 11 0 0 0,22 12 0 0 0,27 14 0 0 0,31 11 0 0 0,34 6 0 0 0,39 3 0 0 0,42-4 0 0 0,47-11 0 0 0,46-16 0 0 0,48-22 0 0 0,58 59 0 0 0,64 68 0 0 0,86 56 0 0 0,92 13 0 0 0,82-34 0 0 0,63-63 0 0 0,45-70 0 0 0,27-65 0 0 0,21-49 0 0 0,14-30 0 0 0,18-22 0 0 0,20-9 0 0 0,29-1 0 0 0,31 2 0 0 0,31 7 0 0 0,18 9 0 0 0,8 6 0 0 0,-402-53 0 0 0,-7-35 0 0 0,352-200 0 0 0,-37-57 0 0 0,-41 20 0 0 0,-47 68 0 0 0,-54 79 0 0 0,-59 69 0 0 0,-69 46 0 0 0,-74 21 0 0 0,-78 6 0 0 0,-88-8 0 0 0,-89-17 0 0 0,-100-29 0 0 0,-86-18 0 0 0,-90-3 0 0 0,-87 13 0 0 0,-77 26 0 0 0,-72 33 0 0 0,-58 33 0 0 0,51 21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14946 4128 16383 0 0,'-32'-3'0'0'0,"-35"3"0"0"0,-38 0 0 0 0,-37 3 0 0 0,-32 5 0 0 0,-31 9 0 0 0,-31 11 0 0 0,-25 10 0 0 0,-28 12 0 0 0,-23 11 0 0 0,-24 14 0 0 0,-16 16 0 0 0,-5 13 0 0 0,8 9 0 0 0,20 4 0 0 0,30-4 0 0 0,33-9 0 0 0,39-17 0 0 0,42-16 0 0 0,45-19 0 0 0,43-17 0 0 0,40-14 0 0 0,40-15 0 0 0,28-10 0 0 0,21-9 0 0 0,17-4 0 0 0,0 1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28898 2992 16383 0 0,'-6'-27'0'0'0,"-8"-26"0"0"0,-4-22 0 0 0,-6-10 0 0 0,-3-2 0 0 0,-8 5 0 0 0,-5 7 0 0 0,-8 7 0 0 0,-14 8 0 0 0,-20 3 0 0 0,-19 4 0 0 0,-20-4 0 0 0,-27-7 0 0 0,-32-8 0 0 0,-31-6 0 0 0,-29-5 0 0 0,-24 1 0 0 0,-20 4 0 0 0,-21 5 0 0 0,-15 5 0 0 0,-17 6 0 0 0,-14 4 0 0 0,-18 0 0 0 0,-17 2 0 0 0,-22 0 0 0 0,-22 2 0 0 0,-17 4 0 0 0,-12 2 0 0 0,-9 2 0 0 0,-6 7 0 0 0,-2 4 0 0 0,2 8 0 0 0,6 5 0 0 0,11 7 0 0 0,7 6 0 0 0,6 7 0 0 0,-1 10 0 0 0,-7 13 0 0 0,-4 14 0 0 0,-1 16 0 0 0,3 14 0 0 0,6 20 0 0 0,11 16 0 0 0,14 14 0 0 0,21 17 0 0 0,28 13 0 0 0,37 11 0 0 0,40 12 0 0 0,41 9 0 0 0,46 11 0 0 0,44 8 0 0 0,42 0 0 0 0,42-3 0 0 0,46-14 0 0 0,53-20 0 0 0,54-25 0 0 0,52-32 0 0 0,53-31 0 0 0,99 76 0 0 0,92 81 0 0 0,81 48 0 0 0,67 14 0 0 0,41-32 0 0 0,20-56 0 0 0,3-66 0 0 0,-4-61 0 0 0,-4-53 0 0 0,2-39 0 0 0,1-22 0 0 0,3-5 0 0 0,15 3 0 0 0,8 8 0 0 0,2 9 0 0 0,-16 9 0 0 0,-25 7 0 0 0,-34 5 0 0 0,-30 3 0 0 0,-23 2 0 0 0,-36-127 0 0 0,-33-128 0 0 0,-33-76 0 0 0,-26-6 0 0 0,-10 45 0 0 0,-3 68 0 0 0,0 70 0 0 0,-8 55 0 0 0,-28 37 0 0 0,-40 21 0 0 0,-50 1 0 0 0,-50-9 0 0 0,-53-19 0 0 0,-52-20 0 0 0,-48-12 0 0 0,-50-8 0 0 0,-53-8 0 0 0,-59 1 0 0 0,-72-4 0 0 0,-72-3 0 0 0,-63 8 0 0 0,-51 10 0 0 0,-37 21 0 0 0,-22 23 0 0 0,-1 27 0 0 0,19 29 0 0 0,37 28 0 0 0,40 26 0 0 0,39 20 0 0 0,79-1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23:09:55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17770 4114 16383 0 0,'-12'3'0'0'0,"-15"4"0"0"0,-21 4 0 0 0,-21 2 0 0 0,-15 3 0 0 0,-15 1 0 0 0,-5 4 0 0 0,-5 1 0 0 0,-5 3 0 0 0,-10 0 0 0 0,-13-2 0 0 0,-13-1 0 0 0,-13-1 0 0 0,-20-2 0 0 0,-21 2 0 0 0,-19 0 0 0 0,-23 0 0 0 0,-16-1 0 0 0,-13-1 0 0 0,-17-3 0 0 0,-12-2 0 0 0,-12-3 0 0 0,-10-7 0 0 0,-7-3 0 0 0,-13-6 0 0 0,-21-4 0 0 0,-24-4 0 0 0,-26-3 0 0 0,-34-1 0 0 0,-34 5 0 0 0,-23 5 0 0 0,-14 6 0 0 0,3 6 0 0 0,18 9 0 0 0,23 4 0 0 0,29 8 0 0 0,20 6 0 0 0,8 9 0 0 0,-6 18 0 0 0,-7 23 0 0 0,-10 24 0 0 0,0 17 0 0 0,5 24 0 0 0,18 22 0 0 0,18 17 0 0 0,28 16 0 0 0,39 15 0 0 0,45 8 0 0 0,44-1 0 0 0,51-6 0 0 0,51-2 0 0 0,52-2 0 0 0,55-9 0 0 0,59-9 0 0 0,60-2 0 0 0,55-2 0 0 0,55-4 0 0 0,51-5 0 0 0,43 2 0 0 0,38 0 0 0 0,32-3 0 0 0,35-6 0 0 0,40-6 0 0 0,47-11 0 0 0,55-15 0 0 0,43-18 0 0 0,29-29 0 0 0,19-38 0 0 0,19-46 0 0 0,29-50 0 0 0,28-47 0 0 0,7-39 0 0 0,-4-31 0 0 0,-7-34 0 0 0,-9-35 0 0 0,-22-26 0 0 0,-31-25 0 0 0,-41-12 0 0 0,-48-9 0 0 0,-54-6 0 0 0,-60 4 0 0 0,-71 7 0 0 0,-73 9 0 0 0,-73 15 0 0 0,-70 16 0 0 0,-65 16 0 0 0,-58 14 0 0 0,-46 17 0 0 0,-38 15 0 0 0,-30 19 0 0 0,-27 21 0 0 0,-30 23 0 0 0,-55 31 0 0 0,-78 42 0 0 0,9 31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08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24575,'21'2'0,"0"0"0,0 1 0,33 10 0,21 4 0,142 7 0,395-7 0,-606-17-116,-5-1 38,1 1 0,-1 0 0,1 0 0,-1 0 0,1 0 0,-1 0 0,1 0 0,-1 0 0,1 1 0,-1-1-1,1 1 1,-1-1 0,0 1 0,1-1 0,1 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2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1 24575,'0'0'0,"0"0"0,-24 8 0,-27 10 0,1 2 0,1 3 0,0 1 0,-53 38 0,87-52 0,1 1 0,0 1 0,0 0 0,1 1 0,1 0 0,0 1 0,1 1 0,1 0 0,0 0 0,0 1 0,2 0 0,0 1 0,1 0 0,1 0 0,0 0 0,-4 25 0,8-19 0,0 0 0,1 0 0,2 0 0,0 0 0,1 0 0,2 0 0,11 42 0,65 156 0,-48-144 0,-18-41 0,-1 0 0,-2 0 0,-2 1 0,-1 0 0,5 69 0,-13-86 0,0-1 0,-2 0 0,0 1 0,-1-1 0,0 0 0,-2 0 0,-1-1 0,0 1 0,-1-1 0,-1 0 0,0-1 0,-2 0 0,-12 18 0,-39 42 0,56-72 0,1-1 0,-1 1 0,0-1 0,0 0 0,0 0 0,0 0 0,-1-1 0,0 0 0,0 0 0,1 0 0,-1-1 0,-13 3 0,19-5 0,0 0 0,0 0 0,0 0 0,0 0 0,-1 0 0,1 0 0,0 0 0,0 0 0,0 0 0,0 0 0,-1 0 0,1 0 0,0 0 0,0 0 0,0 0 0,0 0 0,0 0 0,0 0 0,-1 0 0,1-1 0,0 1 0,0 0 0,0 0 0,0 0 0,0 0 0,0 0 0,0 0 0,-1-1 0,1 1 0,0 0 0,0 0 0,0 0 0,0 0 0,0 0 0,0-1 0,0 1 0,0 0 0,0 0 0,0 0 0,0 0 0,0 0 0,0-1 0,0 1 0,0 0 0,0 0 0,0 0 0,0 0 0,0-1 0,0 1 0,0 0 0,0 0 0,0 0 0,1 0 0,-1-1 0,7-13 0,13-13 0,-14 20 0,2 0 0,-1 1 0,1 0 0,0 1 0,0 0 0,0 0 0,1 1 0,-1 0 0,1 0 0,0 1 0,1 0 0,-1 1 0,0 0 0,1 0 0,-1 1 0,1 0 0,0 1 0,-1 0 0,1 0 0,0 1 0,9 2 0,-6 0 0,0 1 0,0-1 0,-1 2 0,1 0 0,-1 0 0,-1 1 0,1 1 0,-1 0 0,0 1 0,-1-1 0,1 2 0,-2 0 0,1 0 0,15 20 0,-7 0 0,0 0 0,-2 1 0,-1 1 0,-2 1 0,-1 0 0,-1 0 0,-2 1 0,-1 0 0,-2 1 0,3 50 0,-5-7 0,-3 0 0,-4 0 0,-19 119 0,5-91 0,0-6 0,4 0 0,-1 130 0,15-92-1365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44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399 16 24575,'0'0'0,"0"0"0,0 0 0,-18-8 0,-1 5 0,0 1 0,1 0 0,-1 2 0,0 0 0,0 1 0,-22 4 0,30-3 0,0 0 0,0 1 0,1 0 0,-1 0 0,1 1 0,0 1 0,0-1 0,0 2 0,1-1 0,-1 2 0,-14 12 0,20-14 0,-1 0 0,1 1 0,1-1 0,-1 1 0,1 0 0,0 0 0,0 0 0,1 0 0,0 1 0,0-1 0,0 1 0,1-1 0,0 1 0,1 0 0,-1 0 0,1 9 0,2 11 0,1-1 0,12 48 0,-11-55 0,31 121 0,-15-63 0,-2 1 0,11 119 0,-27-174 0,-2-1 0,0 1 0,-1-1 0,-1 1 0,-2-1 0,0 0 0,-1 0 0,-1 0 0,-1-1 0,-1 0 0,-1 0 0,-1-1 0,-19 30 0,25-45 0,0 1 0,-1-1 0,0 1 0,0-2 0,-1 1 0,-6 4 0,11-8 0,0 0 0,0 0 0,-1 0 0,1 0 0,-1 0 0,1 0 0,-1-1 0,1 1 0,-1-1 0,1 1 0,-1-1 0,1 1 0,-1-1 0,0 0 0,1 0 0,-1 0 0,0 0 0,1 0 0,-1 0 0,1 0 0,-1 0 0,0-1 0,1 1 0,-1-1 0,1 1 0,-1-1 0,1 1 0,-1-1 0,1 0 0,-1 0 0,1 0 0,-2-1 0,47 18 0,-6 3 0,-1 2 0,-2 1 0,0 2 0,61 54 0,-74-57 0,-2 0 0,0 2 0,-2 0 0,0 2 0,-2 0 0,-1 0 0,23 52 0,-18-21 0,-2 1 0,-3 1 0,-2 1 0,-3 0 0,3 70 0,-10 304 0,-6-305 0,0 456-1365,3-574-5461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7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24575,'0'31'0,"-18"734"0,10-429-1365,8-326-5461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0 24575,'-16'43'0,"7"-10"0,1 0 0,2 1 0,1 0 0,1 0 0,2 53 0,25 172 0,-14-195 0,-2 1 0,-3 0 0,-3 0 0,-10 91 0,6-140 0,0 0 0,-1 0 0,-1-1 0,0 1 0,-2-1 0,1 0 0,-2 0 0,0-1 0,-1 0 0,0-1 0,-1 0 0,0 0 0,-17 15 0,11-14 0,-1-1 0,0 0 0,-1-1 0,-1-1 0,0-1 0,0-1 0,0 0 0,-1-2 0,-36 9 0,38-11 0,0-2 0,0 0 0,0-1 0,0-1 0,0 0 0,-32-5 0,46 4 0,0 0 0,0-1 0,0 1 0,1-1 0,-1 0 0,0 0 0,1-1 0,-1 1 0,1-1 0,-1 1 0,1-1 0,0 0 0,0-1 0,-1 1 0,2 0 0,-1-1 0,0 0 0,0 0 0,1 0 0,0 0 0,-1 0 0,1 0 0,1 0 0,-1-1 0,0 1 0,1-1 0,-1 1 0,1-1 0,0 0 0,0 1 0,1-1 0,-1 0 0,1 0 0,0 0 0,0 1 0,0-1 0,0 0 0,2-5 0,1-6 0,1-1 0,0 1 0,2 0 0,-1 0 0,2 1 0,0 0 0,1 0 0,0 1 0,18-23 0,4 0 0,1 2 0,38-33 0,-38 42 0,0 0 0,2 2 0,1 2 0,0 1 0,2 2 0,0 1 0,1 2 0,52-15 0,-81 28-90,7-2-123,-1-1 1,0 0-1,0-1 1,0 0-1,13-9 1,-14 5-6614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24575,'0'0'0,"3"0"0,0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8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24575,'-1'26'0,"-1"0"0,-1 0 0,-2-1 0,-12 43 0,-43 95 0,47-130 0,-37 80-1365,41-93-5461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9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24575,'18'25'0,"-6"-5"0,-2 1 0,0 0 0,-1 0 0,-1 1 0,-1 0 0,-1 0 0,-1 0 0,-1 1 0,-1 0 0,-1 0 0,-1 0 0,-1 0 0,-4 32 0,17-72 0,5-18 0,31-99 0,-30 77 0,2 0 0,3 2 0,45-79 0,-67 132 0,-1-1 0,1 1 0,0-1 0,-1 1 0,1 0 0,0-1 0,0 1 0,1 0 0,-1 0 0,0 1 0,1-1 0,-1 0 0,1 1 0,4-2 0,-6 3 0,1 0 0,-1 0 0,1 0 0,-1 0 0,1 1 0,-1-1 0,1 0 0,-1 1 0,0-1 0,1 1 0,-1 0 0,1 0 0,-1-1 0,0 1 0,0 0 0,1 0 0,-1 0 0,0 0 0,0 0 0,0 0 0,0 1 0,0-1 0,0 0 0,-1 0 0,1 1 0,0-1 0,-1 1 0,1-1 0,0 2 0,14 34 0,-1 1 0,-2 0 0,-2 0 0,-1 1 0,6 61 0,-2-14 0,-13-83 0,1 1 0,-1-1 0,1 0 0,0 1 0,0-1 0,0 0 0,0 0 0,0 0 0,1 0 0,0 0 0,-1 0 0,1 0 0,0 0 0,1 0 0,-1-1 0,5 5 0,-5-7 0,0 1 0,1 0 0,-1 0 0,1-1 0,-1 1 0,1-1 0,0 0 0,-1 0 0,1 0 0,-1 0 0,1 0 0,-1 0 0,1-1 0,-1 1 0,1-1 0,-1 0 0,1 0 0,-1 0 0,0 0 0,1 0 0,-1 0 0,3-3 0,165-110 0,-168 113 0,0 0 0,0 0 0,0 0 0,0 0 0,1 1 0,-1-1 0,0 1 0,1-1 0,-1 1 0,0 0 0,1 0 0,-1 0 0,1 0 0,-1 0 0,0 1 0,1-1 0,-1 1 0,0-1 0,4 3 0,-1-1 0,-1 1 0,0-1 0,1 1 0,-1 0 0,-1 1 0,1-1 0,0 1 0,5 7 0,4 7 0,-1 1 0,-2 0 0,13 28 0,-19-39 0,81 220 125,-3-9-1615,-67-187-5336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00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24575,'8'6'0,"1"0"0,-1-1 0,1 1 0,1-2 0,-1 0 0,1 0 0,-1 0 0,16 2 0,9 5 0,66 23 0,94 37 0,-167-60 0,-1 2 0,0 1 0,-1 1 0,44 35 0,-65-47 0,0 1 0,0 0 0,0 0 0,-1 0 0,1 0 0,-1 1 0,0-1 0,0 1 0,-1-1 0,1 1 0,-1 0 0,0 0 0,-1 1 0,1-1 0,-1 0 0,1 10 0,-2-8 0,0 1 0,-1-1 0,0 1 0,0-1 0,0 0 0,-1 1 0,-1-1 0,1 0 0,-1 0 0,-7 12 0,-7 8 0,-2 0 0,-2-1 0,0-2 0,-36 34 0,41-42 0,-145 129 0,-18 19 0,168-154-1365,3-3-5461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4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24575,'0'0'0,"2"35"0,1 56 0,0 32 0,0 11 0,1-3 0,0-11 0,-1-17 0,0-15 0,-2-14 0,0-11 0,0-10 0,-1-7 0,0-8 0,-1-7 0,1-10-8191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5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0 24575,'26'21'0,"-20"-15"0,18 20 0,-1 1 0,0 1 0,-3 1 0,0 1 0,-2 1 0,-1 0 0,-1 2 0,-2 0 0,-2 0 0,0 1 0,-3 0 0,-1 1 0,-1 0 0,-2 1 0,1 58 0,-8-66 0,-1 0 0,-1-1 0,-2 0 0,0 0 0,-2 0 0,-1-1 0,-1 0 0,-1 0 0,-2-1 0,0-1 0,-2 0 0,0-1 0,-2-1 0,0 0 0,-1-1 0,-2-1 0,0-1 0,-1 0 0,-1-2 0,0-1 0,-35 20 0,49-32 0,0 1 0,0-2 0,0 1 0,-1-1 0,1-1 0,-1 0 0,1 0 0,-1 0 0,-14 0 0,19-2 0,0-1 0,0 1 0,0-1 0,0 0 0,0 0 0,1 0 0,-1 0 0,0 0 0,1-1 0,-1 0 0,1 0 0,-1 0 0,1 0 0,0 0 0,0-1 0,0 0 0,0 1 0,0-1 0,0 0 0,1 0 0,0-1 0,0 1 0,-3-6 0,-1-4 0,0-1 0,1 1 0,1-1 0,0-1 0,1 1 0,1 0 0,0-1 0,1 1 0,1-1 0,0 1 0,4-29 0,-2 27 0,1 0 0,0-1 0,2 2 0,0-1 0,0 0 0,1 1 0,1 0 0,1 1 0,0-1 0,14-17 0,-17 26-68,0 1 0,0 1-1,1-1 1,-1 1 0,1 0 0,0 0-1,0 0 1,0 1 0,1 0 0,-1 0-1,1 1 1,0 0 0,0 0 0,-1 1-1,1-1 1,0 1 0,0 1-1,1-1 1,6 2 0,4-2-6758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24575,'0'0'0,"0"2"0,2 3 0,1 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6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24575,'0'0'0,"0"2"0,0 5 0,0 10 0,0 16 0,0 16 0,0 13 0,0 7 0,0 0 0,0-2 0,0-8 0,0-8 0,0-9 0,0-12 0,0-11-8191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6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24575,'2'6'0,"1"0"0,-1 1 0,0-1 0,-1 1 0,1-1 0,-1 1 0,-1-1 0,1 1 0,-1 0 0,0 0 0,-2 11 0,1 4 0,-8 109 0,14-163 0,2 1 0,2 0 0,0 0 0,25-52 0,-29 73 0,0 1 0,1-1 0,1 1 0,-1 0 0,1 1 0,1 0 0,15-13 0,-18 17 0,0 0 0,0 1 0,0 0 0,1 0 0,-1 1 0,1-1 0,0 1 0,0 0 0,0 1 0,0 0 0,0 0 0,0 0 0,0 0 0,0 1 0,7 0 0,-6 1 0,0 0 0,1 0 0,-1 1 0,0 0 0,0 0 0,-1 0 0,1 1 0,0 0 0,-1 0 0,0 1 0,1 0 0,-2 0 0,10 8 0,-7-4 0,1 1 0,-1 1 0,-1-1 0,0 1 0,0 1 0,-1-1 0,7 17 0,-2 1 0,-1 0 0,-1 1 0,-2 0 0,-1 1 0,3 51 0,-10 30 0,12-118 0,3-9 0,48-70 0,-31 41 0,57-63 0,-86 106 0,0 0 0,0 0 0,0 0 0,1 0 0,-1 0 0,1 0 0,-1 1 0,1 0 0,0-1 0,-1 1 0,1 0 0,0 0 0,0 0 0,0 1 0,0-1 0,0 1 0,0-1 0,0 1 0,0 0 0,0 0 0,0 0 0,0 1 0,0-1 0,-1 1 0,1 0 0,0 0 0,0 0 0,0 0 0,0 0 0,-1 0 0,1 1 0,-1-1 0,1 1 0,-1 0 0,1 0 0,-1 0 0,3 3 0,10 10 0,-1 0 0,-1 1 0,0 1 0,14 23 0,-16-23 0,43 66-5,54 75-1355,-79-121-5466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7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24575,'45'3'0,"0"2"0,0 2 0,56 15 0,-36-7 0,-58-13 0,47 8 0,-1 3 0,0 1 0,0 4 0,81 38 0,-129-53 0,1 0 0,-1 0 0,1 1 0,-1-1 0,0 2 0,-1-1 0,1 0 0,-1 1 0,0 0 0,0 0 0,0 0 0,0 0 0,-1 1 0,0-1 0,0 1 0,2 8 0,-4-7 0,0-1 0,0 1 0,0 0 0,-1-1 0,0 1 0,-1 0 0,0 0 0,0-1 0,0 1 0,0-1 0,-1 1 0,0-1 0,-1 0 0,0 1 0,-4 7 0,-14 22 0,-1 0 0,-2-1 0,-2-1 0,-59 60 0,33-45 0,-3-1 0,-68 44 0,113-84 0,7-5 0,0-1 0,0 0 0,0 1 0,-1-1 0,1 0 0,0 0 0,-1-1 0,0 1 0,1-1 0,-1 0 0,-4 1 0,8-4-1365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2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24575,'-3'2'0,"-1"0"0,0 0 0,1 1 0,-1-1 0,1 1 0,0 0 0,-6 5 0,1 0 0,-3 1 0,6-6 0,1 0 0,0 0 0,0 0 0,1 1 0,-1-1 0,1 1 0,0 0 0,-6 8 0,9-11 0,0-1 0,0 1 0,0 0 0,1 0 0,-1-1 0,0 1 0,0 0 0,1-1 0,-1 1 0,0 0 0,1-1 0,-1 1 0,0-1 0,1 1 0,-1 0 0,1-1 0,-1 1 0,1-1 0,-1 1 0,1-1 0,-1 0 0,1 1 0,0-1 0,-1 1 0,1-1 0,0 0 0,-1 0 0,1 1 0,0-1 0,-1 0 0,1 0 0,0 0 0,0 0 0,0 0 0,31 7 0,-30-7 0,111 9 0,0-4 0,1-6 0,-1-4 0,160-29 0,-58-12-96,-147 29-1173,-54 14-5557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21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24575,'0'0'0,"0"0"0,14 7 0,6-1 0,-1 0 0,1-1 0,-1-2 0,1 0 0,40 1 0,106-11 0,-112 3 0,148-13 0,186-4 0,-379 21-1365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28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 24575,'-57'55'0,"-64"85"0,104-117 0,1 1 0,1 1 0,1 0 0,2 0 0,0 2 0,2-1 0,-9 35 0,6 6 0,2-1 0,4 1 0,2 1 0,4-1 0,2 1 0,3-1 0,4 0 0,2 0 0,3-1 0,27 83 0,-20-95 0,1 0 0,3-2 0,41 67 0,-42-83 0,1 0 0,2-2 0,2 0 0,1-2 0,36 31 0,-60-59-227,0 0-1,-1 0 1,1-1-1,0 0 1,11 5-1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29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24575,'0'0'0,"0"0"0,11 3 0,48 4 0,0-2 0,0-2 0,69-7 0,-53 2 0,429-10-1365,-469 12-5461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3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2 24575,'-25'-1'0,"17"1"0,0-1 0,0 1 0,0 1 0,0 0 0,-13 2 0,18-2 0,1 0 0,-1 0 0,1 0 0,0 0 0,0 1 0,-1-1 0,1 1 0,0-1 0,0 1 0,0 0 0,0 0 0,1 0 0,-1 0 0,0 0 0,1 0 0,0 0 0,-1 1 0,1-1 0,0 0 0,0 1 0,-1 4 0,-3 12 0,1 1 0,0 0 0,2 1 0,0-1 0,2 0 0,3 41 0,27 126 0,-22-146 0,28 120 0,16 106 0,-51-261 0,-1-1 0,1 0 0,-1 1 0,0-1 0,-1 0 0,1 1 0,-1-1 0,0 0 0,0 0 0,-1 0 0,1 0 0,-1 0 0,0 0 0,-1 0 0,1 0 0,-6 6 0,3-6 0,0 0 0,0 0 0,0 0 0,-1-1 0,1 0 0,-1 0 0,0-1 0,-1 0 0,1 0 0,-1 0 0,1-1 0,-10 3 0,-30 5 0,-2-2 0,1-3 0,-1-1 0,0-2 0,0-3 0,-75-10 0,108 9 0,3 2 0,0-1 0,0-1 0,-1 0 0,1-1 0,0 0 0,1-1 0,-1 0 0,-17-9 0,29 12-59,-1 0 0,0 1-1,0-1 1,1 0-1,-1 0 1,0 1 0,1-1-1,-1 0 1,0 0 0,1 0-1,0 0 1,-1 0 0,1 0-1,-1 0 1,1 0-1,0 0 1,0 0 0,0 0-1,-1 0 1,1 0 0,0 0-1,0-1 1,2-9-6767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30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24575,'0'-5'0,"1"-1"0,0 1 0,1 0 0,-1 0 0,1 0 0,0 0 0,0 1 0,1-1 0,-1 0 0,1 1 0,0-1 0,7-6 0,45-45 0,-43 46 0,1 0 0,0 1 0,0 1 0,1 0 0,0 0 0,1 1 0,-1 1 0,1 1 0,24-6 0,-33 9 0,0 1 0,0 0 0,0 1 0,0-1 0,1 1 0,-1 0 0,0 1 0,0-1 0,0 1 0,0 0 0,0 1 0,-1 0 0,1-1 0,0 2 0,-1-1 0,1 1 0,-1 0 0,0 0 0,0 0 0,0 1 0,0 0 0,0 0 0,-1 0 0,0 0 0,0 1 0,0 0 0,6 10 0,-6-7 0,0 1 0,-1-1 0,0 1 0,0 0 0,-1 1 0,0-1 0,-1 0 0,0 1 0,0-1 0,-1 0 0,0 1 0,-1-1 0,0 1 0,0-1 0,-1 0 0,-5 13 0,-5 15 0,-1 0 0,-29 53 0,38-83 0,-33 61 0,23-44 0,0 2 0,1 0 0,-9 29 0,21-53 0,0 1 0,1-1 0,-1 1 0,1 0 0,0-1 0,0 1 0,0 0 0,0-1 0,0 1 0,0-1 0,1 1 0,-1 0 0,1-1 0,0 1 0,0-1 0,0 1 0,0-1 0,0 0 0,2 4 0,1-2 0,-1 0 0,1 0 0,-1-1 0,1 1 0,0-1 0,0 0 0,1 0 0,-1 0 0,7 3 0,4 0 0,0 0 0,1-1 0,-1 0 0,1-2 0,23 4 0,13-4-95,65-3 1,-73-1-1082,-30 1-5650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3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66 24575,'-40'0'0,"37"0"0,5 0 0,23 0 0,85-5 0,131-23 0,95-5 0,-321 34-1365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42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 24575,'-19'0'0,"2"0"0,-1 0 0,-29 5 0,42-4 0,-1 0 0,1 1 0,0-1 0,-1 1 0,1 1 0,0-1 0,0 1 0,1 0 0,-1 0 0,0 0 0,1 0 0,-7 8 0,10-10 0,1-1 0,-1 1 0,1 0 0,0-1 0,-1 1 0,1 0 0,0-1 0,-1 1 0,1 0 0,0-1 0,0 1 0,0 0 0,-1 0 0,1 0 0,0-1 0,0 1 0,0 0 0,0 0 0,0-1 0,1 1 0,-1 0 0,0 0 0,0-1 0,0 1 0,1 0 0,-1 0 0,0-1 0,1 1 0,-1 0 0,1-1 0,-1 1 0,0 0 0,1-1 0,0 1 0,-1-1 0,1 1 0,-1-1 0,1 1 0,0-1 0,-1 0 0,1 1 0,0-1 0,-1 0 0,1 1 0,1-1 0,37 16 0,8-4 0,0-2 0,1-2 0,0-2 0,55-1 0,198-13 0,-285 7 0,-2 0-80,50-2-562,91-16-1,-137 15-6183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43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0 24575,'0'0'0,"0"0"0,0 0 0,17 26 0,3 9 0,-2 1 0,-1 1 0,-3 1 0,18 65 0,22 164 0,-47-227 0,4 20 0,-3 0 0,-2 0 0,-4 116 0,-3-173 0,0 0 0,1 0 0,-1 0 0,-1 0 0,1 0 0,0 0 0,-1-1 0,1 1 0,-1 0 0,0-1 0,0 0 0,0 1 0,0-1 0,0 0 0,0 0 0,-1 0 0,1 0 0,-1 0 0,1-1 0,-1 1 0,0-1 0,0 0 0,0 0 0,1 0 0,-1 0 0,0 0 0,0-1 0,0 1 0,-5 0 0,-11 1 0,-1 0 0,0-1 0,-26-3 0,32 1 0,-28-1 0,0-2 0,0-2 0,-57-16 0,74 14 0,0 0 0,1-1 0,0-2 0,1 0 0,0-2 0,-37-26 0,56 36 12,1 0 0,-1 0 0,1 0 0,0 0 0,-1-1 0,2 1 0,-1-1 0,0 0 0,-2-6 0,4 9-60,1 0 0,-1-1 0,1 1 0,0-1 0,0 1 1,-1-1-1,1 1 0,0-1 0,0 0 0,1 1 0,-1-1 0,0 1 0,0-1 0,1 1 0,-1-1 1,1 1-1,-1 0 0,1-1 0,0 1 0,-1 0 0,1-1 0,0 1 0,0 0 0,0 0 0,0-1 0,0 1 1,0 0-1,0 0 0,1 0 0,1-1 0,12-8-6778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44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12 106 24575,'0'0'0,"0"0"0,25-15 0,-12 4 0,2 1 0,-1 0 0,1 2 0,0-1 0,1 2 0,0 0 0,0 1 0,1 1 0,0 0 0,-1 1 0,2 1 0,-1 1 0,0 0 0,0 1 0,1 1 0,-1 0 0,0 2 0,24 4 0,-36-5 0,0 0 0,0 1 0,0 0 0,0 0 0,0 0 0,-1 1 0,1 0 0,0 0 0,-1 0 0,0 0 0,0 1 0,0-1 0,0 1 0,-1 0 0,1 0 0,-1 0 0,0 1 0,4 7 0,-4-5 0,-1 1 0,0-1 0,0 1 0,0 0 0,-1 0 0,0 0 0,-1 0 0,0 0 0,0-1 0,0 1 0,-3 11 0,-3 10 0,-2-1 0,-1 1 0,-1-1 0,-2-1 0,-22 40 0,22-46 0,6-12 0,1 0 0,0 0 0,1 1 0,-5 13 0,8-19 0,1-1 0,-1 1 0,1-1 0,-1 1 0,1-1 0,0 0 0,1 1 0,-1-1 0,1 1 0,-1-1 0,1 1 0,0-1 0,0 0 0,0 0 0,1 1 0,-1-1 0,4 5 0,48 63 0,-39-54 0,0 0 0,-1 1 0,-1 0 0,-1 1 0,12 29 0,-21-43 0,0 1 0,0 0 0,-1 0 0,0 0 0,0 0 0,-1 0 0,0 0 0,0 1 0,0-1 0,-1 0 0,1 0 0,-2 0 0,1 0 0,-1 0 0,0 0 0,0-1 0,0 1 0,-1-1 0,0 1 0,0-1 0,0 0 0,-1 0 0,1 0 0,-7 5 0,-2 2 0,-1 0 0,-1-1 0,0 0 0,-1-1 0,0-1 0,0-1 0,-1 0 0,0 0 0,-1-2 0,1 0 0,-1-1 0,0-1 0,-1 0 0,1-2 0,-1 0 0,1 0 0,-1-2 0,0 0 0,1-1 0,-1-1 0,-17-4 0,30 5 0,1 0 0,-1-1 0,0 0 0,1 0 0,-1 0 0,1 0 0,-1-1 0,1 0 0,0 0 0,0 0 0,0 0 0,1-1 0,-1 1 0,1-1 0,0 0 0,0 0 0,0 0 0,-3-7 0,3 5 0,1 0 0,1-1 0,-1 1 0,1 0 0,0-1 0,1 1 0,0 0 0,0-1 0,0 1 0,0-1 0,1 1 0,3-12 0,1 2 0,0 1 0,1 0 0,0 0 0,1 1 0,1 0 0,0 0 0,1 0 0,1 1 0,0 1 0,21-21 0,-14 20-124,0 1 0,0 0 0,2 1 0,-1 1 0,1 1 0,0 1-1,1 0 1,0 2 0,0 0 0,30-4 0,-10 4-6702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49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24575,'0'5'0,"-10"201"0,9 0 0,9 0 0,60 361 0,-59-525 30,1-1 0,2 0 0,32 70 0,-34-91-179,1 0 1,0-1-1,1-1 1,1 0-1,1-1 1,1 0-1,0-2 1,1 1-1,18 12 1,-9-10-6678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0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24575,'29'15'0,"7"-8"0,0-1 0,1-2 0,-1-1 0,56-3 0,-49-1 0,137-2-682,243-36-1,-370 31-6143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1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 24575,'0'3'0,"-1"1"0,0-1 0,-1 0 0,1 1 0,0-1 0,-1 0 0,0 0 0,0 0 0,0 0 0,-4 5 0,-14 24 0,18-25 0,1 1 0,1-1 0,-1 0 0,1 0 0,0 1 0,1-1 0,0 0 0,0 0 0,1 0 0,-1 0 0,1 0 0,1 0 0,5 11 0,6 9 0,33 49 0,-31-52 0,25 41 0,54 113 0,-81-147 0,-2 0 0,-1 1 0,-2 0 0,-1 0 0,-1 1 0,3 44 0,-10-70 0,1 0 0,-1 0 0,-1 0 0,1 0 0,-1 0 0,0-1 0,-1 1 0,0 0 0,0 0 0,0-1 0,-1 1 0,0-1 0,0 0 0,0 0 0,-1 0 0,0 0 0,0 0 0,-1-1 0,1 0 0,-1 0 0,-1 0 0,1 0 0,0-1 0,-1 0 0,0 0 0,0-1 0,0 0 0,-1 0 0,1 0 0,-1 0 0,1-1 0,-11 2 0,-11 3 0,1-1 0,-2-2 0,1-1 0,0 0 0,0-3 0,-1 0 0,1-2 0,-44-7 0,68 8-59,1 0 0,-1 0-1,0 0 1,0 0-1,0 0 1,1-1 0,-1 0-1,0 0 1,1 0 0,0 0-1,-1 0 1,1-1 0,0 0-1,0 1 1,0-1-1,1 0 1,-1 0 0,1-1-1,0 1 1,0 0 0,0-1-1,-2-4 1,-1-8-6767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1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24575,'0'-3'0,"1"0"0,0 0 0,-1 1 0,1-1 0,0 0 0,1 1 0,-1-1 0,0 1 0,1-1 0,0 1 0,-1 0 0,1-1 0,0 1 0,3-3 0,32-26 0,-21 21 0,0 1 0,0 0 0,1 1 0,0 1 0,0 1 0,0 0 0,1 1 0,0 1 0,0 1 0,0 0 0,19 0 0,-30 3 0,1 0 0,-1 0 0,0 0 0,1 1 0,-1 0 0,0 0 0,0 1 0,0 0 0,0 0 0,0 1 0,-1 0 0,1 0 0,-1 0 0,1 1 0,-1 0 0,0 0 0,-1 1 0,1-1 0,-1 1 0,0 1 0,0-1 0,0 1 0,-1 0 0,0 0 0,0 0 0,0 0 0,-1 1 0,0-1 0,0 1 0,1 7 0,2 13 0,-1 1 0,-2-1 0,0 1 0,-3 47 0,0-36 0,5 48 0,-3-73 0,0 0 0,1-1 0,1 1 0,0-1 0,1 0 0,1 0 0,8 15 0,21 25 0,-24-37 0,0 0 0,-1 0 0,13 31 0,-21-41 0,0 0 0,0 0 0,-1 1 0,1-1 0,-2 0 0,1 0 0,-1 1 0,0-1 0,0 0 0,0 1 0,-1-1 0,0 0 0,-1 1 0,1-1 0,-4 9 0,-1-2 0,-1 0 0,-1-1 0,1 0 0,-2 0 0,0-1 0,0 0 0,-1 0 0,0-1 0,-20 15 0,12-10 0,-2-2 0,0-1 0,0 0 0,-1-1 0,-28 10 0,47-20 0,1 0 0,-1 0 0,0-1 0,0 1 0,0 0 0,0-1 0,0 0 0,0 1 0,0-1 0,0 0 0,-1 0 0,1 0 0,0 0 0,0 0 0,0-1 0,0 1 0,0 0 0,0-1 0,0 0 0,0 1 0,0-1 0,0 0 0,1 0 0,-4-3 0,3 2 0,0 0 0,1-1 0,0 1 0,-1-1 0,1 0 0,0 1 0,0-1 0,0 0 0,1 0 0,-1 1 0,1-1 0,-1 0 0,1 0 0,0 0 0,0-4 0,3-15 0,0 0 0,1 1 0,11-35 0,-13 50 0,43-126-1365,-23 75-5461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24575,'0'0'0,"2"0"0,8 2 0,12 1 0,14-1 0,14 0 0,11 0 0,3-3 0,1-4 0,-3-4 0,-10-4 0,-13 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24575,'2'26'0,"17"134"0,-2 248 0,-16-348 0,0-17-455,1-1 0,16 74 0,-11-89-6371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2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24575,'5'0'0,"-1"1"0,0 1 0,-1-1 0,1 0 0,0 1 0,0 0 0,-1 0 0,1 0 0,-1 0 0,1 1 0,-1-1 0,0 1 0,0 0 0,0 0 0,0 0 0,-1 0 0,1 0 0,-1 1 0,3 5 0,6 9 0,-1 0 0,11 28 0,-10-13 0,-1 0 0,-2 1 0,0 0 0,-3 0 0,-1 1 0,-1-1 0,-3 39 0,-30 242 0,30-314 0,0-1 0,0 1 0,-1-1 0,1 1 0,0-1 0,0 1 0,0-1 0,0 1 0,0 0 0,0-1 0,0 1 0,0-1 0,0 1 0,0-1 0,0 1 0,0-1 0,0 1 0,0 0 0,0-1 0,1 1 0,-1-1 0,0 1 0,0-1 0,1 1 0,-1-1 0,0 0 0,1 1 0,-1-1 0,1 1 0,-1-1 0,0 0 0,1 1 0,-1-1 0,1 0 0,0 1 0,19-10 0,28-35 0,-42 38 0,34-33 0,2 1 0,52-36 0,-81 65 0,1 0 0,0 1 0,0 1 0,0 0 0,1 1 0,0 0 0,1 1 0,-1 1 0,1 0 0,0 2 0,0-1 0,22 1 0,-31 2 0,-1 1 0,1 0 0,-1 0 0,1 1 0,-1-1 0,1 1 0,-1 1 0,0-1 0,0 1 0,0 0 0,0 1 0,-1-1 0,8 7 0,-5-3 0,0 1 0,-1 0 0,0 0 0,0 1 0,-1 0 0,0 0 0,7 16 0,-3-3 0,-2 1 0,-1 0 0,0 0 0,-2 0 0,0 1 0,1 41 0,-5-52-91,0-1 0,-1 1 0,-1-1 0,0 0 0,-1 1 0,0-1 0,-1 0 0,0 0 0,-1 0 0,0 0 0,-1-1 0,0 0 0,-1 0 0,-10 14 0,5-12-6735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3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24575,'29'-3'0,"-1"0"0,0-2 0,-1 0 0,40-15 0,19-3 0,-17 8-341,2 3 0,-1 3-1,117 0 1,-173 10-6485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55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24575,'8'2'0,"-1"-1"0,1 1 0,-1 1 0,0-1 0,0 1 0,0 1 0,0-1 0,0 1 0,-1 1 0,0-1 0,7 6 0,4 2 0,29 20 0,-1 2 0,-2 2 0,-1 1 0,-2 3 0,-2 1 0,-2 2 0,42 63 0,-62-82 0,-2 0 0,-1 1 0,-1 1 0,-1 0 0,-1 0 0,-1 1 0,-2 0 0,-1 1 0,-1-1 0,-1 1 0,-1 0 0,-2 1 0,-1-1 0,-1 0 0,-1 0 0,-9 42 0,0-29 0,-1-1 0,-21 47 0,26-70 0,-1-1 0,-1 1 0,-1-1 0,0-1 0,-1 0 0,0 0 0,-20 18 0,28-31 0,1 1 0,-1-1 0,0 0 0,0 0 0,0-1 0,0 1 0,0 0 0,-1-1 0,1 0 0,-5 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09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24575,'0'0'0,"99"2"0,138 1 0,36-3 0,-17-2 0,-43-3 0,-51-1 0,-50 0 0,-43 1 0,-34 2-8191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0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540 1 24575,'18'21'0,"-1"1"0,0 0 0,-2 1 0,-1 1 0,-1 1 0,-1 0 0,-1 0 0,-1 1 0,-1 0 0,10 54 0,-15-57 0,-2-1 0,0 1 0,-2-1 0,0 1 0,-2 0 0,0-1 0,-2 1 0,0-1 0,-1 0 0,-2 0 0,0-1 0,-1 1 0,-19 33 0,8-24 0,-1 0 0,-2-1 0,-1-2 0,-1 0 0,-1-1 0,-46 36 0,52-47 0,-2-1 0,1-1 0,-2-2 0,0 0 0,0-1 0,-1 0 0,-1-2 0,0-1 0,0-2 0,-39 8 0,50-13-170,1 0-1,-1-1 0,1-1 1,0 1-1,-1-2 0,1 0 1,-22-6-1,7-2-6655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0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24575,'11'8'0,"-1"-1"0,1 0 0,0-1 0,0 0 0,1-1 0,0 0 0,24 6 0,-7-2 0,-29-9 0,0 0 0,0 0 0,0 0 0,1 0 0,-1 0 0,0 0 0,0 1 0,0-1 0,0 0 0,0 0 0,0 0 0,0 0 0,0 0 0,1 0 0,-1 0 0,0 0 0,0 0 0,0 0 0,0 1 0,0-1 0,0 0 0,0 0 0,0 0 0,0 0 0,0 0 0,0 0 0,0 0 0,0 1 0,0-1 0,0 0 0,0 0 0,0 0 0,0 0 0,0 0 0,0 0 0,0 1 0,0-1 0,0 0 0,0 0 0,0 0 0,0 0 0,0 0 0,0 0 0,0 0 0,0 0 0,0 1 0,0-1 0,0 0 0,0 0 0,-1 0 0,1 0 0,0 0 0,0 0 0,0 0 0,0 0 0,0 0 0,0 0 0,0 0 0,-1 1 0,-11 6 0,-12 4 0,-1-10-1365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0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24575,'0'0'0,"2"2"0,8 3 0,12 3 0,20 2 0,25 2 0,20 0 0,13 1 0,2-2 0,-5-5 0,-13-5 0,-16-6 0,-20-4 0,-18-2 0,-14 0-8191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1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1 24575,'0'0'0,"3"11"0,9 15 0,1 0 0,0-1 0,2 0 0,31 38 0,-1 0 0,84 145 0,-102-159 0,-2 1 0,25 74 0,-46-115 0,-2 0 0,1 0 0,-1 1 0,0-1 0,-1 1 0,0-1 0,-1 1 0,0 0 0,0-1 0,-3 13 0,1-15 0,0 1 0,-1-1 0,0 0 0,0 0 0,0 0 0,-1-1 0,-1 1 0,1-1 0,-1 0 0,0 0 0,0-1 0,0 1 0,-9 6 0,-18 12 0,-1-1 0,-1-2 0,0-1 0,-2-1 0,-68 24 0,27-17 0,-149 30 0,199-50-273,-1-2 0,0-1 0,0-1 0,-36-2 0,38-3-6553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1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24575,'0'0'0,"2"0"0,4 2 0,6 3 0,12 3 0,14 2 0,12-1 0,11-1 0,9-3 0,7-2 0,5-1 0,3-4 0,-1-1 0,-10-2 0,-18 0-8191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3:11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24575,'15'43'0,"-2"5"30,-1 1 0,-3 0 0,6 97 0,-14-65-773,-14 136 1,12-204-6084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07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24575,'0'2'0,"0"0"0,0-1 0,-1 1 0,1 0 0,-1 0 0,1-1 0,-1 1 0,0 0 0,1-1 0,-1 1 0,0-1 0,0 1 0,0-1 0,-3 3 0,-3 10 0,8-12 0,-1-1 0,1 0 0,0 0 0,-1 1 0,1-1 0,0 0 0,0 0 0,0 0 0,0 0 0,0 0 0,0 0 0,0-1 0,0 1 0,0 0 0,1 0 0,-1-1 0,2 1 0,36 16 0,-34-15 0,0-1 0,0 1 0,0 0 0,-1 0 0,1 1 0,-1-1 0,0 1 0,1 0 0,-1 0 0,0 0 0,6 7 0,-2 0-1365,-2-1-5461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08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53 24575,'0'0'0,"0"0"0,0 0 0,0 0 0,0 0 0,0 0 0,19 0 0,20-3 0,-1 0 0,62-16 0,29-3 0,-127 22 0,33-3 0,54 1 0,-89 2 0,1 0 0,-1 0 0,0 0 0,0 0 0,1 0 0,-1 0 0,0 1 0,0-1 0,0 0 0,1 0 0,-1 0 0,0 1 0,0-1 0,0 0 0,1 0 0,-1 0 0,0 1 0,0-1 0,0 0 0,0 0 0,0 1 0,0-1 0,0 0 0,0 1 0,0-1 0,0 0 0,1 0 0,-1 1 0,0-1 0,-1 0 0,1 1 0,0-1 0,0 0 0,0 0 0,0 1 0,0-1 0,0 0 0,0 0 0,0 1 0,0-1 0,0 0 0,-1 0 0,1 1 0,0-1 0,0 0 0,0 0 0,-1 0 0,1 1 0,0-1 0,0 0 0,0 0 0,-1 0 0,1 0 0,0 1 0,0-1 0,-1 0 0,1 0 0,-1 0 0,-14 15 0,-5-1 0,-1-1 0,-1-1 0,0-1 0,-35 13 0,-97 22 0,132-39 0,0-2 0,0-1 0,0-1 0,-1-1 0,1-1 0,-35-2 0,55 1 117,7 3-1599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09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91 24575,'0'0'0,"0"0"0,0 0 0,0 0 0,0 0 0,0 0 0,25-15 0,-22 12 0,62-45 0,-60 45 0,0 0 0,0 0 0,0 1 0,0-1 0,0 1 0,1 0 0,-1 1 0,0-1 0,1 1 0,-1 0 0,12 0 0,-33 1 0,0 1 0,0 1 0,0 0 0,0 1 0,-19 6 0,-5 1 0,-199 52-1365,205-50-5461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19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24575,'0'0'0,"93"0"0,124 0 0,28 0 0,-27 0 0,-47 0 0,-52 0 0,-45 0 0,-35 0 0,-25 0 0,-14 0 0,-8 0 0,-2 0 0,1 0-8191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19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24575,'3'3'0,"0"-1"0,1 1 0,-1-1 0,1 1 0,0-1 0,-1 0 0,1 0 0,0-1 0,0 1 0,0-1 0,0 0 0,7 1 0,55 5 0,-46-6 0,123 1 0,0-5 0,0-7 0,143-29 0,-284 38-32,24-3-413,0 1 1,51 0 0,-71 3-6382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3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24575,'0'0'0,"67"-4"0,96-6 0,36-4 0,-4 0 0,-23 0 0,-33 2 0,-36 1 0,-32 1 0,-30 3 0,-20 3-8191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4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467 1 24575,'9'11'0,"0"0"0,-1 0 0,-1 1 0,0 1 0,-1-1 0,0 1 0,0 0 0,6 26 0,2 1 0,-1-5 0,72 205 0,-75-206 0,-2-1 0,-2 1 0,-1 0 0,-1 0 0,-2 47 0,-4-66 0,0 0 0,-1 0 0,0 0 0,-2-1 0,1 0 0,-2 0 0,0 0 0,0 0 0,-1-1 0,-1 0 0,0-1 0,-1 1 0,-1-2 0,0 1 0,0-1 0,-1-1 0,0 0 0,-1 0 0,0-1 0,-22 12 0,10-7 0,-1-1 0,0-2 0,0 0 0,-1-2 0,-1-1 0,1-1 0,-1-1 0,0-1 0,-1-1 0,-41-1 0,58-3 0,0-1 0,0-1 0,0 1 0,1-2 0,-1 0 0,1 0 0,-1-1 0,1 0 0,0-1 0,1 0 0,-18-12 0,24 15 0,0 0 0,1 0 0,-1-1 0,1 0 0,-1 1 0,1-1 0,0 0 0,0 0 0,0 0 0,1 0 0,-1 0 0,1-1 0,0 1 0,0 0 0,0-1 0,-1-5 0,2 5 0,0 0 0,1 0 0,-1 0 0,1 0 0,0 0 0,0 0 0,0 0 0,1 0 0,0 0 0,-1 0 0,1 1 0,0-1 0,1 1 0,-1-1 0,1 1 0,-1 0 0,6-4 0,5-6 13,0 1-1,2 1 0,-1 0 1,1 1-1,1 1 1,0 0-1,27-10 0,126-36-945,-145 48 402,51-14-6295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24575,'0'0'0,"0"0"0,0 0 0,15-16 0,-7 11 0,-1 1 0,1-1 0,0 2 0,0-1 0,0 1 0,0 0 0,0 1 0,1-1 0,-1 2 0,1-1 0,0 1 0,-1 1 0,13 0 0,-18 0 0,0 0 0,1 0 0,-1 0 0,0 0 0,0 1 0,1 0 0,-1 0 0,0 0 0,0 0 0,0 0 0,0 0 0,0 1 0,0-1 0,0 1 0,0 0 0,-1 0 0,1 0 0,-1 0 0,1 1 0,-1-1 0,0 1 0,0-1 0,0 1 0,0 0 0,-1 0 0,1 0 0,-1 0 0,1 0 0,-1 0 0,0 0 0,0 0 0,-1 0 0,1 0 0,-1 1 0,1-1 0,-1 0 0,0 6 0,-2 5 0,0 0 0,-1-1 0,-1 1 0,0-1 0,0 1 0,-1-1 0,-1 0 0,-15 23 0,5-10 0,-1-1 0,-1 0 0,-25 23 0,43-47 0,0-1 0,-1 0 0,1 0 0,0 1 0,0-1 0,-1 0 0,1 1 0,0-1 0,0 0 0,-1 1 0,1-1 0,0 0 0,0 1 0,0-1 0,0 0 0,-1 1 0,1-1 0,0 1 0,0-1 0,0 0 0,0 1 0,0-1 0,0 1 0,0-1 0,0 0 0,0 1 0,0-1 0,1 1 0,-1-1 0,0 0 0,0 1 0,0-1 0,1 1 0,13 7 0,33 0 0,-34-6 0,57 8-341,0 4 0,-1 3-1,69 27 1,-117-35-6485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6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24575,'0'0'0,"0"0"0,7 18 0,6 13 0,-2-1 0,-1 2 0,-2 0 0,-1 0 0,4 36 0,3 170 0,-11-160 0,26 367 0,-16-275 0,-7-117-1365,-3-38-5461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7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0 24575,'0'0'0,"-2"13"0,-3 25 0,2 0 0,1 1 0,5 59 0,23 118 0,-1-21 0,-22-158 0,-1 1 0,-2 0 0,-1 0 0,-2 0 0,-9 39 0,10-65 0,-1-1 0,0 0 0,-1 0 0,0 0 0,-1 0 0,0-1 0,-1 1 0,0-1 0,0-1 0,-1 1 0,0-1 0,-1 0 0,0-1 0,-1 0 0,0 0 0,0-1 0,0 0 0,-1 0 0,0-1 0,-16 7 0,10-7 0,0-2 0,0 0 0,0 0 0,0-2 0,0 0 0,0 0 0,-1-2 0,1 0 0,-20-3 0,29 2 0,0 0 0,0-1 0,0 0 0,0 0 0,0 0 0,0-1 0,0 0 0,1 0 0,0-1 0,-8-5 0,11 6 0,-1 0 0,1 0 0,1 0 0,-1-1 0,0 1 0,1-1 0,0 1 0,-1-1 0,1 0 0,1 0 0,-1 0 0,1 0 0,-1 0 0,1 0 0,1-1 0,-1 1 0,0 0 0,1-7 0,1 1 0,0-1 0,0 1 0,1 0 0,1 0 0,0 0 0,0 0 0,1 1 0,0-1 0,1 1 0,0 0 0,0 0 0,1 1 0,0-1 0,1 1 0,14-13 0,1-1 0,1 2 0,1 1 0,1 0 0,29-15 0,-17 14 0,2 1 0,0 2 0,1 2 0,0 1 0,1 3 0,1 1 0,0 2 0,61-4 0,-83 9-1365,-6-1-5461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7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2 0,2 7 0,3 9 0,7 12 0,6 5 0,0-4-8191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7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24575,'0'0'0,"0"2"0,0 3 0,0 5 0,0 7 0,-2 8 0,-3 9 0,-3 11 0,-2 10 0,-1 4 0,-2 1 0,0-1 0,2-7 0,3-7 0,2-12 0,3-11-8191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8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24575,'5'44'0,"4"227"0,16-337 0,-15 36 0,25-55 0,-32 78 0,1 0 0,-1 0 0,2 1 0,-1-1 0,1 1 0,0-1 0,0 2 0,1-1 0,0 0 0,0 1 0,0 0 0,0 1 0,10-6 0,-13 9 0,0 1 0,0-1 0,0 1 0,0-1 0,0 1 0,0 0 0,0 0 0,-1 0 0,1 1 0,0-1 0,0 1 0,0-1 0,0 1 0,0 0 0,-1 0 0,1 0 0,0 1 0,-1-1 0,1 1 0,-1-1 0,0 1 0,1 0 0,-1 0 0,0 0 0,0 0 0,0 0 0,0 0 0,0 1 0,1 3 0,8 9 0,-2 0 0,0 0 0,10 24 0,-18-36 0,17 39 0,-1 1 0,15 66 0,-32-108 0,0 0 0,0-1 0,0 1 0,0-1 0,0 1 0,0-1 0,0 1 0,0 0 0,1-1 0,-1 1 0,0-1 0,0 1 0,1-1 0,-1 1 0,0-1 0,1 1 0,-1-1 0,1 1 0,-1-1 0,1 0 0,-1 1 0,0-1 0,1 1 0,-1-1 0,1 0 0,0 0 0,-1 1 0,1-1 0,-1 0 0,1 0 0,-1 0 0,1 0 0,0 1 0,-1-1 0,1 0 0,21-15 0,22-42 0,-37 47 0,54-80 0,-19 28 0,2 1 0,61-62 0,-101 118 0,0 0 0,1 1 0,0 0 0,0 0 0,0 1 0,1-1 0,-1 1 0,1 0 0,0 0 0,0 1 0,0 0 0,11-3 0,-13 5 0,0 0 0,0 0 0,0 0 0,0 0 0,0 1 0,0-1 0,0 1 0,0 0 0,-1 1 0,1-1 0,0 1 0,0-1 0,-1 1 0,1 0 0,-1 1 0,0-1 0,1 0 0,-1 1 0,0 0 0,-1 0 0,4 3 0,10 13 0,-2 1 0,0 0 0,-1 1 0,-1 0 0,-1 1 0,13 37 0,39 147 0,-56-180 0,7 29-1365,-5-14-5461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29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24575,'4'3'0,"-1"0"0,1 0 0,0-1 0,1 1 0,-1-1 0,0 0 0,1 0 0,-1-1 0,5 2 0,11 4 0,216 84 0,119 56 0,-344-142 0,0 1 0,0 0 0,-1 0 0,0 1 0,0 1 0,-1 0 0,0 0 0,8 10 0,-14-14 0,0 0 0,-1 1 0,1-1 0,-1 1 0,0-1 0,0 1 0,-1 0 0,1-1 0,-1 1 0,0 0 0,0 0 0,-1 0 0,0 0 0,0 0 0,0 0 0,0 0 0,-1 0 0,1 0 0,-1 0 0,-1 0 0,1 0 0,-3 5 0,-4 11 0,-2 0 0,0-1 0,-1 0 0,-1-1 0,-1 0 0,-1-1 0,0 0 0,-20 17 0,-22 17 0,-68 48 0,52-44 0,37-20-1365,28-27-5461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1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0 24575,'0'0'0,"0"0"0,0 0 0,1 0 0,-1 0 0,0 1 0,0-1 0,0 0 0,0 0 0,0 0 0,0 0 0,0 0 0,0 0 0,0 0 0,0 1 0,0-1 0,0 0 0,0 0 0,0 0 0,-1 0 0,1 0 0,0 0 0,0 0 0,0 1 0,25 5 0,19 6 0,-43-12 0,-1 0 0,0 1 0,1-1 0,-1 0 0,0 0 0,0 1 0,1-1 0,-1 0 0,0 1 0,0-1 0,1 0 0,-1 1 0,0-1 0,0 0 0,0 1 0,0-1 0,0 0 0,1 1 0,-1-1 0,0 1 0,0-1 0,0 0 0,0 1 0,0-1 0,0 1 0,0-1 0,0 0 0,-1 1 0,1-1 0,0 1 0,0-1 0,0 0 0,0 1 0,0-1 0,-1 0 0,1 1 0,0-1 0,0 0 0,-1 1 0,1-1 0,0 0 0,0 0 0,-1 1 0,1-1 0,0 0 0,-1 0 0,1 1 0,0-1 0,-1 0 0,1 0 0,0 0 0,-1 0 0,1 0 0,-1 1 0,1-1 0,0 0 0,-1 0 0,-25 13 0,26-13 0,-68 25 0,0-2 0,-2-4 0,-86 13 0,136-29-1365,6-2-5461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2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24575,'184'4'0,"94"-2"0,218-20-1365,-461 17-5461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3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24575,'25'22'0,"-19"-14"0,42 38 0,-3 3 0,-2 1 0,-2 3 0,39 65 0,-66-94 0,-2 1 0,0 0 0,-2 1 0,-1 0 0,8 37 0,-14-45 0,0 0 0,-1 1 0,-1-1 0,-1 0 0,-1 0 0,0 1 0,-2-1 0,0 0 0,-5 18 0,5-25 0,-1-1 0,0 1 0,0-1 0,-1 0 0,-1 0 0,0-1 0,0 0 0,-1 0 0,0 0 0,0-1 0,-1 0 0,0 0 0,0-1 0,-1 0 0,0 0 0,0-1 0,-1 0 0,0-1 0,-13 6 0,8-6 0,0 0 0,0-1 0,0-1 0,-1 0 0,1-1 0,-1-1 0,1-1 0,-1 0 0,0 0 0,1-2 0,-1 0 0,1-1 0,-19-5 0,30 7 0,-1-1 0,1 1 0,0-1 0,-1 0 0,1 0 0,0 0 0,0 0 0,1-1 0,-1 1 0,0-1 0,1 0 0,-1-1 0,1 1 0,0 0 0,-5-8 0,7 8 0,0 0 0,0 1 0,0-1 0,1 0 0,-1 0 0,1 0 0,-1 0 0,1 0 0,0 0 0,0 0 0,0 0 0,1 0 0,-1 0 0,1 0 0,-1 0 0,1 0 0,0 0 0,0 1 0,1-1 0,-1 0 0,0 1 0,1-1 0,0 1 0,-1-1 0,4-2 0,4-6 11,1 0 0,1 1 0,0 1 0,0 0 0,1 0 0,0 1-1,0 0 1,1 1 0,0 1 0,26-10 0,4 2-506,0 2 0,53-8 0,-25 9-6331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4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24575,'0'0'0,"8"-15"0,-2 6 0,1 0 0,1 0 0,0 1 0,0 0 0,0 1 0,1 0 0,0 0 0,0 1 0,1 0 0,0 0 0,0 1 0,0 0 0,21-6 0,-6 4 0,1 0 0,-1 2 0,1 0 0,49-1 0,-61 6 0,0 1 0,1 0 0,-1 0 0,0 1 0,0 1 0,-1 1 0,1 0 0,-1 0 0,1 1 0,-1 1 0,-1 1 0,1-1 0,13 12 0,-18-12 0,-1 0 0,0 0 0,0 1 0,-1 0 0,0 1 0,0-1 0,-1 1 0,0 0 0,0 1 0,-1-1 0,0 1 0,0 0 0,-1 0 0,0 0 0,-1 0 0,0 1 0,0-1 0,-1 0 0,0 1 0,-1 13 0,-3 1 0,-1 0 0,-1 0 0,0-1 0,-2 0 0,-1 0 0,-1 0 0,-20 36 0,15-31 0,1 1 0,1 0 0,-13 54 0,24-76 0,0-1 0,0 1 0,1 0 0,0-1 0,0 1 0,0 0 0,1 0 0,0-1 0,1 1 0,0-1 0,0 1 0,0-1 0,6 12 0,2-1 0,1-1 0,0 0 0,19 20 0,-15-19 0,-1 1 0,13 20 0,-23-32 0,-1 1 0,0-1 0,0 0 0,0 1 0,-1 0 0,0 0 0,-1-1 0,1 1 0,-1 0 0,0 13 0,-2-13 0,0 0 0,0-1 0,-1 1 0,1 0 0,-1-1 0,-1 0 0,1 1 0,-1-1 0,-1 0 0,1-1 0,-1 1 0,0 0 0,0-1 0,0 0 0,-1 0 0,1 0 0,-1-1 0,-1 0 0,-9 7 0,4-4 0,0 0 0,-1 0 0,0-2 0,0 1 0,0-1 0,-1-1 0,0-1 0,0 1 0,-15 0 0,25-3 0,0-1 0,0 1 0,1-1 0,-1 0 0,0 0 0,0 0 0,0-1 0,0 1 0,0-1 0,0 1 0,0-1 0,1 0 0,-1 0 0,0 0 0,1 0 0,-1-1 0,0 1 0,1-1 0,-3-2 0,4 2 0,-1 0 0,0 0 0,1 0 0,0-1 0,0 1 0,0-1 0,0 1 0,0-1 0,0 1 0,0-1 0,1 0 0,-1 1 0,1-1 0,0 0 0,0 1 0,0-6 0,2-6 0,1-1 0,0 1 0,1 0 0,1-1 0,0 2 0,7-15 0,3-3 17,1 1 0,2 1 1,1 0-1,1 1 0,1 1 0,43-42 0,-53 58-100,0 1 1,1 0-1,1 1 1,-1 0-1,1 1 1,1 0-1,-1 1 1,1 1-1,1 0 1,-1 1-1,1 0 1,0 2-1,0-1 1,0 2-1,0 0 1,0 1-1,21 0 1,1 7-6744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24575,'-2'26'0,"-1"1"0,-1-1 0,-14 48 0,4-19 0,-12 54 0,-44 228 0,65-298 0,2 0 0,1 0 0,2 1 0,2-1 0,1 0 0,14 62 0,-14-91-65,-1-1 0,1 1 0,1-1 0,0 0 0,0 0 0,1 0 0,0 0 0,0-1 0,1 0 0,0 0 0,0 0 0,1-1 0,0 0 0,1 0 0,-1-1 0,1 0 0,0 0 0,1-1 0,0 0 0,11 5 0,21 4-6761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6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24575,'438'-25'0,"-236"10"0,-140 11-67,-16 2-582,72-12 0,-108 12-6177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6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24575,'1'6'0,"0"0"0,1-1 0,0 1 0,0-1 0,0 1 0,0-1 0,1 0 0,4 6 0,2 6 0,37 74 0,67 149 0,-102-211 0,-1 0 0,-1 1 0,-2 0 0,-1 0 0,-1 1 0,0 42 0,-5-59 0,-1 0 0,-1 0 0,0 0 0,-1-1 0,-1 1 0,-10 24 0,13-34 0,0 0 0,0-1 0,-1 1 0,0-1 0,0 1 0,0-1 0,0 0 0,0 1 0,-1-1 0,0 0 0,1-1 0,-1 1 0,0 0 0,0-1 0,-1 0 0,1 1 0,0-1 0,-1-1 0,1 1 0,-1 0 0,0-1 0,1 0 0,-1 0 0,0 0 0,0 0 0,0 0 0,0-1 0,-6 0 0,8 0 0,0-1 0,0 1 0,0-1 0,0 1 0,0-1 0,0 0 0,0 0 0,0 0 0,0 0 0,0-1 0,1 1 0,-1 0 0,0-1 0,1 1 0,-1-1 0,1 0 0,-1 1 0,1-1 0,0 0 0,0 0 0,0 0 0,0 0 0,0 0 0,0 0 0,1 0 0,-1 0 0,0 0 0,1 0 0,0 0 0,0-1 0,-1 1 0,1 0 0,1 0 0,-1 0 0,0 0 0,1-3 0,-1-3 0,2 0 0,-1 0 0,1 1 0,0-1 0,0 0 0,1 1 0,0-1 0,7-11 0,-3 10-124,1 1 0,0-1 0,0 1 0,0 1 0,1 0 0,0 0-1,1 0 1,0 1 0,0 1 0,16-7 0,17-7-6702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7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24575,'54'-10'0,"-5"0"0,-31 9 0,0 1 0,1 1 0,-1 0 0,1 1 0,-1 1 0,0 1 0,0 0 0,-1 2 0,1 0 0,32 16 0,-41-17 0,0 1 0,1 0 0,-2 0 0,1 1 0,-1 1 0,0-1 0,-1 1 0,1 0 0,-2 1 0,1 0 0,-1 0 0,0 0 0,-1 1 0,0-1 0,-1 1 0,0 1 0,-1-1 0,0 0 0,4 22 0,-5 1 0,-2 0 0,-1 0 0,-1 0 0,-2 0 0,-8 34 0,-8 78 0,19-128 0,1 0 0,0 1 0,1-1 0,1 0 0,1 0 0,7 22 0,38 66 0,-48-103 0,0 0 0,0 0 0,-1 0 0,1 0 0,0 0 0,-1 0 0,1 0 0,-1-1 0,0 1 0,0 0 0,0 0 0,0 0 0,0-1 0,0 1 0,0-1 0,0 1 0,-1-1 0,1 1 0,-1-1 0,1 0 0,-1 1 0,1-1 0,-1 0 0,0 0 0,0 0 0,1-1 0,-1 1 0,-2 1 0,-61 23 0,59-23 0,-22 7 0,0-1 0,-37 5 0,56-12 0,-1 0 0,1 0 0,0-1 0,0 0 0,-1 0 0,1-1 0,0-1 0,0 1 0,0-2 0,0 1 0,-12-6 0,17 6 0,1 1 0,0-1 0,1 0 0,-1 0 0,0 0 0,0-1 0,1 1 0,-1-1 0,1 1 0,0-1 0,0 0 0,0 0 0,0 0 0,0 0 0,1 0 0,-1 0 0,1 0 0,0-1 0,-1-3 0,1 0 0,0 0 0,1 0 0,0 0 0,0 0 0,1 0 0,-1 0 0,2 0 0,-1 1 0,3-9 0,4-8 0,2 0 0,0 1 0,1 0 0,20-29 0,-18 30-105,2 0 0,0 2 0,1 0 0,0 0 0,2 2 0,0 0 0,1 1 0,1 1 0,0 0 0,1 2 0,1 0 0,30-12 0,-23 15-6721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0,14 7 0,13 3 0,1-2 0,-1-1 0,57 7 0,88-1 0,-143-12 0,225-3-1365,-196-3-5461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8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24575,'0'26'0,"-2"153"0,12 284 0,-6-423-682,18 71-1,-14-83-6143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24575,'5'6'0,"-1"1"0,1-1 0,-2 1 0,1 1 0,-1-1 0,0 0 0,0 1 0,-1-1 0,0 1 0,2 12 0,2 7 0,21 82 0,-6 2 0,9 117 0,-9 227 0,-21-448 0,0-1 0,0 1 0,1 0 0,0-1 0,0 1 0,0-1 0,1 0 0,5 13 0,-6-18 0,0 1 0,1-1 0,-1 1 0,0-1 0,1 1 0,0-1 0,-1 0 0,1 0 0,-1 0 0,1 0 0,0 0 0,0 0 0,0-1 0,0 1 0,0 0 0,-1-1 0,1 0 0,0 1 0,0-1 0,0 0 0,0 0 0,0 0 0,0 0 0,0 0 0,0-1 0,0 1 0,0 0 0,0-1 0,0 0 0,0 1 0,0-1 0,3-2 0,16-6 0,-1-1 0,0-1 0,0-1 0,-1-1 0,22-19 0,-24 18 0,1 0 0,1 1 0,0 1 0,1 1 0,27-11 0,-44 21 0,0 0 0,1 0 0,-1 0 0,0 0 0,1 1 0,-1 0 0,1-1 0,-1 1 0,0 1 0,1-1 0,-1 0 0,1 1 0,-1 0 0,0 0 0,1 0 0,-1 0 0,0 0 0,5 3 0,-2 0 0,-1 0 0,0 0 0,0 1 0,0 0 0,0-1 0,-1 1 0,0 1 0,0-1 0,4 7 0,4 10 0,-1 2 0,-1-1 0,14 48 0,-11-22-195,-2 0 0,-3 1 0,-1 0 0,-3 1 0,-2 0 0,-5 64 0,2-107-6631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3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24575,'271'-12'-14,"2"0"103,-214 13-569,-1 3 0,96 17 0,-130-16-6346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40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24575,'5'1'0,"1"0"0,-1 0 0,1 1 0,-1 0 0,0 0 0,0 0 0,0 0 0,7 5 0,8 3 0,49 24 0,-1 3 0,-2 4 0,-2 2 0,-1 2 0,-3 4 0,-2 2 0,-2 2 0,69 86 0,-109-119 0,-2 1 0,0 0 0,-1 1 0,-1 0 0,-2 1 0,0 0 0,-1 1 0,-1 0 0,-1 0 0,-2 1 0,0-1 0,1 33 0,-5-26 0,-2 1 0,-1-1 0,-1 0 0,-2 1 0,-1-2 0,-1 1 0,-2-1 0,-1 0 0,-19 40 0,-85 140 0,51-97 0,57-103 0,4-5 0,0-1 0,0 1 0,0-1 0,-1 0 0,0 0 0,0 0 0,0 0 0,0 0 0,0 0 0,-1-1 0,0 0 0,-5 4 0,9-7-23,0 0-1,0 0 1,0 0-1,0 0 1,-1 0-1,1 0 0,0 0 1,0 0-1,0 0 1,0 0-1,0 0 1,0 0-1,0 0 1,0 0-1,-1 0 1,1-1-1,0 1 1,0 0-1,0 0 0,0 0 1,0 0-1,0 0 1,0 0-1,0 0 1,0-1-1,0 1 1,0 0-1,0 0 1,0 0-1,0 0 0,0 0 1,0 0-1,0 0 1,0-1-1,0 1 1,0 0-1,0 0 1,0 0-1,0 0 1,0 0-1,0 0 1,0-1-1,0 1 0,0 0 1,0 0-1,0 0 1,0 0-1,0 0 1,0 0-1,0 0 1,0 0-1,1-1 1,-1 1-1,0 0 1,0 0-1,0 0 0,0 0 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42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0,8 11 0,-2 1 0,0 1 0,-1 0 0,-1 0 0,0 0 0,-1 0 0,0 1 0,1 14 0,2 102 0,-5-88 0,1 24-99,17 317 331,-11-299-732,4-1 1,35 123 0,-39-178-6327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4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 24575,'1'47'0,"3"0"0,18 87 0,37 90 0,-37-146 0,0-2 0,-3 0 0,-3 1 0,7 113 0,-22-167 0,0 0 0,-2 0 0,-1 0 0,-1 0 0,0 0 0,-2-1 0,-1 1 0,0-1 0,-2 0 0,-1-1 0,0 0 0,-1 0 0,-2-1 0,0 0 0,-1-1 0,-20 23 0,14-23 0,0-1 0,-2 0 0,0-1 0,-1-1 0,0-2 0,-1 0 0,-1-1 0,0-1 0,-1-1 0,0-2 0,-30 8 0,52-16 0,-1 0 0,1 0 0,-1 0 0,1-1 0,-1 0 0,1 1 0,-1-1 0,1-1 0,-1 1 0,0 0 0,1-1 0,-1 0 0,1 0 0,0 0 0,-1 0 0,1 0 0,0-1 0,-1 1 0,-3-4 0,5 3 0,0 0 0,1-1 0,-1 1 0,1-1 0,-1 1 0,1-1 0,0 0 0,0 1 0,0-1 0,0 0 0,1 0 0,-1 0 0,1 1 0,0-1 0,-1 0 0,1 0 0,1 0 0,-1 0 0,0 0 0,1 0 0,-1 1 0,1-1 0,0 0 0,1-3 0,5-15 0,1 1 0,1 0 0,1 1 0,0 0 0,2 0 0,0 1 0,1 1 0,22-24 0,-5 11 0,1 0 0,1 3 0,51-35 0,-46 40-48,1 3-1,1 1 1,1 1-1,0 3 0,1 1 1,43-7-1,-15 2-976,-43 10-5801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42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0,2 2 0,6 3 0,3 3 0,-1 0-8191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43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 24575,'0'0'0,"0"2"0,0 3 0,-2 7 0,-3 8 0,-5 9 0,-5 11 0,-4 8 0,-4 8 0,-1 7 0,-2 1 0,1-1 0,4-8 0,4-12 0,6-14-8191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43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24575,'8'11'0,"1"0"0,-2 1 0,1-1 0,-2 2 0,0-1 0,0 1 0,-1 0 0,6 26 0,-2-12 0,2 11 0,-1 1 0,-2 0 0,-1 0 0,1 62 0,-8-101 0,0 1 0,0-1 0,0 0 0,0 0 0,0 0 0,0 0 0,1 0 0,-1 1 0,0-1 0,0 0 0,0 0 0,0 0 0,0 0 0,0 0 0,0 0 0,0 0 0,1 0 0,-1 1 0,0-1 0,0 0 0,0 0 0,0 0 0,0 0 0,1 0 0,-1 0 0,0 0 0,0 0 0,0 0 0,0 0 0,0 0 0,1 0 0,-1 0 0,0 0 0,0 0 0,0 0 0,0 0 0,0 0 0,1 0 0,-1 0 0,0 0 0,0 0 0,0 0 0,0-1 0,0 1 0,0 0 0,1 0 0,-1 0 0,0 0 0,0 0 0,0 0 0,0 0 0,0 0 0,0-1 0,0 1 0,14-11 0,11-14 0,48-71 0,-54 68 0,1 1 0,1 1 0,1 1 0,43-37 0,-62 59 0,-1 1 0,1 0 0,0 0 0,0 0 0,0 1 0,0-1 0,0 1 0,0 0 0,1-1 0,-1 1 0,0 1 0,1-1 0,-1 0 0,0 1 0,1 0 0,-1 0 0,1 0 0,-1 0 0,0 0 0,5 2 0,-4-1 0,0 1 0,0 0 0,0 0 0,0 1 0,0-1 0,0 1 0,-1 0 0,1 0 0,-1 0 0,0 0 0,0 1 0,0-1 0,3 6 0,6 11 0,-1 1 0,-1 0 0,-1 1 0,10 35 0,-17-53 0,13 49 0,-8-27 0,1 0 0,19 42 0,-26-66 0,0 0 0,0 0 0,0-1 0,0 1 0,0 0 0,0 0 0,1 0 0,-1-1 0,1 1 0,-1-1 0,1 1 0,0-1 0,-1 0 0,1 0 0,0 0 0,0 1 0,0-2 0,0 1 0,0 0 0,0 0 0,0-1 0,0 1 0,4 0 0,-2-2 0,0 1 0,0-1 0,0 0 0,-1 0 0,1 0 0,0 0 0,-1 0 0,1-1 0,-1 0 0,0 0 0,1 0 0,4-3 0,8-9 0,0-1 0,-1 0 0,23-31 0,-34 41 0,91-116 0,-95 120 0,0 1 0,0 0 0,1 0 0,-1 0 0,0 0 0,0-1 0,0 1 0,1 0 0,-1 0 0,0 0 0,0 0 0,1 0 0,-1 0 0,0 0 0,0 0 0,1 0 0,-1 0 0,0 0 0,0 0 0,1 0 0,-1 0 0,0 0 0,0 0 0,1 0 0,-1 0 0,0 0 0,0 0 0,1 0 0,-1 0 0,0 0 0,0 0 0,1 0 0,-1 1 0,0-1 0,0 0 0,0 0 0,1 0 0,-1 0 0,0 1 0,0-1 0,0 0 0,10 15 0,6 23 0,-15-35 0,42 121-57,-14-39-597,68 143 0,-74-187-6172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44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24575,'32'2'0,"-1"1"0,0 2 0,55 16 0,-35-8 0,155 41 0,228 94 0,-420-143 0,-4-1 0,0-1 0,-1 1 0,0 1 0,0-1 0,11 9 0,-19-12 0,1 0 0,-1 0 0,1 1 0,-1-1 0,0 0 0,0 1 0,0-1 0,0 1 0,0 0 0,0-1 0,0 1 0,0 0 0,0-1 0,-1 1 0,1 0 0,-1 0 0,1-1 0,-1 1 0,0 0 0,0 0 0,0 0 0,0 0 0,0 0 0,0 0 0,0-1 0,-1 1 0,1 0 0,-1 0 0,1 0 0,-1-1 0,0 1 0,1 0 0,-1-1 0,0 1 0,-2 1 0,-6 11 0,-1-1 0,0-1 0,-1 0 0,-1 0 0,0-1 0,-23 17 0,-92 53 0,111-71 0,-233 129 59,-107 67-1483,313-177-5402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13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24575,'0'0'0,"57"6"0,83 9 0,35 2 0,6-2 0,-13-4 0,-23-3 0,-26-4 0,-26-2 0,-23-1 0,-22-4 0,-19 0-8191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14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24575,'14'17'0,"-1"1"0,-1 0 0,0 1 0,-2 0 0,0 1 0,9 27 0,-1 4 0,15 74 0,-26-86 0,-1 1 0,-1 0 0,-3 0 0,-1 0 0,-2 1 0,-8 51 0,5-66 0,-1-1 0,-1 0 0,-1 0 0,-1 0 0,-2-1 0,0-1 0,-1 1 0,-2-2 0,0 1 0,-30 36 0,41-56 0,0-1 0,-1 1 0,1 0 0,-1-1 0,1 0 0,-1 0 0,0 0 0,0 0 0,0 0 0,0 0 0,0-1 0,0 1 0,-1-1 0,1 0 0,0 0 0,-1 0 0,1-1 0,0 1 0,-5-1 0,7 0 0,-1 0 0,1 0 0,0-1 0,-1 1 0,1-1 0,0 1 0,0-1 0,-1 1 0,1-1 0,0 0 0,0 0 0,0 0 0,0 1 0,0-1 0,0 0 0,0 0 0,0 0 0,0 0 0,0-2 0,-1 0 0,1 0 0,0 0 0,-1 0 0,1 0 0,1-1 0,-1 1 0,0 0 0,1 0 0,0-1 0,0-5 0,0-1 6,0 0-1,1 0 1,1 0-1,0 1 0,0-1 1,1 0-1,0 1 1,1 0-1,0 0 1,0 0-1,1 0 1,0 0-1,0 1 0,1 0 1,0 0-1,1 1 1,0 0-1,0 0 1,0 0-1,1 1 1,13-8-1,-1 2-170,0 1 0,1 1 0,0 2 0,1 0 0,0 0 0,1 2 0,-1 1 0,26-2 0,-1 1-6661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14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24575,'22'-1'0,"0"-2"0,0 0 0,23-7 0,-20 5 0,47-6 0,-56 10 0,-1 0 0,1 2 0,0 0 0,0 0 0,-1 2 0,0 0 0,24 7 0,-34-8 0,-1 0 0,0 0 0,1 0 0,-1 0 0,0 1 0,0 0 0,0 0 0,-1 0 0,1 0 0,-1 0 0,1 1 0,-1 0 0,0 0 0,0-1 0,-1 2 0,1-1 0,-1 0 0,0 0 0,0 1 0,-1-1 0,1 1 0,-1 0 0,0-1 0,0 1 0,0 0 0,-1 0 0,0-1 0,0 8 0,-2 12 0,-1 0 0,-2 0 0,0 0 0,-12 32 0,8-26 0,-11 57 0,20-80 0,0 0 0,0 1 0,1-1 0,0 0 0,0 1 0,0-1 0,1 0 0,0 0 0,1 0 0,-1 0 0,1 0 0,1-1 0,-1 1 0,1-1 0,0 0 0,1 0 0,-1 0 0,1-1 0,7 7 0,13 11 0,1-2 0,56 37 0,-46-34 0,-26-18 0,0 1 0,0 1 0,-1 0 0,0 0 0,-1 1 0,0 0 0,0 1 0,-1 0 0,7 11 0,-12-17 0,0 1 0,0 0 0,0-1 0,-1 1 0,0 0 0,0 0 0,0 0 0,0 0 0,-1-1 0,0 1 0,0 0 0,0 0 0,-1 0 0,0 0 0,1 0 0,-2 0 0,1 0 0,-1-1 0,1 1 0,-1 0 0,-1-1 0,1 0 0,-1 1 0,-5 6 0,0-1 0,0 0 0,-1 0 0,0-1 0,-1-1 0,0 0 0,-20 13 0,23-16 0,-1-1 0,0 0 0,0 0 0,0-1 0,0 0 0,0-1 0,-1 1 0,1-2 0,-1 1 0,1-1 0,-11 0 0,17-1 0,0 0 0,-1 0 0,1-1 0,-1 1 0,1-1 0,0 1 0,-1-1 0,1 0 0,0 0 0,0 0 0,0 0 0,-1 0 0,1 0 0,0-1 0,1 1 0,-1 0 0,0-1 0,0 0 0,0 0 0,-1-2 0,1 0 0,0 1 0,0-1 0,1 0 0,0 1 0,-1-1 0,1 0 0,1 0 0,-1 0 0,1 0 0,-1 0 0,1-6 0,2-5 0,-1 1 0,2-1 0,0 0 0,0 1 0,10-22 0,-6 17-97,2 1-1,0 0 1,1 0-1,1 1 1,0 0-1,2 1 1,0 0-1,0 1 1,2 0-1,-1 1 1,2 1-1,0 1 0,28-18 1,-29 23-6729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29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24575,'0'0'0,"33"3"0,53 4 0,35 3 0,13 1 0,-2-2 0,-11-3 0,-16-2 0,-16-2 0,-15-1 0,-12-1 0,-9 0 0,-10-1 0,-9-1 0,-12-1-8191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0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24575,'0'0'0,"0"0"0,2 2 0,1 0 0,-1 0 0,0 1 0,0-1 0,0 1 0,0-1 0,0 1 0,0-1 0,-1 1 0,1 0 0,0 4 0,3 1 0,46 74 0,-4 3 0,-3 1 0,38 111 0,-72-165 0,-1 1 0,-2 0 0,-1 1 0,-2-1 0,1 46 0,-6-55 0,0-1 0,-2 1 0,-1-1 0,0 0 0,-2 0 0,-1 0 0,0-1 0,-18 36 0,15-41 0,0-1 0,0 0 0,-2 0 0,1-1 0,-21 18 0,26-26 0,-2 0 0,1-1 0,-1 0 0,0 0 0,0-1 0,0 0 0,-1 0 0,0-1 0,0 0 0,0-1 0,-1 0 0,-11 3 0,21-6 0,0 0 0,0 0 0,-1 0 0,1 0 0,0 0 0,-1 0 0,1 0 0,0 0 0,-1 0 0,1 0 0,0 0 0,0-1 0,-1 1 0,1 0 0,0 0 0,0 0 0,-1 0 0,1 0 0,0-1 0,0 1 0,-1 0 0,1 0 0,0 0 0,0-1 0,-1 1 0,1 0 0,0 0 0,0-1 0,0 1 0,0 0 0,0 0 0,-1-1 0,1 1 0,0 0 0,0 0 0,0-1 0,0 1 0,0 0 0,0-1 0,0 1 0,3-20 0,12-16 0,-2 12 0,2 0 0,0 1 0,32-36 0,-40 50 0,2 0 0,-1 1 0,1 0 0,0 0 0,1 1 0,0 0 0,0 1 0,0 0 0,1 0 0,0 1 0,13-4 0,-16 8-273,0-1 0,0 1 0,0 1 0,14 0 0,0 2-6553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1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24575,'69'-3'0,"-52"2"0,0-1 0,0 2 0,1 0 0,-1 2 0,0-1 0,0 2 0,20 5 0,-27-5 0,-1 0 0,0 1 0,0-1 0,0 2 0,0-1 0,-1 1 0,0 1 0,0 0 0,0 0 0,0 0 0,-1 1 0,0 0 0,-1 0 0,0 1 0,0 0 0,0 0 0,-1 0 0,0 1 0,-1-1 0,0 1 0,0 0 0,-1 1 0,0-1 0,-1 1 0,0-1 0,0 1 0,-1 0 0,0 0 0,-1-1 0,0 1 0,0 0 0,-1 0 0,-1 0 0,0-1 0,-4 15 0,-19 46 0,16-49 0,2 1 0,-8 31 0,13-45 0,1-1 0,1 0 0,-1 0 0,1 1 0,0-1 0,1 1 0,0-1 0,0 0 0,0 0 0,1 0 0,5 13 0,3-1 0,1 0 0,0 0 0,2-1 0,0-1 0,22 22 0,-21-24 0,-1 0 0,0 1 0,-2 0 0,1 0 0,-2 2 0,14 29 0,-22-41 0,-1 0 0,1 0 0,-1-1 0,-1 1 0,1 0 0,-1 0 0,0 0 0,0 0 0,-1 0 0,0 0 0,0 0 0,0 0 0,-1-1 0,0 1 0,0 0 0,0-1 0,-1 1 0,1-1 0,-1 0 0,-1 0 0,1 0 0,-1 0 0,-4 4 0,1-2 0,0 1 0,-1-1 0,0 0 0,-1-1 0,1 0 0,-1 0 0,0-1 0,-1 0 0,1-1 0,-1 0 0,0 0 0,-14 3 0,22-7 0,0 0 0,1 1 0,-1-1 0,0 0 0,0 0 0,0 0 0,0 0 0,0 0 0,1 0 0,-1-1 0,0 1 0,0-1 0,0 1 0,1-1 0,-1 0 0,0 0 0,0 1 0,1-1 0,-1 0 0,1 0 0,-1-1 0,1 1 0,-1 0 0,1 0 0,0-1 0,0 1 0,0-1 0,0 1 0,0-1 0,0 0 0,0 1 0,0-1 0,0 0 0,1 1 0,-1-1 0,1 0 0,-1 0 0,1 0 0,0 0 0,0 1 0,0-1 0,0 0 0,0-3 0,0-8 0,0-1 0,1 1 0,0 0 0,6-23 0,1 2 0,2 1 0,1 0 0,23-46 0,-26 64 0,0-1 0,1 1 0,0 1 0,2 0 0,-1 0 0,2 1 0,0 1 0,0 0 0,15-11 0,-11 13-1365,-2 4-5461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24575,'0'0'0,"3"11"0,12 45 0,-2 0 0,-3 1 0,3 64 0,-5 173 0,-3-30 0,0-207-1365,-3-40-5461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24575,'0'0'0,"0"0"0,2 2 0,1 1 0,-1-1 0,0 0 0,0 1 0,0-1 0,0 1 0,0-1 0,-1 1 0,1 0 0,-1 0 0,2 4 0,-2-5 0,14 40 0,-1 1 0,-2 1 0,-2 0 0,8 87 0,-11-72 0,21 205 0,-25-205 0,-3 0 0,-10 88 0,8-135 0,0 1 0,-1-1 0,0 0 0,0 0 0,-2-1 0,1 1 0,-10 15 0,13-25 0,-1 1 0,1-1 0,-1 0 0,0 0 0,0 0 0,0-1 0,0 1 0,0 0 0,0-1 0,0 1 0,0-1 0,-1 1 0,1-1 0,-1 0 0,1 0 0,-5 1 0,4-2 0,0 0 0,0 0 0,-1 0 0,1-1 0,0 1 0,0-1 0,0 0 0,0 0 0,0 0 0,0 0 0,0 0 0,0-1 0,0 1 0,0-1 0,0 0 0,1 0 0,-4-2 0,1 0 0,0 0 0,0-1 0,0 1 0,0-1 0,1 0 0,0-1 0,0 1 0,0 0 0,1-1 0,0 0 0,0 0 0,0 0 0,1 0 0,0-1 0,0 1 0,-1-9 0,2 6 0,1 0 0,0 0 0,0 1 0,1-1 0,0 0 0,0 0 0,1 0 0,1 1 0,-1-1 0,8-15 0,0 5 0,1 1 0,0 0 0,1 1 0,1 0 0,0 1 0,1 0 0,1 1 0,1 1 0,24-18 0,103-45-1365,-131 69-5461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2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0,2 3 0,1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24575,'0'0'0,"0"0"0,0 3 0,0 2 0,0 3 0,0 6 0,0 7 0,0 7 0,0 7 0,-2 4 0,-1 2 0,-1-2 0,-4-2 0,1-9 0,2-9 0,0-7-8191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3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24575,'4'2'0,"0"1"0,-1 0 0,0 0 0,1 0 0,-1 1 0,0-1 0,-1 1 0,1 0 0,3 6 0,-1-2 0,9 12 0,-2 1 0,0 0 0,-1 1 0,-1 0 0,-1 1 0,10 37 0,-9-13 0,-2-1 0,3 69 0,-11-115 0,0 0 0,0 0 0,0 0 0,0 0 0,0 0 0,0 1 0,0-1 0,1 0 0,-1 0 0,0 0 0,0 0 0,0 0 0,0 0 0,0 0 0,0 0 0,0 1 0,0-1 0,1 0 0,-1 0 0,0 0 0,0 0 0,0 0 0,0 0 0,0 0 0,0 0 0,0 0 0,1 0 0,-1 0 0,0 0 0,0 0 0,0 0 0,0 0 0,0 0 0,1 0 0,-1 0 0,0 0 0,0 0 0,0 0 0,0 0 0,0 0 0,0 0 0,1 0 0,-1 0 0,0 0 0,0 0 0,0-1 0,0 1 0,0 0 0,0 0 0,0 0 0,0 0 0,1 0 0,-1 0 0,0 0 0,0 0 0,0-1 0,0 1 0,0 0 0,0 0 0,13-12 0,10-16 0,30-49 0,-35 49 0,0 1 0,2 1 0,0 1 0,2 0 0,48-41 0,-66 63 0,-1 1 0,1-1 0,0 1 0,0 0 0,0 0 0,0 0 0,0 0 0,0 0 0,0 1 0,0 0 0,1 0 0,-1 0 0,1 1 0,-1-1 0,1 1 0,-1 0 0,0 0 0,1 1 0,-1-1 0,1 1 0,-1 0 0,0 0 0,1 1 0,-1-1 0,0 1 0,0 0 0,0 0 0,0 0 0,-1 1 0,1-1 0,0 1 0,-1 0 0,0 0 0,0 0 0,5 6 0,5 7 0,-1 0 0,-1 1 0,0 1 0,-2 0 0,0 1 0,9 25 0,-18-43 0,1 0 0,-1 0 0,0-1 0,1 1 0,-1 0 0,1 0 0,-1-1 0,1 1 0,-1 0 0,1-1 0,0 1 0,-1 0 0,1-1 0,0 1 0,-1-1 0,1 1 0,0-1 0,0 1 0,-1-1 0,1 0 0,0 1 0,0-1 0,0 0 0,0 0 0,0 0 0,-1 1 0,1-1 0,0 0 0,0 0 0,0 0 0,0 0 0,0-1 0,0 1 0,0 0 0,-1 0 0,1 0 0,0-1 0,0 1 0,0 0 0,0-1 0,-1 1 0,1-1 0,0 1 0,0-1 0,0 0 0,37-31 0,-32 26 0,22-22 0,-10 10 0,2 0 0,40-30 0,-59 47 0,1 1 0,0-1 0,0 0 0,0 1 0,-1-1 0,1 1 0,0 0 0,0 0 0,0-1 0,0 1 0,-1 0 0,1 1 0,0-1 0,0 0 0,0 0 0,0 1 0,-1-1 0,1 1 0,0 0 0,0-1 0,-1 1 0,1 0 0,0 0 0,-1 0 0,1 0 0,-1 1 0,0-1 0,1 0 0,-1 0 0,0 1 0,0-1 0,1 1 0,-1-1 0,0 1 0,-1 0 0,2 2 0,7 10 0,-1 1 0,-1 0 0,7 18 0,-8-18 0,3 7-108,15 34-521,45 80 1,-47-101-6198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4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24575,'0'0'0,"27"18"0,213 152 0,-28-19 0,-148-110 0,99 72 0,-161-111 0,1 0 0,-1 1 0,0-1 0,0 1 0,0-1 0,0 1 0,0 0 0,0 0 0,-1 0 0,1 0 0,-1 0 0,0 0 0,0 0 0,0 0 0,-1 0 0,1 1 0,-1-1 0,1 0 0,-1 1 0,0-1 0,0 0 0,-1 0 0,1 1 0,-1-1 0,1 0 0,-1 0 0,0 1 0,0-1 0,-1 0 0,1 0 0,-1 0 0,1 0 0,-1-1 0,-3 5 0,-8 11 0,-1 0 0,-1-1 0,0 0 0,-18 14 0,15-13 0,-41 37-682,-110 79-1,142-115-6143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24575,'30'11'0,"-16"-4"0,44 13 24,0-2 0,1-2 0,1-3 0,65 5 0,-12-9-767,147-7 1,-248-2-6084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39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24575,'0'40'0,"19"464"0,-3-317-1365,-14-175-5461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1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24575,'30'30'0,"-1"2"0,-1 1 0,-2 2 0,24 41 0,-37-54 0,-2 1 0,0 1 0,-2 0 0,0 0 0,-2 1 0,-1 0 0,-1 0 0,3 32 0,-4 57 0,-12 128 0,-1 12 0,14-262 0,0-1 0,0 1 0,1 0 0,0 0 0,0 1 0,1 0 0,11-10 0,-7 8 0,0 1 0,1 0 0,0 0 0,0 1 0,0 1 0,1 0 0,0 1 0,1 0 0,-1 1 0,1 1 0,21-3 0,-29 5 0,1 1 0,-1 0 0,1 0 0,-1 1 0,1-1 0,-1 1 0,1 1 0,-1 0 0,0-1 0,1 2 0,-1-1 0,0 1 0,-1 0 0,1 0 0,0 1 0,-1-1 0,0 1 0,0 0 0,0 1 0,0-1 0,0 1 0,-1 0 0,0 0 0,0 1 0,-1-1 0,5 10 0,0 2 0,-1 0 0,-1 1 0,0 0 0,-1 0 0,-2 1 0,1-1 0,0 33 0,-9 133 0,-4-123-1365,7-54-5461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2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24575,'35'0'0,"409"0"-1365,-414 0-5461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2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24575,'1'2'0,"1"0"0,-1 0 0,0 0 0,1 0 0,-1 0 0,0 0 0,0 0 0,0 0 0,0 0 0,-1 0 0,2 3 0,-1-1 0,14 41-9,-2 0-1,-2 0 1,8 78-1,-2 146 171,-14-158-905,21 122 0,-19-206-6082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3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0 24575,'0'0'0,"2"2"0,0 0 0,0 0 0,0 1 0,0-1 0,0 1 0,0-1 0,0 1 0,-1-1 0,1 1 0,-1 0 0,0 0 0,1 5 0,0-5 0,10 30 0,-1 1 0,-2 0 0,-1 0 0,5 59 0,-2 142 0,-11-146 0,-19 151 0,13-201 0,-2 0 0,-2 0 0,-1-1 0,-1 0 0,-3-1 0,-22 43 0,28-66 0,0 0 0,0-1 0,-2 0 0,1 0 0,-2-1 0,0-1 0,-23 18 0,28-23 0,-1-1 0,-1 0 0,1 0 0,0-1 0,-1 0 0,0 0 0,0-1 0,0-1 0,-1 1 0,1-1 0,0-1 0,-1 0 0,1 0 0,-17-1 0,23 0 0,0-1 0,-1 1 0,1-1 0,-1 0 0,1 0 0,0 0 0,0 0 0,-1 0 0,1-1 0,0 1 0,0-1 0,0 0 0,0 0 0,1 0 0,-1 0 0,1-1 0,-1 1 0,1-1 0,0 1 0,0-1 0,0 0 0,0 0 0,0 0 0,1 0 0,-1 0 0,1 0 0,0-1 0,0 1 0,0 0 0,0-1 0,0 1 0,1-1 0,0 1 0,0-1 0,0 1 0,0 0 0,0-1 0,1 1 0,0-5 0,1-5 0,1 0 0,0-1 0,1 1 0,1 1 0,0-1 0,0 1 0,1-1 0,14-18 0,-7 13 0,1 1 0,1 1 0,1 0 0,0 1 0,1 1 0,1 0 0,0 1 0,39-20 0,3 5 0,107-32 0,-167 60 0,17-6-341,-1 0 0,0-1-1,24-14 1,-21 8-6485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3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2 0,2 3 0,0 1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4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24575,'0'0'0,"0"0"0,0 2 0,0 3 0,0 5 0,0 7 0,0 9 0,0 9 0,0 7 0,0 5 0,-2 4 0,-3 1 0,-3 0 0,-2-2 0,-2-5 0,2-8 0,2-10-8191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4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24575,'0'0'0,"0"0"0,16 15 0,-11-8 0,-1 0 0,0-1 0,0 2 0,0-1 0,-1 0 0,0 1 0,0-1 0,-1 1 0,0 0 0,-1 0 0,1 0 0,-1 13 0,1 15 0,-6 50 0,4-82 0,-13 198-1365,12-184-5461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5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24575,'46'-6'0,"-36"4"0,-1 0 0,0 1 0,1 0 0,11 1 0,-18 1 0,0-1 0,0 0 0,-1 1 0,1 0 0,0 0 0,-1 0 0,1 0 0,0 0 0,-1 0 0,1 1 0,-1-1 0,0 1 0,0 0 0,1-1 0,-1 1 0,0 0 0,-1 0 0,4 5 0,5 9 0,-1 1 0,-1 1 0,0 0 0,-1 0 0,-1 0 0,-1 1 0,-1-1 0,0 1 0,-1 1 0,-2-1 0,0 0 0,-2 36 0,2-99 0,-1 22 0,1 0 0,1 0 0,7-33 0,-8 50 0,0 0 0,1 0 0,-1 0 0,1 0 0,0 0 0,1 0 0,-1 1 0,1-1 0,0 1 0,0 0 0,0 0 0,1 0 0,-1 0 0,1 1 0,0-1 0,0 1 0,0 0 0,1 0 0,-1 0 0,9-3 0,-7 4 0,0 0 0,-1 1 0,1-1 0,0 1 0,0 0 0,0 1 0,0 0 0,0 0 0,0 0 0,0 1 0,-1-1 0,1 1 0,0 1 0,0-1 0,-1 1 0,1 0 0,0 1 0,-1-1 0,0 1 0,0 0 0,0 0 0,0 0 0,0 1 0,-1 0 0,1 0 0,-1 0 0,0 1 0,0-1 0,-1 1 0,4 6 0,4 4 0,-1 2 0,-1-1 0,-1 1 0,-1 1 0,0 0 0,-1 0 0,-1 0 0,4 22 0,-1 22-1365,-4-8-5461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47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24575,'4'2'0,"-1"1"0,1 0 0,-1 0 0,0 0 0,0 0 0,0 1 0,0-1 0,3 5 0,-1-2 0,29 32 0,1-3 0,72 57 0,91 48 0,-151-109 0,293 180 0,-331-205 0,0 0 0,0 1 0,0 0 0,0 1 0,-1 0 0,-1 0 0,8 10 0,-12-13 0,0 0 0,0 1 0,-1-1 0,1 1 0,-1 0 0,0 0 0,-1 0 0,0 0 0,0 0 0,0 0 0,0 0 0,-1 0 0,0 0 0,-1 8 0,-4 58 0,4-40 0,-1 0 0,-2 0 0,-10 39 0,-34 70 0,-5-3 0,-80 147 0,74-162 0,-349 668 0,258-516-1365,145-268-5461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1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24575,'0'0'0,"37"0"0,62-2 0,33-3 0,13-3 0,-7-2 0,-13-1 0,-19-2 0,-19 3 0,-20 2 0,-17 2 0,-13 3 0,-12 2 0,-11 0 0,-7 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24575,'5'3'0,"0"0"0,0 0 0,0-1 0,1 0 0,0 0 0,-1 0 0,1 0 0,0-1 0,0 0 0,0-1 0,-1 1 0,1-1 0,8 0 0,3 0 0,109 2 0,1-5 0,163-26 0,-5 0 0,-208 27-1365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24575,'2'4'0,"0"-1"0,0 1 0,0 0 0,0-1 0,0 1 0,-1 0 0,2 7 0,-1-4 0,52 179 0,34 214 0,-47-197 0,17 124 0,-58-327 0,0 0 0,0 0 0,0 0 0,0 0 0,0 1 0,0-1 0,0 0 0,0 0 0,0 0 0,0 0 0,0 0 0,0 0 0,0 0 0,0 1 0,0-1 0,0 0 0,0 0 0,0 0 0,0 0 0,0 0 0,0 0 0,0 0 0,0 0 0,0 1 0,0-1 0,0 0 0,0 0 0,1 0 0,-1 0 0,0 0 0,0 0 0,0 0 0,0 0 0,0 0 0,0 0 0,0 0 0,0 0 0,1 0 0,-1 0 0,0 0 0,0 0 0,0 0 0,0 0 0,0 0 0,0 0 0,0 0 0,0 0 0,1 0 0,-1 0 0,0 0 0,0 0 0,0 0 0,0 0 0,0 0 0,0 0 0,0 0 0,0 0 0,1 0 0,-1 0 0,0 0 0,0 0 0,0 0 0,0 0 0,8-10 0,5-15 0,4-10 0,94-176 0,-98 191 0,1 0 0,0 1 0,1 1 0,1 0 0,1 2 0,0-1 0,38-25 0,-49 38 0,0 1 0,0-1 0,0 1 0,0 1 0,0-1 0,0 1 0,1 0 0,-1 1 0,1 0 0,-1 0 0,1 0 0,-1 0 0,1 1 0,0 0 0,-1 1 0,13 2 0,-10-1 0,0 2 0,-1-1 0,1 1 0,-1 0 0,1 1 0,-1 0 0,-1 0 0,1 1 0,-1-1 0,12 13 0,0 5 0,0 0 0,-2 1 0,-1 1 0,0 0 0,-2 1 0,17 44 0,-17-32 0,-2 0 0,-1 1 0,10 79 0,-18-91 0,-1 1 0,-1 0 0,-2 0 0,0 0 0,-2 0 0,-11 43 0,14-67-68,-1 1 0,0-1-1,-1 1 1,1-1 0,-1 0 0,1 1-1,-1-1 1,-1 0 0,1 0 0,0-1-1,-1 1 1,0 0 0,0-1 0,0 1-1,0-1 1,-1 0 0,1 0-1,-1 0 1,-5 2 0,-2-2-6758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4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24575,'765'0'-1365,"-727"0"-5461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5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 24575,'0'0'0,"8"-10"0,1 1 0,0 1 0,1 0 0,0 0 0,0 1 0,1 0 0,0 1 0,0 0 0,0 1 0,23-7 0,-14 5 0,0 2 0,1 0 0,0 1 0,0 1 0,21 0 0,-34 3 0,-1 0 0,0 0 0,0 1 0,1 0 0,-1 0 0,0 1 0,0 0 0,0 0 0,0 0 0,-1 1 0,1 0 0,8 5 0,-11-5 0,-1 1 0,1-1 0,-1 1 0,0-1 0,0 1 0,0 0 0,0 0 0,0 1 0,-1-1 0,0 0 0,0 1 0,0-1 0,-1 1 0,1 0 0,-1 0 0,0-1 0,0 1 0,-1 0 0,0 6 0,0 22 0,-2 0 0,-2-1 0,-1 1 0,-1-1 0,-2 0 0,-16 42 0,-15 68 0,39-141 0,0 0 0,0 0 0,-1 1 0,1-1 0,0 0 0,0 0 0,0 0 0,0 0 0,0 0 0,0 1 0,0-1 0,1 0 0,-1 0 0,0 0 0,1 0 0,-1 0 0,0 0 0,1 0 0,0 0 0,-1 0 0,1 0 0,0 0 0,-1 0 0,1 0 0,0 0 0,0 0 0,0-1 0,-1 1 0,1 0 0,0 0 0,0-1 0,0 1 0,0-1 0,0 1 0,1-1 0,-1 0 0,2 1 0,4 0 0,1 0 0,-1 0 0,1-1 0,-1 1 0,9-2 0,8 0 0,57 8-682,137 30-1,-192-31-6143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0 24575,'0'6'0,"1"-1"0,0 0 0,0 1 0,1-1 0,0 0 0,3 9 0,4 6 0,-5-6 0,36 101 0,-5 2 0,28 163 0,-58-236 0,-2-1 0,-1 1 0,-2 0 0,-7 45 0,3-59 0,-2-1 0,-1 1 0,-1-1 0,-1-1 0,-2 0 0,-25 49 0,30-67 0,0-1 0,0 1 0,0-1 0,-1-1 0,-1 1 0,1-1 0,-1 0 0,-1-1 0,1 0 0,-1 0 0,-10 5 0,15-10 0,-1 0 0,1-1 0,0 1 0,0-1 0,-1 0 0,1 0 0,-1 0 0,1-1 0,-1 1 0,1-1 0,-1 0 0,1 0 0,-1-1 0,1 1 0,-1-1 0,1 0 0,0-1 0,-1 1 0,1-1 0,0 1 0,0-1 0,0 0 0,0-1 0,0 1 0,1-1 0,-1 0 0,1 0 0,-1 0 0,-3-5 0,-4-4 0,1 0 0,0-1 0,1 0 0,0-1 0,1 0 0,1-1 0,0 1 0,1-1 0,1-1 0,0 1 0,1-1 0,-3-22 0,5 29 0,1 0 0,0 0 0,1 0 0,0 0 0,0 0 0,1 0 0,0 0 0,1 0 0,0 0 0,0 0 0,1 1 0,0-1 0,1 1 0,0 0 0,0 0 0,0 0 0,1 0 0,1 1 0,-1-1 0,1 2 0,0-1 0,1 0 0,9-7 0,3 2 0,1 1 0,0 1 0,1 1 0,0 1 0,0 0 0,0 2 0,1 0 0,42-5 0,17 3 0,85 3 0,-156 5 0,39 0-118,-21 2-60,0-2 0,-1-1 0,1-1 0,0-1-1,-1-2 1,49-14 0,-45 4-6648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7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2 0,2 3 0,0 3 0,1 0-8191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24575,'0'0'0,"0"0"0,0 2 0,0 5 0,-4 16 0,-6 24 0,-8 26 0,-5 25 0,-3 25 0,1 15 0,2 3 0,5-5 0,8-12 0,8-15 0,10-18 0,11-17 0,5-19 0,-3-19-8191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1 24575,'2'2'0,"1"0"0,-1 1 0,0-1 0,1 1 0,-1 0 0,0-1 0,-1 1 0,1 0 0,0 0 0,-1 1 0,0-1 0,2 5 0,-1-3 0,11 29 0,-1 1 0,-2 0 0,-2 0 0,-1 1 0,-1 0 0,0 71 0,-6-49 0,-3-1 0,-3 1 0,-21 95 0,15-106 0,-2-1 0,-1-1 0,-3 0 0,-26 47 0,34-72 0,-2-1 0,0 0 0,-1-1 0,-1-1 0,-1 0 0,0-1 0,-1 0 0,-1-1 0,0-1 0,-1-1 0,-22 13 0,35-23 0,-1 0 0,-1 0 0,1-1 0,0 1 0,-1-1 0,1-1 0,-1 1 0,1-1 0,-1 0 0,0-1 0,1 0 0,-1 0 0,0 0 0,1-1 0,-10-1 0,13 1 0,0-1 0,0 1 0,0-1 0,0 0 0,0 1 0,0-1 0,0-1 0,0 1 0,1 0 0,-1-1 0,1 1 0,0-1 0,-1 0 0,1 0 0,1 1 0,-1-1 0,0-1 0,1 1 0,-1 0 0,1 0 0,0-1 0,0 1 0,0 0 0,1-1 0,-1 1 0,1-1 0,0 1 0,0-1 0,0 1 0,1-7 0,1-4 0,0 0 0,0 1 0,2-1 0,0 0 0,0 1 0,1 0 0,1 0 0,0 0 0,1 1 0,0 0 0,1 0 0,0 0 0,1 1 0,0 1 0,16-15 0,-7 9 0,0 1 0,1 0 0,0 2 0,1 0 0,1 1 0,0 1 0,0 1 0,35-11 0,-8 10-174,0 2-1,0 3 0,88-2 1,-106 7-493,6-1-6159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8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0,2 2 0,3 3 0,3 1 0,0-1-8191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24575,'190'4'0,"68"-1"0,-195-5 0,0-4 0,65-13 0,-116 17-136,-1 0-1,0-1 1,0 0-1,0-1 1,0-1-1,0 1 1,-1-2-1,0 1 0,16-13 1,-8 0-6690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9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24575,'-15'44'0,"-6"29"0,-23 144 0,39-177 0,2 1 0,1-1 0,3 1 0,1-1 0,9 54 0,-8-82-341,0 0 0,0 0-1,10 21 1,-2-14-6485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9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24575,'3'16'0,"19"126"0,-6 2 0,-3 212 0,-10-276-1365,-1-69-5461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4:59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 24575,'2'2'0,"-1"0"0,1-1 0,-1 1 0,1 0 0,-1 1 0,0-1 0,0 0 0,0 0 0,0 0 0,0 1 0,0 2 0,1-2 0,33 95 0,-3 2 0,-6 0 0,17 117 0,-26-80 0,1 259 0,-19-336 0,-4-1 0,-2 1 0,-2 0 0,-3-2 0,-3 1 0,-38 98 0,34-115 0,-1-1 0,-2 0 0,-2-2 0,-2-1 0,-1-1 0,-2-1 0,-1-1 0,-2-2 0,-49 39 0,48-46-455,-1-2 0,-45 24 0,23-20-6371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0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20 0,21 513 0,-6-234 0,-11-230-682,17 99-1,-14-136-6143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02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0 24575,'16'24'0,"-13"-20"0,23 47 0,-2 0 0,-2 2 0,16 58 0,-30-82 0,-1-1 0,-2 2 0,0-1 0,-2 1 0,-2-1 0,0 1 0,-7 49 0,4-64 0,-2-1 0,0 1 0,0-1 0,-1 0 0,-1 0 0,-1 0 0,0-1 0,0 0 0,-1-1 0,-1 1 0,0-1 0,-1-1 0,0 0 0,-1 0 0,0-1 0,0-1 0,-1 0 0,-1 0 0,1-1 0,-2-1 0,1 0 0,0 0 0,-1-2 0,-1 0 0,1 0 0,0-1 0,-27 3 0,38-7 0,1 1 0,-1-1 0,1 0 0,0 0 0,-1 0 0,1 0 0,0-1 0,-1 1 0,1-1 0,-1 1 0,1-1 0,0 0 0,0 1 0,0-1 0,-1-1 0,1 1 0,0 0 0,0 0 0,0-1 0,1 1 0,-1-1 0,0 0 0,0 1 0,1-1 0,-1 0 0,1 0 0,0 0 0,-1 0 0,1 0 0,0 0 0,0 0 0,0-1 0,1 1 0,-1 0 0,1-1 0,-1 1 0,1 0 0,0-1 0,-1 1 0,1-1 0,0 1 0,1-4 0,0-2 0,0 0 0,0 0 0,1 0 0,0 0 0,0 0 0,1 0 0,0 1 0,0-1 0,1 1 0,0 0 0,7-10 0,1 4 5,0 0 0,1 1 0,0 1 0,1 0 0,0 1 0,1 0 0,25-12 0,118-42-203,-69 30-1009,-65 24-5619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03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24575,'0'0'0,"2"2"0,3 1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0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24575,'1'12'0,"0"0"0,1 0 0,1 0 0,0 0 0,7 15 0,5 27 0,-3 18-455,-3 0 0,-1 138 0,-8-195-6371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04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24575,'16'21'0,"11"24"0,-2 2 0,30 76 0,-44-94 0,-2 1 0,-1 0 0,-2 0 0,0 1 0,1 55 0,30-121 0,183-238 0,-215 266 0,1 1 0,-1 0 0,1 0 0,1 1 0,-1-1 0,1 1 0,0 1 0,0-1 0,13-5 0,-16 9 0,-1 0 0,0 0 0,0 1 0,1-1 0,-1 1 0,0 0 0,1 0 0,-1 0 0,0 1 0,1-1 0,-1 1 0,0-1 0,0 1 0,1 0 0,-1 1 0,0-1 0,0 0 0,0 1 0,0 0 0,-1-1 0,1 1 0,0 0 0,-1 1 0,1-1 0,-1 0 0,4 5 0,8 12 0,-1 1 0,0 0 0,-2 1 0,0 0 0,-1 1 0,-2 0 0,12 42 0,-20-63 0,0 0 0,0 0 0,1-1 0,-1 1 0,0 0 0,1 0 0,-1 0 0,1 0 0,-1 0 0,1-1 0,-1 1 0,1 0 0,0-1 0,-1 1 0,1 0 0,0-1 0,-1 1 0,1-1 0,0 1 0,0-1 0,0 1 0,0-1 0,-1 1 0,1-1 0,0 0 0,0 0 0,1 1 0,1-1 0,-1 0 0,0-1 0,0 1 0,0-1 0,0 1 0,1-1 0,-1 1 0,0-1 0,0 0 0,0 0 0,3-2 0,7-6 0,0 1 0,20-22 0,-23 22 0,12-12 0,-13 11 0,1 1 0,-1 0 0,1 1 0,1 0 0,11-7 0,-18 13 0,0 0 0,0 0 0,0 0 0,0 0 0,0 0 0,0 0 0,0 1 0,0 0 0,0-1 0,0 1 0,0 0 0,0 1 0,0-1 0,0 0 0,0 1 0,0 0 0,0 0 0,0-1 0,0 2 0,0-1 0,0 0 0,-1 1 0,1-1 0,3 4 0,7 5 3,-1 0-1,0 1 1,0 1-1,-1 0 0,-1 0 1,0 1-1,14 25 1,46 108-64,-22-42-1263,-35-80-5502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04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24575,'92'105'0,"-5"-3"0,-23-43 0,129 91 0,-97-79 0,-88-66 0,-1 1 0,1 0 0,-1 0 0,-1 1 0,12 14 0,-16-18 0,-1 0 0,1 0 0,-1 0 0,0 0 0,0 0 0,0 0 0,0 1 0,0-1 0,-1 0 0,1 1 0,-1-1 0,0 0 0,0 1 0,0-1 0,0 0 0,-1 1 0,0-1 0,1 0 0,-1 1 0,-2 2 0,-5 15 0,-2-1 0,0-1 0,-1 0 0,-1-1 0,0 0 0,-20 22 0,-97 91 0,-2-21 110,-9 9-1585,119-98-5351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54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24575,'0'0'0,"39"4"0,63 8 0,33 2 0,7-1 0,-8-3 0,-13-3 0,-15-3 0,-16-5 0,-15-3 0,-12-4 0,-12-1 0,-12 0 0,-14 1 0,-10 2-8191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5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24575,'0'0'0,"19"15"0,-3-7 0,0-1 0,1-1 0,0 0 0,0-1 0,0 0 0,0-2 0,20 2 0,128 5 0,-149-10 0,181-5 0,-115 1 0,147 10 0,-180 4-1365,-34-6-5461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57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24575,'15'21'0,"-5"-2"0,-2 0 0,0 1 0,-1 0 0,7 36 0,8 90 0,-17-107 0,23 190 0,-3 377 0,-25-606 0,0 0 0,0 0 0,0 0 0,0 0 0,0 1 0,0-1 0,0 0 0,0 0 0,0 0 0,0 0 0,0 1 0,0-1 0,0 0 0,0 0 0,0 0 0,0 0 0,0 1 0,0-1 0,0 0 0,0 0 0,0 0 0,1 0 0,-1 1 0,0-1 0,0 0 0,0 0 0,0 0 0,0 0 0,0 0 0,0 0 0,1 0 0,-1 1 0,0-1 0,0 0 0,0 0 0,0 0 0,1 0 0,-1 0 0,0 0 0,0 0 0,0 0 0,0 0 0,1 0 0,-1 0 0,0 0 0,0 0 0,0 0 0,0 0 0,1 0 0,-1 0 0,0 0 0,0 0 0,0 0 0,1 0 0,13-10 0,22-26 0,-23 23 0,-6 6 0,170-157 0,-142 134 0,1 2 0,2 2 0,50-26 0,-80 47 0,0 2 0,-1-1 0,1 1 0,1 0 0,-1 1 0,0 0 0,1 0 0,-1 1 0,1 0 0,-1 0 0,1 1 0,-1 0 0,14 3 0,-16-2 0,1 1 0,-1 0 0,0 1 0,0 0 0,0 0 0,0 0 0,-1 1 0,1-1 0,-1 1 0,0 1 0,0-1 0,0 1 0,-1 0 0,0 0 0,0 0 0,0 0 0,0 1 0,2 6 0,3 6 0,-1 1 0,-1 0 0,0 0 0,-2 1 0,0 0 0,-1 0 0,-1 0 0,-1 0 0,-1 33 0,-3 1 0,-2-1 0,-16 76 0,17-108-170,-1 1-1,-1 0 0,-1-1 1,-1 0-1,-1-1 0,-1 1 1,-17 28-1,15-35-6655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57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24575,'6'0'0,"-1"-1"0,-1 0 0,1 0 0,0-1 0,0 0 0,0 0 0,5-2 0,18-7 0,24 0 21,0 4-1,1 1 1,57 2-1,27-3-1467,-86 1-5379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57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24575,'36'-11'0,"-13"2"0,-10 6 0,0 0 0,1 1 0,-1 0 0,0 1 0,1 1 0,-1 0 0,0 0 0,21 5 0,-28-4 0,0 0 0,0 1 0,-1 0 0,1 1 0,0-1 0,-1 1 0,0 0 0,1 0 0,-1 1 0,-1 0 0,1 0 0,0 0 0,-1 0 0,0 0 0,0 1 0,0 0 0,-1 0 0,1 0 0,-1 0 0,-1 1 0,4 6 0,-2 1 0,0 1 0,-1 0 0,0-1 0,-1 1 0,-1 1 0,0-1 0,-1 0 0,0 0 0,-1 0 0,-3 16 0,-7 24 0,-21 66 0,16-65 0,1-2 0,4-18 0,1 1 0,2 0 0,-3 42 0,10-75 0,1-1 0,1 1 0,-1-1 0,0 1 0,1 0 0,-1-1 0,1 1 0,0-1 0,0 1 0,0-1 0,0 0 0,0 1 0,1-1 0,-1 0 0,1 0 0,-1 0 0,1 0 0,0 0 0,0 0 0,0 0 0,0-1 0,0 1 0,0-1 0,0 1 0,5 1 0,6 3 0,-1-1 0,1-1 0,26 6 0,-10-2 0,53 18-1365,-48-16-5461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6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0 24575,'9'312'0,"-1"-154"0,-7 1 0,-21 161 0,18-302 0,-1-1 0,-1 0 0,0 0 0,-1-1 0,-1 1 0,-1-1 0,-16 29 0,20-40 0,0-1 0,0 0 0,0 0 0,-1 0 0,1 0 0,-1 0 0,0-1 0,0 0 0,0 0 0,0 0 0,-1 0 0,1-1 0,-1 1 0,1-1 0,-1 0 0,0-1 0,0 1 0,0-1 0,0 0 0,0 0 0,0-1 0,0 1 0,-1-1 0,1 0 0,0-1 0,0 1 0,0-1 0,0 0 0,0 0 0,-9-4 0,3 1 0,1-1 0,-1-1 0,1 0 0,0-1 0,0 0 0,0 0 0,1-1 0,0 0 0,1 0 0,0-1 0,0-1 0,1 1 0,0-1 0,1 0 0,0-1 0,-9-20 0,8 14 0,1 0 0,0 0 0,1 0 0,1-1 0,1 0 0,0 1 0,1-1 0,1 0 0,1 0 0,3-30 0,-1 37 0,0 0 0,1 0 0,0 0 0,0 1 0,1-1 0,1 1 0,0 0 0,0 1 0,1-1 0,0 1 0,1 0 0,0 0 0,0 1 0,1 0 0,0 0 0,0 0 0,1 1 0,0 1 0,14-9 0,-6 7 0,0 0 0,1 1 0,0 1 0,1 1 0,0 0 0,-1 1 0,1 2 0,0 0 0,0 0 0,29 3 0,5 1-105,-11 1-315,0-2 0,71-8 0,-72 0-6406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6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7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24575,'-1'4'0,"0"-1"0,0 0 0,0 1 0,0-1 0,0 0 0,-1 0 0,1 0 0,-1 0 0,-4 5 0,-3 7 0,-42 83 0,4 2 0,5 2 0,-48 172 0,79-228 0,1 1 0,2 0 0,3 0 0,1 0 0,3 1 0,2-1 0,1 1 0,3-1 0,2 0 0,25 91 0,-25-119-195,1 0 0,0 0 0,1-1 0,1 0 0,1-1 0,24 30 0,-9-19-6631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8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1 24575,'-2'26'0,"-45"397"0,7-40 0,28-301 0,-5-1 0,-42 126 0,50-183 0,0-1 0,-2 0 0,-15 25 0,24-44 0,-1 1 0,1-1 0,-1 0 0,0 0 0,-1 0 0,1 0 0,-1 0 0,0-1 0,0 1 0,0-1 0,0 0 0,0 0 0,-1-1 0,1 1 0,-1-1 0,0 0 0,1 0 0,-1-1 0,0 0 0,0 1 0,0-2 0,-8 2 0,10-3 0,-1 1 0,1-1 0,0 0 0,0 0 0,0 0 0,0-1 0,0 1 0,0-1 0,0 0 0,1 1 0,-1-1 0,1 0 0,-1-1 0,1 1 0,0 0 0,-1-1 0,1 1 0,1-1 0,-1 0 0,0 1 0,1-1 0,-1 0 0,1 0 0,0 0 0,0 0 0,-1-5 0,-2-5 0,1 0 0,1-1 0,0 1 0,1 0 0,0-16 0,2 8 0,0 0 0,2 0 0,0 0 0,2 0 0,0 1 0,1 0 0,1 0 0,1 0 0,1 1 0,1 0 0,20-31 0,-21 38 0,-1 1 0,1 1 0,1-1 0,0 1 0,1 1 0,0 0 0,0 0 0,0 1 0,1 1 0,1 0 0,-1 0 0,1 1 0,0 1 0,1 0 0,-1 1 0,1 0 0,0 1 0,20-1 0,28 3-1365,-40 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0,6 3 0,53 15 0,1-3 0,1-2 0,0-3 0,91 4 0,-99-13-1365,-10-2-5461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9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24575,'0'0'0,"0"2"0,-2 3 0,-3 7 0,-3 12 0,-2 14 0,1 9 0,3 7 0,6 2 0,4 1 0,5-1 0,1-4 0,3-7 0,0-5 0,-1-9 0,-3-9-8191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0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24575,'11'147'0,"-1"-33"0,-6-10-455,-4 0 0,-29 202 0,24-277-6371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10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1 24575,'2'26'0,"29"172"0,-9 2 0,-4 214 0,-21-282 0,-6 0 0,-5 0 0,-7-1 0,-41 146 0,31-178-341,-5-1 0,-4-3-1,-70 125 1,39-101-6485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1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24575,'-8'37'0,"-28"157"0,-20 378 0,56-495-455,2-1 0,14 82 0,-8-112-6371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12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1 24575,'15'21'0,"16"46"0,-3 1 0,-3 2 0,32 143 0,-42-143 0,-3 1 0,-3 0 0,0 79 0,-9-122 0,0-1 0,-2 1 0,-2-1 0,0 0 0,-2 0 0,-1 0 0,-1-1 0,-1 0 0,-1 0 0,-1-1 0,-18 29 0,19-41 0,-1 1 0,0-1 0,-1-1 0,0 0 0,-1-1 0,0 0 0,-1-1 0,0-1 0,-21 12 0,24-15 0,-1-1 0,0 0 0,0 0 0,-1-1 0,1-1 0,-1 0 0,0-1 0,0 0 0,1-1 0,-1 0 0,-1-1 0,-21-3 0,30 2 0,1 0 0,0 0 0,0 0 0,0 0 0,0-1 0,0 0 0,0 0 0,0 0 0,0 0 0,1-1 0,-1 1 0,1-1 0,0 0 0,0 0 0,0 0 0,-5-7 0,4 5 0,1-1 0,1 0 0,-1 0 0,1 0 0,0 0 0,0 0 0,1-1 0,-1 1 0,2 0 0,-1-10 0,1-2 0,1 0 0,0 0 0,2 0 0,0 0 0,1 0 0,1 0 0,8-18 0,-3 14 0,1 0 0,1 1 0,0 0 0,2 1 0,0 0 0,2 1 0,0 1 0,1 1 0,1 0 0,0 1 0,1 1 0,1 1 0,0 0 0,1 2 0,0 0 0,1 2 0,0 0 0,1 1 0,0 1 0,1 2 0,-1 0 0,1 1 0,36-1 0,-16 2-1365,-10 2-5461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12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13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24575,'0'0'0,"0"2"0,0 5 0,0 8 0,0 10 0,0 12 0,0 9 0,0 11 0,0 8 0,0 6 0,2 0 0,3-4 0,0-11 0,0-15-8191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13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24575,'8'29'0,"4"34"0,-3-1 0,-2 1 0,-3 0 0,-3 1 0,-14 121 0,21-247 0,3 1 0,2 1 0,3 0 0,34-84 0,-49 141 0,0 0 0,0 1 0,0-1 0,1 1 0,-1-1 0,1 1 0,0 0 0,-1-1 0,1 1 0,0 0 0,0 0 0,1 1 0,-1-1 0,0 0 0,1 1 0,-1-1 0,1 1 0,-1-1 0,5 0 0,-4 2 0,0 0 0,-1 0 0,1 0 0,0 0 0,0 1 0,0-1 0,0 1 0,-1 0 0,1 0 0,0 0 0,-1 0 0,1 0 0,0 1 0,-1-1 0,0 1 0,1 0 0,-1-1 0,0 1 0,3 3 0,19 19 0,38 49 0,-5-6 0,-56-66 0,0 0 0,0 0 0,0-1 0,-1 1 0,1 0 0,0 0 0,0-1 0,1 1 0,-1 0 0,0-1 0,0 0 0,0 1 0,0-1 0,0 1 0,1-1 0,-1 0 0,0 0 0,0 0 0,0 0 0,1 0 0,-1 0 0,0 0 0,3 0 0,-2-1 0,1 0 0,0-1 0,-1 1 0,1 0 0,0-1 0,-1 0 0,0 1 0,1-1 0,3-4 0,5-7 0,0 0 0,17-28 0,-19 26 0,23-35 0,-22 32 0,1 1 0,0 0 0,2 0 0,0 1 0,1 1 0,23-22 0,-34 36 0,-1-1 0,1 0 0,0 1 0,0 0 0,0 0 0,0-1 0,0 2 0,0-1 0,0 0 0,0 1 0,0-1 0,0 1 0,1 0 0,-1 0 0,0 0 0,0 0 0,0 1 0,0-1 0,0 1 0,0 0 0,0 0 0,0 0 0,0 0 0,0 1 0,0-1 0,0 1 0,-1 0 0,1-1 0,-1 1 0,1 0 0,-1 1 0,4 3 0,7 8 0,0 1 0,-2 0 0,0 0 0,11 20 0,-22-34 0,32 56 30,-2 1 0,-3 2 0,27 90 0,-26-54-773,23 156 1,-43-190-6084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14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24575,'1'12'0,"0"1"0,1-1 0,1 0 0,0 0 0,1 0 0,0 0 0,0-1 0,1 1 0,1-1 0,0-1 0,0 1 0,1-1 0,1 0 0,0 0 0,13 13 0,16 12 0,1-2 0,63 42 0,-56-43 0,48 36 0,-11-11 0,-2 4 0,131 130 0,-205-184 0,0-1 0,0 1 0,-1 0 0,0 0 0,-1 1 0,1 0 0,-1-1 0,-1 1 0,6 17 0,-9-20 0,1 0 0,-1 1 0,1 0 0,-1-1 0,-1 1 0,1-1 0,-1 0 0,0 1 0,-1-1 0,1 1 0,-1-1 0,0 0 0,0 0 0,0 0 0,-1 0 0,-5 7 0,-13 16 0,-1-1 0,-1-1 0,-1-1 0,-28 22 0,-49 51 0,57-48-1365,24-30-5461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37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24575,'-2'2'0,"0"-1"0,0 1 0,0-1 0,0 0 0,0 0 0,-1 0 0,1 0 0,0 0 0,-1 0 0,-3 0 0,-9 6 0,16-5 0,0-1 0,-1 0 0,1 1 0,0-1 0,0 0 0,0 0 0,0 0 0,0 0 0,1 0 0,-1 0 0,0 0 0,0 0 0,1 0 0,-1 0 0,1-1 0,1 2 0,9 4 0,1-1 0,-1 0 0,1 0 0,0-1 0,-1-1 0,2 0 0,20 1 0,99 0 0,-107-4 0,311-20 127,-25-1-1619,-281 21-5334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39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24575,'26'1'0,"-1"2"0,26 5 0,18 2 0,85-3-132,302-25 0,-313 8-969,-125 8-5725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40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0 24575,'0'0'0,"0"0"0,1 19 0,8 44 0,2 1 0,3-1 0,30 78 0,-22-73 0,-3 0 0,15 97 0,-31-131 0,-1-1 0,-2 1 0,-1-1 0,-2 1 0,-1-1 0,-1 0 0,-2 0 0,-13 35 0,14-49 0,-1-1 0,-1 1 0,-1-2 0,0 1 0,-1-2 0,-1 1 0,-1-1 0,0-1 0,-1 0 0,-1-1 0,0 0 0,0-1 0,-2 0 0,0-2 0,-19 12 0,28-19 0,-1-1 0,1 1 0,-1-1 0,0-1 0,1 0 0,-1 0 0,0 0 0,0-1 0,-1 0 0,1-1 0,0 1 0,-9-2 0,14 0 0,1 1 0,-1-1 0,1 0 0,-1 0 0,1 1 0,-1-2 0,1 1 0,-1 0 0,1 0 0,0-1 0,0 1 0,0-1 0,0 0 0,0 0 0,0 0 0,-2-2 0,2 1 0,0-1 0,1 1 0,-1 0 0,1-1 0,0 1 0,0-1 0,0 1 0,1-1 0,-1 0 0,1 1 0,0-1 0,0 0 0,0 1 0,1-8 0,1-1 6,0 0 0,1 0 0,1 0 0,0 0 0,0 0 0,1 1 0,0 0 0,1 0 0,0 0 0,1 1 0,1 0 0,-1 0 0,1 1 0,1 0 0,0 0 0,0 1 0,1 0 0,-1 1 0,13-7 0,-9 7-99,0 0 0,1 1 1,-1 0-1,1 1 0,1 0 0,-1 1 0,1 1 0,0 1 1,-1 0-1,1 0 0,0 2 0,0 0 0,0 1 1,0 0-1,20 4 0,0 4-6733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41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24575,'0'0'0,"7"-1"0,-1 0 0,1-1 0,-1 1 0,1-1 0,-1 0 0,0-1 0,11-6 0,20-7 0,-20 12 0,0 0 0,0 1 0,0 1 0,1 1 0,-1 0 0,1 1 0,-1 1 0,0 1 0,1 0 0,-1 1 0,22 7 0,-32-8 0,1 1 0,-2-1 0,1 1 0,0 0 0,0 1 0,-1 0 0,0 0 0,0 0 0,0 1 0,0 0 0,-1 0 0,0 0 0,0 1 0,0-1 0,-1 1 0,0 1 0,0-1 0,0 0 0,-1 1 0,0 0 0,0 0 0,-1 0 0,1 0 0,-2 0 0,1 0 0,-1 1 0,0-1 0,-1 1 0,0 7 0,0-2 0,-2 0 0,0 0 0,0 0 0,-1 0 0,-1 0 0,0-1 0,-1 1 0,-11 20 0,-7 6 0,-35 45 0,3-5 0,53-74 0,-1 0 0,0 0 0,1 0 0,0 0 0,0 1 0,0-1 0,1 1 0,0-1 0,0 1 0,0-1 0,1 1 0,0 0 0,0-1 0,0 1 0,1 0 0,-1-1 0,1 1 0,1-1 0,-1 1 0,1-1 0,0 0 0,0 1 0,1-1 0,-1 0 0,6 6 0,7 10 0,1-2 0,0 0 0,2 0 0,29 23 0,-10-9 0,-25-21 0,0-1 0,0 2 0,-2-1 0,0 2 0,0-1 0,11 22 0,-19-30 0,0-1 0,0 0 0,-1 1 0,1-1 0,-1 1 0,0 0 0,-1-1 0,1 1 0,-1 0 0,0-1 0,0 1 0,0 0 0,-1 0 0,1-1 0,-1 1 0,0 0 0,-1-1 0,1 1 0,-1-1 0,0 0 0,0 1 0,0-1 0,-1 0 0,1 0 0,-1-1 0,0 1 0,-4 3 0,2-1 0,-1-1 0,0 0 0,0 0 0,-1 0 0,1-1 0,-1 0 0,0 0 0,0-1 0,-13 5 0,19-8 0,-1 1 0,0 0 0,0-1 0,0 1 0,0-1 0,0 0 0,0 0 0,0 0 0,0 0 0,0 0 0,0 0 0,0 0 0,0-1 0,0 1 0,0-1 0,0 1 0,0-1 0,0 0 0,0 0 0,1 0 0,-1 0 0,0 0 0,1 0 0,-1 0 0,1-1 0,-1 1 0,1 0 0,-1-1 0,1 1 0,0-1 0,0 0 0,0 1 0,0-1 0,0 0 0,0 0 0,0 0 0,1 0 0,-1 0 0,0 0 0,1 1 0,-1-5 0,0-4 0,1 1 0,0-1 0,0 0 0,1 1 0,0-1 0,1 1 0,0 0 0,0-1 0,1 1 0,0 0 0,0 0 0,1 1 0,1-1 0,-1 1 0,8-10 0,-1 2 0,1 0 0,0 1 0,1 0 0,1 1 0,0 0 0,24-16 0,-32 26-124,1-1 0,0 1 0,0 0 0,0 1 0,1 0 0,-1 0-1,1 0 1,-1 1 0,1 0 0,14-1 0,0 3-6702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0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24575,'5'20'0,"15"64"0,-4 1 0,-4 1 0,1 157 0,4-280 0,1 1 0,38-57 0,-22 41 0,49-57 0,-71 95 0,0 0 0,1 1 0,1 1 0,0 0 0,1 1 0,0 0 0,0 1 0,31-14 0,-40 22 0,0-1 0,-1 1 0,1 1 0,0-1 0,0 1 0,0 0 0,0 0 0,0 0 0,0 1 0,1 0 0,-1 1 0,0-1 0,0 1 0,0 0 0,0 0 0,0 1 0,0 0 0,-1 0 0,1 0 0,0 1 0,-1 0 0,0 0 0,0 0 0,0 1 0,0 0 0,0 0 0,-1 0 0,1 0 0,-1 1 0,0-1 0,-1 1 0,1 0 0,-1 1 0,0-1 0,4 8 0,1 6 0,0 0 0,-1 0 0,-1 1 0,-1 0 0,-1 0 0,0 0 0,-2 0 0,0 1 0,-2 27 0,1-28 0,4-16 0,11-25 0,-3 2 0,-5 8 0,1 1 0,0 0 0,0 0 0,1 1 0,1 0 0,-1 1 0,1 0 0,1 0 0,0 1 0,0 1 0,0 0 0,20-6 0,-23 9 0,-1 1 0,1 1 0,0 0 0,-1 0 0,1 0 0,0 1 0,0 0 0,-1 1 0,1 0 0,0 0 0,-1 1 0,1 0 0,-1 1 0,0 0 0,0 0 0,0 0 0,0 1 0,0 1 0,-1-1 0,11 9 0,0 3 12,-1 0 0,-1 0 0,-1 2 0,-1 0 0,0 0 0,-1 2 0,-1-1 0,-1 2 0,9 23 0,-8-16-224,-1 2 0,-2 0 0,-1 0-1,-1 0 1,-2 1 0,3 39 0,-8-48-6614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24575,'0'0'0,"7"20"0,7 23 0,-3-1 0,-1 2 0,5 55 0,-1 135 0,-12-202 0,1 542 0,-3-544 0,-1-28 0,1 1 0,0-1 0,0 0 0,0 0 0,0 1 0,0-1 0,1 0 0,-1 0 0,1 1 0,-1-1 0,1 0 0,0 0 0,0 0 0,2 4 0,-2-6 0,0 0 0,1 1 0,-1-1 0,1 0 0,-1 0 0,0 0 0,1 0 0,-1 0 0,1 0 0,-1 0 0,0 0 0,1-1 0,-1 1 0,0 0 0,1-1 0,-1 1 0,0-1 0,1 0 0,-1 1 0,0-1 0,0 0 0,0 0 0,0 0 0,2-1 0,44-32 0,-1-1 0,48-49 0,-45 39 0,64-46 0,-108 88 0,-1 0 0,1 0 0,0 0 0,0 1 0,0-1 0,0 1 0,0 0 0,0 1 0,1-1 0,-1 1 0,1 0 0,-1 1 0,1-1 0,9 1 0,-11 1 0,1 0 0,0 1 0,0-1 0,-1 1 0,1 0 0,-1 0 0,1 0 0,-1 1 0,0 0 0,0 0 0,0 0 0,0 0 0,-1 0 0,1 1 0,-1-1 0,5 8 0,4 7 0,-1 1 0,0 0 0,-1 1 0,-1 0 0,-1 0 0,-1 1 0,-1 0 0,-1 0 0,0 1 0,-2 0 0,-1-1 0,0 1 0,-3 40 0,1-60-124,0 1 0,-1-1 0,1 1 0,0-1 0,-1 1 0,0-1-1,0 1 1,0-1 0,0 1 0,-2 3 0,-3 1-6702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1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 24575,'0'0'0,"26"-16"0,-15 8 0,1 0 0,0 0 0,1 1 0,0 1 0,0 0 0,0 1 0,1 0 0,0 1 0,15-2 0,23-3 0,58-2 0,-63 7 0,46-5 0,187 7 0,-274 2-111,-4 0 33,1 0-1,-1 0 1,1 1-1,-1-1 1,1 1 0,0-1-1,-1 1 1,1 0 0,-1-1-1,0 1 1,1 1-1,-1-1 1,0 0 0,0 1-1,3 1 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3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24575,'16'21'0,"-5"1"0,-1 1 0,-1 1 0,-1-1 0,0 2 0,-3-1 0,6 44 0,1 157 0,-11-175 0,-7 210 83,4 68-1531,4-297-5378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0 24575,'0'0'0,"7"9"0,3 3 0,-1 1 0,0 0 0,-1 1 0,-1-1 0,0 2 0,-1-1 0,5 20 0,1 9 0,8 56 0,-11-44 0,-3 1 0,-2 0 0,-2 0 0,-3 0 0,-3-1 0,-11 65 0,8-91 0,0 0 0,-2-1 0,-1 0 0,-1 0 0,-24 42 0,24-52 0,0-1 0,-1-1 0,-1 1 0,-1-2 0,0 0 0,-1-1 0,-1 0 0,-33 21 0,37-27 0,-1-2 0,-1 0 0,1-1 0,-1 0 0,0-1 0,0 0 0,-1-1 0,1-1 0,0 0 0,-23-1 0,31-1 0,0 0 0,1-1 0,-1 0 0,1 0 0,-1 0 0,1-1 0,-1 0 0,1 0 0,0 0 0,0 0 0,0-1 0,-9-6 0,11 6 0,0 0 0,0-1 0,0 1 0,1 0 0,-1-1 0,1 1 0,0-1 0,0 0 0,0 0 0,1 0 0,0 0 0,-1 0 0,1 0 0,1 0 0,-1-1 0,0 1 0,1 0 0,0 0 0,1-6 0,0-4 0,1 1 0,0 1 0,1-1 0,1 0 0,0 1 0,1-1 0,0 1 0,0 0 0,2 1 0,-1 0 0,2 0 0,-1 0 0,1 1 0,1 0 0,0 0 0,0 1 0,1 0 0,0 1 0,14-9 0,2 0 0,1 0 0,0 2 0,1 1 0,1 1 0,0 2 0,59-15 0,-47 17-273,-1 2 0,1 2 0,0 2 0,70 4 0,-89 1-6553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4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24575,'0'0'0,"2"2"0,3 4 0,3 2 0,0 0-8191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5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24575,'4'6'0,"0"0"0,-1 0 0,0 1 0,0-1 0,-1 1 0,0-1 0,0 1 0,0 0 0,-1 0 0,0 0 0,0 0 0,-1 10 0,2-1 0,4 56 0,-3 0 0,-2 0 0,-16 113 0,23-210 0,0 1 0,1 0 0,1 1 0,1 0 0,19-28 0,-24 40 0,0 1 0,1-1 0,1 1 0,-1 0 0,2 1 0,-1-1 0,1 2 0,15-12 0,-20 18 0,-1 0 0,1 0 0,0 0 0,0 0 0,0 0 0,0 1 0,0 0 0,0 0 0,0 0 0,1 0 0,-1 1 0,0 0 0,1 0 0,-1 0 0,0 0 0,0 0 0,1 1 0,-1 0 0,0 0 0,0 0 0,0 1 0,0-1 0,0 1 0,0 0 0,0 0 0,0 0 0,6 5 0,1 3 0,0 0 0,0 0 0,-1 1 0,-1 0 0,1 1 0,-2 0 0,0 0 0,0 1 0,-1 0 0,8 21 0,-2 1 0,-1 1 0,13 72 0,-25-107 0,0-1 0,0 0 0,0 1 0,0-1 0,0 0 0,0 0 0,0 1 0,0-1 0,0 0 0,1 1 0,-1-1 0,0 0 0,0 0 0,0 1 0,0-1 0,0 0 0,0 0 0,1 1 0,-1-1 0,0 0 0,0 0 0,0 1 0,1-1 0,-1 0 0,0 0 0,0 0 0,1 0 0,-1 1 0,0-1 0,0 0 0,1 0 0,-1 0 0,0 0 0,0 0 0,1 0 0,-1 0 0,0 0 0,1 0 0,10-8 0,10-26 0,-18 29 0,55-94 0,51-81 0,-108 178 0,0 0 0,0 0 0,1 0 0,-1 1 0,0-1 0,1 0 0,0 1 0,-1 0 0,1-1 0,0 1 0,3-2 0,-4 3 0,0-1 0,0 1 0,-1 0 0,1 0 0,0 0 0,-1 0 0,1 0 0,0 0 0,0 0 0,-1 0 0,1 0 0,0 0 0,0 1 0,-1-1 0,1 0 0,0 0 0,-1 1 0,1-1 0,0 0 0,-1 1 0,1-1 0,-1 0 0,2 2 0,2 2 0,-1 1 0,0 0 0,0 0 0,0 0 0,0 0 0,-1 0 0,3 10 0,6 20-151,-2 0-1,-2 0 0,-1 1 0,-1 0 1,-3 0-1,0 0 0,-3 1 1,-8 62-1,-2-22-6674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6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24575,'46'30'0,"69"29"0,208 75 0,2 0 0,-311-128 0,0 1 0,-1 1 0,0 0 0,0 1 0,0 0 0,-1 1 0,21 23 0,-30-29 0,0 0 0,0 0 0,0 1 0,-1-1 0,1 1 0,-1 0 0,0 0 0,-1 0 0,1 0 0,-1 0 0,0 0 0,0 1 0,-1-1 0,1 0 0,-1 0 0,0 1 0,-1-1 0,1 0 0,-1 0 0,0 0 0,0 1 0,-1-1 0,0 0 0,1-1 0,-2 1 0,-4 8 0,-6 10 0,-2-1 0,0-1 0,-1 0 0,-1-2 0,-26 24 0,-108 84 0,108-93 0,7-4-62,-61 44-1241,83-66-5523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7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24575,'0'0'0,"2"2"0,3 3 0,3 3 0,2 6 0,1 7 0,2 11 0,-2 11 0,-3 3 0,-3 68 0,-2 15 0,-1-15-8191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9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24575,'16'1'0,"-1"0"0,29 8 0,21 1 0,195 0 120,-197-11-615,1-2 0,67-14 0,-92 9-6331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6:59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24575,'2'3'0,"0"0"0,0 0 0,0 1 0,-1-1 0,1 1 0,-1-1 0,2 9 0,-3-11 0,13 44 0,-3 1 0,9 83 0,-8 98 0,11 81 0,-13-256-1365,-1-11-5461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0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24575,'2'2'0,"-1"0"0,0-1 0,0 1 0,0 0 0,0 0 0,0-1 0,0 1 0,0 0 0,-1 0 0,1 0 0,-1 0 0,1 0 0,-1 0 0,0 3 0,1-2 0,8 67 0,-3 0 0,-6 119 0,-2-108 0,-19 267 0,2-110 0,19-237 0,0 0 0,-1 0 0,1-1 0,0 1 0,0 0 0,0 0 0,0 0 0,-1 0 0,1 0 0,1 0 0,-1 0 0,0 0 0,0 0 0,0 0 0,0 0 0,1-1 0,-1 1 0,0 0 0,1 0 0,-1 0 0,0 0 0,1 0 0,0-1 0,-1 1 0,1 0 0,-1 0 0,1-1 0,0 1 0,-1-1 0,1 1 0,0 0 0,0-1 0,1 1 0,1-1 0,0-1 0,-1 0 0,1 1 0,0-1 0,0 0 0,-1-1 0,1 1 0,0 0 0,-1-1 0,4-2 0,33-24 0,0-3 0,-3 0 0,44-48 0,-48 45 0,1 1 0,2 3 0,74-52 0,-106 80 0,1-1 0,0 1 0,0 0 0,0 1 0,0-1 0,0 1 0,0 0 0,0 0 0,1 0 0,-1 0 0,0 1 0,1-1 0,-1 1 0,0 0 0,1 1 0,-1-1 0,0 1 0,0 0 0,6 1 0,-5 1 0,0 0 0,1 0 0,-1 0 0,0 0 0,-1 1 0,1 0 0,-1 0 0,0 0 0,0 1 0,0-1 0,0 1 0,-1 0 0,5 8 0,1 6 0,0 0 0,-1 1 0,-1 0 0,-1 1 0,0-1 0,-2 1 0,3 40 0,-5-28 0,-1 0 0,-2 0 0,-1 0 0,-9 45 0,9-69-170,0 0-1,0-1 0,-1 1 1,0-1-1,0 0 0,-1 0 1,-8 12-1,1-6-6655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0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24575,'46'0'0,"229"-30"0,-32 1 0,2 25-1365,-239 4-5461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1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24575,'2'1'0,"0"1"0,0 0 0,0 0 0,0 1 0,0-1 0,-1 0 0,1 0 0,-1 1 0,1-1 0,-1 1 0,0-1 0,0 1 0,0 0 0,0 0 0,0 5 0,1-3 0,12 47 0,-3 0 0,-2 1 0,4 68 0,-7 164 0,-6-256 0,-15 491-1365,15-478-5461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1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1 24575,'3'1'0,"-1"0"0,1 0 0,0 1 0,-1-1 0,0 1 0,1-1 0,-1 1 0,0 0 0,0 0 0,1 0 0,-2 0 0,1 1 0,0-1 0,3 5 0,19 41 0,-21-39 0,20 46 0,-3 1 0,-3 1 0,-2 0 0,-2 1 0,8 104 0,-18-118 0,-2 0 0,-2 1 0,-2-1 0,-2 0 0,-2 0 0,-2 0 0,-1-1 0,-23 57 0,22-74 0,-1-1 0,-2 0 0,0-1 0,-2 0 0,-1-1 0,0-1 0,-31 29 0,38-40 0,-1-1 0,0-1 0,-1 0 0,0 0 0,-1-1 0,0-1 0,0 0 0,0-1 0,-1 0 0,0-1 0,0-1 0,0 0 0,-1-1 0,1-1 0,-30 2 0,41-3 0,0-1 0,-1 0 0,1 0 0,0 0 0,-1-1 0,1 1 0,0-1 0,0 1 0,-1-1 0,1 0 0,0 0 0,0-1 0,0 1 0,0-1 0,0 1 0,0-1 0,0 0 0,1 0 0,-1 0 0,1-1 0,-1 1 0,1-1 0,0 1 0,0-1 0,0 0 0,0 1 0,1-1 0,-1 0 0,1 0 0,-1 0 0,1-1 0,0 1 0,1 0 0,-1 0 0,0-1 0,1 1 0,0 0 0,-1-1 0,1 1 0,1-5 0,0-4 0,1 1 0,1 0 0,0 0 0,0 0 0,1 0 0,0 0 0,1 1 0,0-1 0,0 1 0,13-16 0,-1 6 0,1 0 0,1 1 0,0 1 0,1 1 0,1 1 0,1 1 0,0 1 0,30-15 0,22-4 0,104-33 0,-126 48 0,-22 7-1365,-8 1-5461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2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24575,'0'0'0,"3"0"0,0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2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24575,'2'41'0,"2"-1"0,9 44 0,-5-43 0,4 75 0,-12-116 0,0 1 0,0-1 0,0 1 0,0-1 0,0 0 0,1 1 0,-1-1 0,0 0 0,0 1 0,0-1 0,0 0 0,1 1 0,-1-1 0,0 0 0,0 1 0,0-1 0,1 0 0,-1 0 0,0 1 0,0-1 0,1 0 0,-1 0 0,0 1 0,1-1 0,-1 0 0,0 0 0,1 0 0,-1 0 0,0 0 0,1 1 0,-1-1 0,1 0 0,-1 0 0,0 0 0,1 0 0,-1 0 0,0 0 0,1 0 0,-1 0 0,1 0 0,-1-1 0,0 1 0,1 0 0,-1 0 0,0 0 0,1 0 0,-1 0 0,0-1 0,1 1 0,-1 0 0,0 0 0,0 0 0,1-1 0,-1 1 0,0 0 0,0-1 0,1 1 0,-1 0 0,0-1 0,28-21 0,-21 16 0,22-21 0,0-2 0,44-59 0,-46 54 0,0 1 0,41-36 0,-66 67 0,0 0 0,-1 1 0,1-1 0,0 1 0,0-1 0,0 1 0,0 0 0,1 0 0,-1 0 0,0 0 0,1 0 0,-1 0 0,0 1 0,1-1 0,-1 1 0,1-1 0,-1 1 0,0 0 0,1 0 0,-1 0 0,1 0 0,4 2 0,-4-1 0,0 1 0,0 0 0,1 0 0,-2 0 0,1 0 0,0 0 0,0 1 0,-1-1 0,1 1 0,-1 0 0,0 0 0,0 0 0,4 6 0,3 10 0,-1 0 0,0 1 0,-1 0 0,4 23 0,-10-39 0,8 39 0,5 84 0,-9-78 0,20-81 0,99-195 0,-124 225 0,0 1 0,1 0 0,-1-1 0,1 1 0,-1 0 0,1-1 0,0 1 0,0 0 0,-1 0 0,1-1 0,0 1 0,0 0 0,0 0 0,0 0 0,0 0 0,0 0 0,0 1 0,1-1 0,-1 0 0,0 0 0,0 1 0,1-1 0,-1 1 0,0-1 0,1 1 0,-1 0 0,0-1 0,1 1 0,-1 0 0,1 0 0,-1 0 0,1 0 0,-1 0 0,0 0 0,1 0 0,-1 1 0,1-1 0,-1 0 0,0 1 0,1-1 0,-1 1 0,0-1 0,0 1 0,1 0 0,-1 0 0,0 0 0,0-1 0,0 1 0,0 0 0,0 0 0,1 2 0,8 7 0,-1 1 0,-1 0 0,0 1 0,9 17 0,-8-13 0,130 252-1365,-114-213-5461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24575,'16'30'0,"19"28"0,2-1 0,2-3 0,3-1 0,2-2 0,2-2 0,2-1 0,3-4 0,1-1 0,2-3 0,2-2 0,1-2 0,2-3 0,84 34 0,-86-46 0,-33-13 0,0 1 0,-1 1 0,0 1 0,28 18 0,-50-28 0,0 0 0,0 0 0,1 0 0,-1 0 0,0 1 0,0-1 0,0 0 0,0 1 0,-1-1 0,1 0 0,0 1 0,-1-1 0,1 1 0,-1-1 0,1 1 0,-1 0 0,1-1 0,-1 1 0,0-1 0,0 1 0,0 0 0,0-1 0,0 1 0,0 0 0,-1-1 0,1 1 0,-1-1 0,1 1 0,-1-1 0,1 1 0,-1-1 0,0 1 0,1-1 0,-1 1 0,-2 1 0,-4 7 0,0-1 0,0 0 0,-17 16 0,17-19 0,-112 108-682,-185 137-1,275-230-6143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04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24575,'0'0'0,"0"0"0,3 2 0,2 3 0,2 3 0,4 6 0,0 9 0,0 15 0,-3 17 0,-5 7 0,-2-5-8191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14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0 153 24575,'2'-1'0,"0"-1"0,0 1 0,0-1 0,0 1 0,0-1 0,-1 0 0,1 0 0,-1 0 0,0 0 0,2-3 0,5-6 0,4-1 0,0 2 0,1 0 0,0 0 0,0 1 0,1 0 0,0 2 0,0-1 0,1 2 0,0 0 0,0 1 0,1 0 0,31-4 0,-6 3 0,2 1 0,-1 3 0,74 5 0,-97-2 0,0 1 0,0 1 0,0 1 0,-1 0 0,1 1 0,-1 1 0,-1 1 0,1 1 0,30 18 0,-37-19 0,-1 1 0,-1 0 0,0 1 0,0 0 0,0 0 0,-1 1 0,-1 0 0,1 0 0,-2 1 0,1 0 0,-2 0 0,1 0 0,-2 1 0,1 0 0,-2 0 0,3 12 0,1 17 0,-1 0 0,-3-1 0,-1 1 0,-6 63 0,-31 168 0,17-157 0,-6 46 0,-20 156 0,37-242 0,4 0 0,7 90 0,-1-137 0,0 0 0,2 0 0,2-1 0,15 45 0,-20-64 0,2 0 0,-1 0 0,1 0 0,0-1 0,0 1 0,1-1 0,0 0 0,0-1 0,1 1 0,0-1 0,0 0 0,1 0 0,-1-1 0,1 0 0,0 0 0,1-1 0,-1 0 0,1 0 0,12 4 0,-14-7 0,1 0 0,-1-1 0,0 0 0,0 0 0,1 0 0,-1-1 0,0 0 0,0 0 0,0-1 0,0 0 0,0 0 0,0 0 0,0-1 0,-1 1 0,1-1 0,-1-1 0,0 1 0,0-1 0,0 0 0,0 0 0,-1 0 0,8-9 0,-7 7 0,1 0 0,-1 0 0,-1-1 0,1 0 0,-1 1 0,0-1 0,-1-1 0,0 1 0,0 0 0,0-1 0,-1 0 0,0 1 0,0-1 0,-1 0 0,0 0 0,-1 0 0,0-13 0,-1 21 0,1 0 0,-1 0 0,1 0 0,-1 0 0,0 0 0,1 0 0,-1 0 0,1 0 0,-1 1 0,0-1 0,1 0 0,-1 0 0,1 0 0,-1 1 0,1-1 0,-1 0 0,1 1 0,-1-1 0,1 0 0,-1 1 0,1-1 0,-1 0 0,1 1 0,0-1 0,-1 1 0,1-1 0,0 1 0,-1-1 0,1 2 0,-19 18 0,-11 15 0,2 2 0,1 0 0,2 2 0,2 0 0,1 2 0,2 0 0,2 2 0,-20 71 0,16-15 0,-15 167 0,17 102 0,12-178 0,5-142 0,-2 0 0,-12 48 0,12-73 0,-2-1 0,0 0 0,-1 0 0,-1 0 0,-2-1 0,-15 24 0,23-40-65,-2 0 0,1 0 0,0 0 0,-1-1 0,0 1 0,0-1 0,-1 0 0,1-1 0,-1 0 0,1 1 0,-1-2 0,0 1 0,0-1 0,0 0 0,-1 0 0,1 0 0,-1-1 0,1 0 0,-1 0 0,-8-1 0,-7 1-6761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21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24575,'455'-39'0,"-206"10"0,-234 27-136,-1 1-1,0 0 1,1 0-1,-1 2 1,1 0-1,-1 0 1,1 2-1,-1-1 0,15 6 1,-17-1-6690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21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24575,'0'0'0,"21"8"0,5-2 0,0-1 0,1-1 0,-1-2 0,33 0 0,109-10 0,-163 8 0,196-27 0,-16 1 0,-178 25-97,0 0-1,0 1 1,0 0-1,0 0 1,1 1-1,-1-1 1,0 1-1,0 1 1,0 0-1,-1 0 1,1 0-1,0 1 0,6 3 1,-4 1-6729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43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0 261 24575,'0'0'0,"0"0"0,0 0 0,0 0 0,0 0 0,0 0 0,16-8 0,18-13 0,1 1 0,0 3 0,1 0 0,72-20 0,159-26 0,-240 58 0,108-22 0,2 7 0,-1 5 0,2 7 0,-1 5 0,1 7 0,-1 5 0,143 29 0,-95 4 0,354 132 0,152 133 0,-604-264 0,-3 5 0,-1 2 0,105 87 0,-144-101 0,-3 3 0,-1 1 0,-1 1 0,-3 3 0,-1 1 0,-3 1 0,33 62 0,-62-102 0,0 0 0,0 0 0,0 0 0,0-1 0,1 1 0,0-1 0,7 8 0,-10-12 0,1 0 0,0 0 0,-1 0 0,1 0 0,0 0 0,0 0 0,0-1 0,0 1 0,0 0 0,-1-1 0,1 0 0,0 1 0,0-1 0,0 0 0,0 0 0,0 0 0,0 0 0,0 0 0,0-1 0,0 1 0,0-1 0,0 1 0,0-1 0,0 0 0,0 0 0,2-1 0,25-14 0,0-2 0,-2-1 0,0-1 0,0-2 0,40-44 0,-25 26 0,41-38 0,4 4 0,3 4 0,2 4 0,4 3 0,194-92 0,-135 92 0,1 8 0,4 6 0,1 8 0,203-27 0,669-8 0,423-14 0,-1377 83 0,186-20 0,-214 19 0,0-3 0,-1-1 0,52-21 0,-98 31 0,43-18 0,-45 19 0,1 0 0,-1 0 0,0-1 0,0 1 0,0 0 0,0-1 0,0 0 0,0 1 0,0-1 0,0 0 0,-1 0 0,1 0 0,-1 0 0,1 0 0,1-4 0,-5 3-1365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49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0,16 41 0,-1 10 0,-2 1 0,-2 1 0,-2-1 0,2 56 0,-7 218 0,-5-224 0,-1 381 0,2-483 0,0 1 0,-1-1 0,1 1 0,0-1 0,0 1 0,0-1 0,0 1 0,0 0 0,0-1 0,0 1 0,0-1 0,0 1 0,0 0 0,0-1 0,0 1 0,0-1 0,0 1 0,0-1 0,1 1 0,-1-1 0,0 1 0,0-1 0,1 1 0,-1-1 0,0 1 0,1-1 0,-1 1 0,1-1 0,-1 1 0,0-1 0,1 0 0,-1 1 0,1-1 0,-1 0 0,1 1 0,-1-1 0,1 0 0,0 0 0,-1 1 0,1-1 0,-1 0 0,1 0 0,-1 0 0,1 0 0,0 0 0,-1 0 0,1 0 0,-1 0 0,1 0 0,-1 0 0,1 0 0,0 0 0,-1-1 0,1 1 0,-1 0 0,1 0 0,-1 0 0,1-1 0,-1 1 0,1 0 0,-1-1 0,1 1 0,-1 0 0,1-1 0,34-31 0,-31 29 0,49-60 0,-2-1 0,-4-3 0,41-75 0,-16 27 0,-37 60 0,-6 7 0,1 2 0,3 1 0,40-42 0,-72 85-33,1 1 0,-1-1-1,0 1 1,1-1 0,-1 1-1,1 0 1,0-1 0,-1 1 0,1 0-1,0 0 1,0 0 0,0 0-1,-1 1 1,1-1 0,0 0-1,0 1 1,0-1 0,0 1 0,0 0-1,0 0 1,0 0 0,0 0-1,0 0 1,1 0 0,-1 0-1,0 1 1,0-1 0,-1 1 0,1-1-1,0 1 1,0 0 0,0 0-1,0 0 1,0 0 0,-1 0-1,1 0 1,0 0 0,-1 1 0,1-1-1,1 2 1,6 8-6793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50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785 453 24575,'-79'-68'40,"-3"4"0,-100-61 0,118 87-411,-2 2-1,-1 4 1,-120-41 0,129 57-6455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7:54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24575,'5'4'0,"0"0"0,1 0 0,-1-1 0,0 0 0,1 0 0,0 0 0,0-1 0,0 0 0,0 0 0,6 1 0,68 10 0,-54-10 0,188 12 0,-9-1 0,-191-12 24,0 1 0,0 0 0,0 1 0,17 7 0,-29-10-77,1 0 0,0 0 0,0 0 0,-1 0 0,1 1 0,-1-1 0,1 1 0,-1 0 0,0-1 0,0 1 0,0 0 0,0 0-1,0 1 1,0-1 0,0 0 0,-1 1 0,1-1 0,-1 1 0,1-1 0,-1 1 0,0 0 0,0-1 0,0 1 0,-1 0 0,1 0 0,-1 0 0,1 4 0,-3 5-6773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24575,'0'847'0,"0"-847"0,0 1 0,0-1 0,0 0 0,0 0 0,0 1 0,0-1 0,0 0 0,0 0 0,1 1 0,-1-1 0,0 0 0,0 0 0,0 0 0,0 1 0,0-1 0,0 0 0,0 0 0,1 0 0,-1 1 0,0-1 0,0 0 0,0 0 0,1 0 0,-1 0 0,0 1 0,0-1 0,0 0 0,1 0 0,-1 0 0,0 0 0,0 0 0,1 0 0,-1 0 0,0 0 0,0 0 0,1 0 0,-1 0 0,0 0 0,1 0 0,14-4 0,24-16 0,-31 16 0,111-67 0,41-21 0,-133 78 0,1 2 0,0 1 0,0 1 0,32-6 0,-52 14 0,1 1 0,-1 0 0,0 0 0,1 1 0,-1 0 0,0 0 0,1 1 0,-1 0 0,0 0 0,0 1 0,0 0 0,0 1 0,0-1 0,0 2 0,-1-1 0,1 1 0,7 5 0,-6-1 0,0-1 0,-1 1 0,0 0 0,0 1 0,-1 0 0,0 0 0,0 0 0,-1 1 0,-1 0 0,0 0 0,8 22 0,-5-6 0,0 0 0,-2 0 0,-1 1 0,-2-1 0,0 1 0,-2 0 0,0 0 0,-2 0 0,-1 0 0,-2 0 0,0-1 0,-2 1 0,-1-1 0,0 0 0,-19 39 0,22-58-273,0 0 0,0-1 0,-1 1 0,-9 10 0,0-4-6553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2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25 280 24575,'0'-31'0,"-1"17"0,0 1 0,-1-1 0,-7-20 0,6 21 0,0 0 0,1 0 0,-2-22 0,4 32 0,1 0 0,0 1 0,-1-1 0,1 1 0,0-1 0,0 1 0,1 0 0,-1-1 0,0 1 0,1 0 0,-1 0 0,1 0 0,0 0 0,0 0 0,0 0 0,0 0 0,0 1 0,0-1 0,0 1 0,1-1 0,-1 1 0,0 0 0,1 0 0,-1 0 0,4-1 0,10-3 0,0 0 0,28-5 0,-38 9 0,112-15-455,1 6 0,217 9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2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0 24575,'-10'39'0,"-43"153"0,9 3 0,-27 272 0,71-462-23,-5 36 72,3 1-1,2 53 1,1-84-148,0-1 0,0 0-1,1 1 1,1-1 0,-1 0 0,2 0 0,-1 0-1,1-1 1,1 1 0,0-1 0,0 0 0,1 0-1,0-1 1,11 13 0,6-2-6727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3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24575,'4'4'0,"-1"-1"0,0 1 0,1 0 0,-2 0 0,1 0 0,0 0 0,-1 0 0,0 1 0,0-1 0,0 1 0,-1-1 0,0 1 0,2 7 0,-1-3 0,7 26 0,-1 1 0,-2 0 0,-2 0 0,-1 0 0,-2 1 0,-4 42 0,33-135 0,53-90 0,-71 129 0,0 0 0,1 1 0,0 0 0,2 1 0,0 1 0,19-15 0,-30 26 0,0 0 0,1 0 0,0 0 0,-1 0 0,1 1 0,0 0 0,0 0 0,0 0 0,0 1 0,1 0 0,-1 0 0,0 0 0,1 0 0,-1 1 0,0 0 0,1 0 0,-1 0 0,7 2 0,-6 0 0,1 0 0,-1 1 0,0 0 0,0 0 0,0 0 0,0 1 0,0 0 0,-1 0 0,0 1 0,1-1 0,-2 1 0,8 8 0,2 7 0,0 1 0,-1 0 0,-1 1 0,-1 0 0,-1 1 0,12 40 0,-12-26 0,-2-1 0,-2 1 0,-1 1 0,-1 73 0,25-157 0,14-52 0,-30 66 0,1-1 0,1 2 0,2 0 0,27-38 0,-43 68 0,0 0 0,0 0 0,0 0 0,0 0 0,0 0 0,0 0 0,0 0 0,1 0 0,-1 0 0,0 1 0,1-1 0,-1 0 0,0 1 0,1-1 0,-1 1 0,1 0 0,-1-1 0,1 1 0,-1 0 0,1 0 0,-1 0 0,1 0 0,-1 0 0,1 0 0,-1 1 0,1-1 0,-1 0 0,0 1 0,1-1 0,-1 1 0,1 0 0,-1-1 0,0 1 0,0 0 0,1 0 0,-1-1 0,0 1 0,0 0 0,0 0 0,0 1 0,1 0 0,7 7 0,-1 1 0,0-1 0,12 22 0,-16-25 0,36 65-105,-3 1 0,29 83-1,-39-90-943,-10-25-5777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3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24575,'0'0'0,"0"0"0,13 0 0,30 0 40,0-2 0,71-13 0,-90 9-252,0 0 0,0-1 0,-1-2-1,0 0 1,0-2 0,22-13 0,-7-1-6614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4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0 24575,'0'0'0,"0"2"0,0 3 0,0 3 0,-2 6 0,-3 10 0,-3 9 0,-2 7 0,-2 6 0,-1 6 0,0 3 0,0 0 0,2-1 0,3 0 0,2-7 0,3-13-8191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4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24575,'0'0'0,"0"21"0,-12 373 120,3-297-615,-5 0 0,-25 96 0,27-151-6331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24575,'76'67'0,"-3"4"0,-3 3 0,64 89 0,-111-129 0,-1 0 0,-1 1 0,-2 1 0,-2 1 0,-1 0 0,-2 2 0,-1-1 0,-2 2 0,-2-1 0,6 66 0,-13-64 11,-2 0 0,-2 0 0,-2-1 0,-1 1 0,-2-1 0,-2 0-1,-2-1 1,-1 0 0,-2-1 0,-33 64 0,11-38-259,-2-3 1,-3-1-1,-3-2 1,-2-2-1,-60 56 1,22-31-6579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8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24575,'0'0'0,"15"2"0,32 1 0,26-1 0,19 0 0,6-2 0,0-4 0,-6-2 0,-6 0 0,-4-3 0,-6-1 0,-6-2 0,-7 0 0,-10-1 0,-12 0 0,-12 2-8191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9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1 24575,'0'0'0,"16"15"0,-1 6 0,0 0 0,-2 1 0,0 0 0,-2 1 0,0 0 0,11 41 0,-8-16 0,-3 0 0,8 74 0,-13-76 0,-2 1 0,-2 0 0,-2 0 0,-8 55 0,6-88 0,-1-1 0,0 1 0,0-1 0,-1 0 0,-1 0 0,-1-1 0,0 0 0,0 1 0,-1-2 0,0 1 0,-1-1 0,-1 0 0,0-1 0,0 0 0,-1-1 0,0 1 0,0-2 0,-23 15 0,18-15 0,-1 0 0,0-1 0,0-1 0,-1 0 0,0-1 0,0-1 0,-23 3 0,31-6 0,0 0 0,0 0 0,-1-1 0,1-1 0,0 1 0,0-2 0,-1 1 0,1-1 0,0-1 0,0 1 0,1-1 0,-1-1 0,1 0 0,-1 0 0,-10-8 0,18 12 0,0-1 0,0 0 0,0 1 0,0-1 0,0 0 0,0 0 0,0 0 0,0 0 0,0 0 0,1 0 0,-1 0 0,0 0 0,1 0 0,-1 0 0,1-1 0,-1 1 0,1 0 0,-1 0 0,1 0 0,0-1 0,-1 1 0,1 0 0,0-1 0,0 1 0,0 0 0,0 0 0,1-3 0,0 1 0,0 1 0,1 0 0,-1-1 0,1 1 0,-1 0 0,1 0 0,0 0 0,0 0 0,0 0 0,0 1 0,0-1 0,4-2 0,9-5 0,1 2 0,0-1 0,20-5 0,32-7-455,1 3 0,100-11 0,-68 15-6371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09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24575,'23'-2'0,"0"0"0,-1-1 0,33-10 0,-31 7 0,2 1 0,31-3 0,-38 7 0,0 1 0,1 0 0,-1 2 0,-1 0 0,1 1 0,29 9 0,-44-11 0,-1 0 0,1 0 0,-1 1 0,1-1 0,-1 1 0,0-1 0,0 1 0,0 0 0,0 1 0,0-1 0,0 0 0,0 1 0,-1-1 0,1 1 0,-1 0 0,0 0 0,0 0 0,0 0 0,0 0 0,-1 1 0,1-1 0,-1 0 0,0 1 0,0-1 0,0 1 0,0-1 0,0 1 0,-1 0 0,0-1 0,0 1 0,0 0 0,0-1 0,0 1 0,-1 0 0,0-1 0,1 1 0,-2-1 0,1 1 0,0-1 0,0 0 0,-3 4 0,-8 18 0,-1-1 0,-1-1 0,-29 37 0,29-42 0,0 0 0,1 1 0,2 0 0,0 1 0,0 0 0,-10 32 0,20-46 0,-1 1 0,1 0 0,0 1 0,1-1 0,0 0 0,0 0 0,0 0 0,1 0 0,0 0 0,1 0 0,-1 0 0,6 13 0,-2-8 0,1 0 0,1 0 0,0-1 0,0 0 0,1 0 0,12 13 0,11 6 0,2 0 0,0-3 0,41 27 0,-73-54 0,53 33 0,-40-25 0,0 0 0,-1 0 0,1 1 0,-2 1 0,1 0 0,16 19 0,-29-29 0,1 1 0,0 0 0,-1 0 0,1 0 0,-1 0 0,1-1 0,-1 1 0,0 0 0,1 0 0,-1 0 0,0 0 0,0 0 0,0 0 0,0 0 0,1 0 0,-1 0 0,-1 0 0,1 0 0,0 0 0,0 0 0,0 0 0,0 0 0,-1 0 0,1-1 0,0 1 0,-1 0 0,1 0 0,-1 1 0,-1 1 0,0-1 0,-1 0 0,1 1 0,0-1 0,-1 0 0,1 0 0,-1 0 0,0-1 0,-2 2 0,-8 3 0,1 0 0,-1-1 0,-16 3 0,0-1 0,0-1 0,-1-2 0,-35 1 0,53-4 0,-1-1 0,1-1 0,-1 0 0,1-1 0,0 0 0,0-1 0,0 0 0,0-1 0,0 0 0,-16-9 0,24 11 0,1 0 0,-1-1 0,1 1 0,0-1 0,-1 0 0,1 0 0,0-1 0,1 1 0,-1-1 0,1 1 0,-1-1 0,1 0 0,0 0 0,0 0 0,1 0 0,-3-7 0,3 3 0,0 0 0,0 1 0,0-1 0,1 0 0,1 0 0,-1 0 0,1 0 0,3-12 0,3-4 0,1 0 0,1 1 0,1 0 0,24-39 0,-2 14-341,2 2 0,2 1-1,59-56 1,-57 62-6485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1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24575,'15'64'0,"0"55"0,-6 0 0,-7 164 0,-3-151 0,-1 341-1365,2-434-5461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10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0 24575,'2'0'0,"0"1"0,-1-1 0,1 1 0,0-1 0,-1 1 0,1 0 0,0-1 0,-1 1 0,1 0 0,-1 0 0,1 0 0,-1 0 0,0 1 0,1-1 0,-1 0 0,0 0 0,0 1 0,0-1 0,0 1 0,0-1 0,0 1 0,0-1 0,0 3 0,16 41 0,-8-3 0,-1 0 0,-2 1 0,-2 0 0,-3 74 0,-6-31 0,-23 117 0,18-148 0,-2-1 0,-3 0 0,-2 0 0,-28 58 0,36-93 0,0-1 0,-1 0 0,-1-1 0,0 0 0,-2-1 0,1 0 0,-2-1 0,0 0 0,-1-1 0,-1-1 0,0-1 0,0 0 0,-1-1 0,-33 16 0,45-24 0,-1-1 0,1-1 0,0 1 0,-1-1 0,1 0 0,-1 0 0,0 0 0,1-1 0,-1 0 0,1 0 0,-1 0 0,0-1 0,-8-1 0,11 1 0,1 0 0,0-1 0,0 1 0,0 0 0,-1 0 0,1-1 0,1 0 0,-1 1 0,0-1 0,0 0 0,0 0 0,1 0 0,-1 0 0,1 0 0,0 0 0,-1 0 0,1 0 0,0-1 0,0 1 0,1-1 0,-1 1 0,0 0 0,1-1 0,0 1 0,-1-1 0,1 1 0,0-1 0,0 1 0,0-1 0,1 1 0,-1-1 0,1-3 0,2-8 0,0 1 0,1 0 0,1 0 0,0 0 0,0 1 0,1-1 0,1 1 0,0 1 0,17-22 0,2 2 0,1 1 0,35-29 0,-31 33 0,1 1 0,0 2 0,60-31 0,113-40 0,-197 91 0,17-9-1365,-8 2-5461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10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24575,'0'0'0,"2"3"0,3 6 0,3 5 0,0-1-8191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11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24575,'0'0'0,"0"2"0,-3 3 0,-4 7 0,-6 11 0,-4 11 0,-5 11 0,-2 9 0,0 3 0,3-1 0,2-3 0,3-8 0,1-6 0,1-7 0,4-10-8191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11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24575,'9'56'0,"0"-10"0,-6 45 0,-3 1 0,-4-1 0,-26 145 0,42-284 0,3 1 0,2 0 0,42-80 0,-50 109 0,56-99 0,-59 108 0,0 0 0,1 0 0,0 0 0,1 1 0,-1 0 0,2 0 0,-1 1 0,1 0 0,15-8 0,-21 13 0,0 1 0,0 0 0,0 0 0,0 1 0,0-1 0,1 1 0,-1-1 0,0 1 0,0 0 0,0 0 0,1 1 0,-1-1 0,0 1 0,0-1 0,0 1 0,0 0 0,0 0 0,0 0 0,0 1 0,0-1 0,0 1 0,0 0 0,-1-1 0,1 1 0,-1 0 0,1 1 0,-1-1 0,0 0 0,3 4 0,6 8 0,0 0 0,-1 0 0,16 32 0,-25-43 0,18 32 0,-2 1 0,-2 1 0,-1 0 0,-2 1 0,-1 1 0,-3-1 0,6 55 0,15-135 0,-6 6 0,-10 15 0,0 1 0,1 0 0,1 0 0,1 2 0,19-18 0,-33 34 0,0 1 0,0 0 0,0 0 0,0 0 0,1 0 0,-1 0 0,0 0 0,0 0 0,1 1 0,-1-1 0,0 1 0,1 0 0,-1 0 0,0-1 0,1 2 0,-1-1 0,0 0 0,1 0 0,-1 1 0,0-1 0,1 1 0,-1 0 0,0 0 0,0 0 0,0 0 0,1 0 0,-1 0 0,0 0 0,-1 1 0,1-1 0,0 1 0,0-1 0,2 5 0,7 5 0,-1 1 0,0 0 0,15 25 0,-23-34 0,32 58-341,-3 1 0,-2 2-1,36 120 1,-47-125-6485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1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24575,'0'0'0,"9"26"0,-1-10 0,2-2 0,-1 1 0,2-1 0,0 0 0,24 22 0,71 53 0,-99-83 0,74 51 0,2-4 0,3-3 0,157 66 0,-228-110 0,-7-3 0,-1 0 0,1 1 0,-1 0 0,1 0 0,7 7 0,-13-10 0,0 1 0,-1-1 0,1 1 0,-1 0 0,0-1 0,0 1 0,0 0 0,1 0 0,-1 0 0,-1 0 0,1 0 0,0 0 0,0 0 0,-1 0 0,1 0 0,-1 0 0,0 0 0,0 0 0,0 0 0,0 0 0,0 1 0,0-1 0,0 0 0,-1 0 0,0 4 0,-5 11 0,-1 0 0,0-1 0,-1 0 0,-1 0 0,0 0 0,-19 22 0,-80 84 0,81-94 0,-83 82-455,-6-5 0,-184 128 0,248-196-6371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0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1 318 24575,'4'-1'0,"0"0"0,0 0 0,0-1 0,0 1 0,0-1 0,-1 0 0,1 0 0,0 0 0,5-4 0,12-7 0,28-8 0,0 3 0,1 1 0,91-16 0,162-7 0,-153 33 0,0 5 0,-1 7 0,192 32 0,-268-25 0,-1 3 0,0 3 0,-2 3 0,129 58 0,-148-53 0,-1 1 0,-2 3 0,-1 2 0,-1 2 0,-2 2 0,75 80 0,-118-114 0,0-1 0,0 1 0,1-1 0,-1 1 0,1-1 0,-1 1 0,1-1 0,-1 0 0,1 0 0,0 0 0,-1 0 0,1 0 0,0 0 0,0 0 0,3 0 0,-3-1 0,-1-1 0,1 1 0,0-1 0,-1 0 0,1 1 0,0-1 0,-1 0 0,1 0 0,-1 0 0,0 0 0,1 0 0,-1-1 0,2-1 0,14-11 0,13-7 0,1 1 0,1 2 0,0 1 0,1 2 0,1 1 0,1 1 0,38-8 0,-4 5 0,1 3 0,120-6 0,-83 17 0,0 5 0,111 17 0,212 52 0,169 16 0,-522-83 0,0-3 0,0-4 0,0-3 0,0-4 0,142-34 0,150-87 0,-11-31 0,137-53 0,-448 199 0,-31 10 0,0 0 0,1-1 0,-2-1 0,1 0 0,16-11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8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0 24575,'0'0'0,"2"3"0,1-1 0,-1 0 0,1 1 0,-1-1 0,0 1 0,0 0 0,-1-1 0,1 1 0,0 0 0,-1 0 0,2 6 0,0-3 0,21 46 0,-1 0 0,-4 2 0,-1 0 0,-3 1 0,-2 1 0,-3 0 0,-2 0 0,-3 1 0,-2 67 0,-6-81 0,-1-1 0,-2 1 0,-2-1 0,-2 0 0,-29 77 0,30-95 0,-2-1 0,0 0 0,-2-1 0,0 0 0,-2-1 0,0-1 0,-1 0 0,-1-1 0,-1-1 0,-1 0 0,-24 17 0,33-28 0,0-1 0,0-1 0,0 0 0,-1 0 0,0-1 0,0 0 0,-19 4 0,27-8 0,1 1 0,0-1 0,-1 1 0,1-1 0,0 0 0,-1 0 0,1 0 0,0 0 0,-1-1 0,1 1 0,0 0 0,-1-1 0,1 0 0,0 0 0,0 1 0,0-1 0,0 0 0,0-1 0,0 1 0,0 0 0,0-1 0,0 1 0,0-1 0,1 1 0,-1-1 0,0 0 0,1 0 0,0 0 0,-1 0 0,1 0 0,0 0 0,0 0 0,0 0 0,0 0 0,1-1 0,-1 1 0,0 0 0,1 0 0,0-1 0,0 1 0,-1 0 0,1-1 0,1-2 0,-1-8 0,1 0 0,1 1 0,0-1 0,1 1 0,0 0 0,1 0 0,0 0 0,1 0 0,1 1 0,-1-1 0,2 1 0,0 1 0,9-12 0,5-6 0,2 2 0,1 0 0,42-34 0,-36 38 0,1 2 0,1 1 0,1 1 0,0 2 0,1 1 0,45-13 0,-24 8 0,3-8-1365,-38 16-5461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8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24575,'0'0'0,"2"0"0,3 3 0,3 0 0,0 0-8191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9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0 24575,'0'0'0,"0"0"0,0 0 0,0 2 0,2 3 0,1 7 0,0 12 0,-1 18 0,0 16 0,-6 11 0,-5 7 0,-4 1 0,-5-1 0,0-10 0,2-16-8191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9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 24575,'25'20'0,"-10"-6"0,0 0 0,-2 1 0,1 0 0,-2 1 0,0 1 0,-1 0 0,-1 0 0,0 1 0,13 37 0,-14-28 0,-2 0 0,0 1 0,-2-1 0,-1 1 0,-2 1 0,-1 44 0,9-84 0,4-13 0,24-56 0,4 3 0,3 1 0,56-69 0,-96 138 0,1 0 0,0 0 0,0 0 0,1 1 0,0 0 0,0 1 0,14-9 0,-19 13 0,0 0 0,1 0 0,-1 0 0,1 0 0,-1 0 0,1 1 0,0 0 0,-1-1 0,1 1 0,0 0 0,-1 0 0,1 0 0,0 0 0,-1 1 0,1-1 0,0 1 0,-1 0 0,1-1 0,-1 1 0,1 0 0,-1 1 0,0-1 0,1 0 0,-1 1 0,0-1 0,0 1 0,0 0 0,0-1 0,0 1 0,2 3 0,2 2 0,0 1 0,0 0 0,-1 1 0,0-1 0,0 1 0,-1 0 0,0 0 0,0 0 0,2 12 0,-1 3 0,-1 0 0,3 39 0,-7-63 0,-1 1 0,1-1 0,0 0 0,0 0 0,0 1 0,0-1 0,0 0 0,0 1 0,0-1 0,0 0 0,1 0 0,-1 1 0,0-1 0,0 0 0,0 0 0,0 1 0,0-1 0,0 0 0,0 0 0,0 0 0,1 1 0,-1-1 0,0 0 0,0 0 0,0 0 0,1 1 0,-1-1 0,0 0 0,0 0 0,0 0 0,1 0 0,-1 0 0,0 0 0,0 1 0,1-1 0,-1 0 0,0 0 0,0 0 0,1 0 0,-1 0 0,0 0 0,13-7 0,11-19 0,-23 24 0,74-96 0,30-35 0,-103 131 0,-1 1 0,0 0 0,1-1 0,-1 1 0,1 0 0,0-1 0,-1 1 0,1 0 0,0 0 0,0 1 0,-1-1 0,1 0 0,0 0 0,0 1 0,0-1 0,0 1 0,0 0 0,0 0 0,0-1 0,0 1 0,0 0 0,4 1 0,-2 0 0,-1 1 0,1-1 0,0 1 0,0 0 0,-1 0 0,1 0 0,-1 0 0,0 0 0,1 1 0,4 5 0,6 8 0,0 1 0,-1 0 0,15 28 0,-22-36 0,31 58-455,-2 3 0,47 139 0,-70-175-6371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30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24575,'29'21'0,"204"141"0,324 167 0,-436-271 0,70 37 0,-189-94 0,0 0 0,0 0 0,0 0 0,-1 0 0,1 0 0,0 1 0,0-1 0,-1 1 0,1-1 0,-1 1 0,0-1 0,1 1 0,-1 0 0,0 0 0,0-1 0,0 1 0,0 0 0,0 0 0,0 0 0,-1 0 0,1 1 0,-1-1 0,1 0 0,-1 0 0,0 0 0,0 0 0,0 0 0,0 0 0,0 1 0,0-1 0,-1 0 0,1 0 0,-1 0 0,0 0 0,1 0 0,-1 0 0,0 0 0,-1 2 0,-6 8 0,1-1 0,-1 0 0,-1 0 0,0-1 0,-11 9 0,9-7 0,-45 41 30,-1-3 0,-2-3 0,-121 74 0,-214 84-1515,312-167-5341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4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24575,'1'6'0,"64"522"0,-65-528 0,0 1 0,0-1 0,0 0 0,0 1 0,0-1 0,0 1 0,0-1 0,0 1 0,1-1 0,-1 0 0,0 1 0,0-1 0,0 1 0,1-1 0,-1 0 0,0 1 0,0-1 0,1 0 0,-1 1 0,0-1 0,1 0 0,-1 0 0,0 1 0,1-1 0,-1 0 0,0 0 0,1 1 0,-1-1 0,1 0 0,-1 0 0,1 0 0,-1 0 0,0 0 0,1 0 0,-1 0 0,1 0 0,-1 0 0,1 0 0,-1 0 0,0 0 0,1 0 0,-1 0 0,1 0 0,-1 0 0,1 0 0,-1 0 0,0-1 0,1 1 0,-1 0 0,1 0 0,-1-1 0,0 1 0,1 0 0,-1 0 0,0-1 0,0 1 0,1 0 0,-1-1 0,30-27 0,-19 17 0,22-18 0,1 1 0,63-39 0,-86 61 0,0 0 0,0 0 0,1 1 0,0 0 0,0 1 0,0 0 0,0 1 0,1 0 0,-1 1 0,1 1 0,0 0 0,0 0 0,-1 2 0,14 1 0,-18 0 0,0 0 0,-1 1 0,1 1 0,-1-1 0,0 1 0,0 0 0,0 1 0,-1-1 0,1 1 0,-1 1 0,0-1 0,0 1 0,-1 0 0,0 0 0,0 1 0,0 0 0,-1-1 0,0 1 0,-1 1 0,4 9 0,2 4 0,-1 1 0,-1 1 0,-1 0 0,-1 0 0,4 41 0,-9-64 0,0 0 0,0 1 0,0-1 0,0 0 0,0 1 0,0-1 0,0 0 0,0 0 0,0 1 0,0-1 0,0 0 0,1 1 0,-1-1 0,0 0 0,0 0 0,0 1 0,1-1 0,-1 0 0,0 0 0,0 0 0,0 1 0,1-1 0,-1 0 0,0 0 0,0 0 0,1 0 0,-1 1 0,0-1 0,1 0 0,-1 0 0,0 0 0,1 0 0,-1 0 0,0 0 0,0 0 0,1 0 0,-1 0 0,0 0 0,1 0 0,-1 0 0,0 0 0,1 0 0,-1 0 0,0 0 0,0 0 0,1-1 0,-1 1 0,0 0 0,1 0 0,-1 0 0,0 0 0,0-1 0,1 1 0,-1 0 0,0 0 0,0 0 0,0-1 0,1 1 0,-1 0 0,0 0 0,0-1 0,0 1 0,0 0 0,1-1 0,19-20 0,-18 18 0,60-71 0,45-50 0,-89 105 0,1 1 0,1 0 0,44-28 0,-61 44 0,-1 1 0,1-1 0,-1 1 0,1 0 0,-1 0 0,1 0 0,0 0 0,0 1 0,-1-1 0,1 1 0,0-1 0,0 1 0,0 0 0,0 0 0,0 0 0,-1 0 0,1 1 0,0-1 0,0 1 0,0 0 0,4 2 0,-2 0 0,0 0 0,-1 0 0,1 0 0,-1 1 0,0 0 0,0 0 0,0 0 0,0 0 0,-1 1 0,5 7 0,4 11 0,0 0 0,-1 1 0,12 43 0,-22-62 0,19 65-341,-4 1 0,-3 1-1,4 81 1,-13-103-6485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5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24575,'0'0'0,"0"0"0,15 8 0,-6 3 0,0 0 0,0 0 0,-2 1 0,1-1 0,-1 2 0,-1-1 0,6 16 0,28 94 0,-40-122 0,15 56 0,-4 1 0,-1 0 0,2 88 0,-14 178 0,-1-209 0,6-116 0,0 0 0,0 0 0,1 0 0,-1 0 0,-1-1 0,1 1 0,0-1 0,3-4 0,0 2 0,-4 3 0,112-97 0,-97 86 0,0 1 0,1 1 0,0 0 0,1 1 0,23-8 0,-38 17 0,0-1 0,0 1 0,0 1 0,0-1 0,0 0 0,0 1 0,1 0 0,-1 0 0,0 0 0,0 1 0,1-1 0,-1 1 0,0 0 0,0 0 0,0 1 0,7 3 0,-4-1 0,-1 0 0,1 0 0,-1 1 0,0 0 0,-1 0 0,1 0 0,-1 1 0,8 11 0,-2 0 0,-1 0 0,-1 0 0,0 1 0,-1 0 0,-1 1 0,6 28 0,-8-29-151,-1 0-1,-2-1 0,1 1 0,-2 0 1,-1 0-1,0 1 0,-1-1 1,-3 18-1,0-25-6674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5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24575,'0'0'0,"30"0"0,55-4 0,94-16 0,22-3 0,207 19-1365,-401 4-5461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27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24575,'5'26'0,"9"196"0,-4-33 0,8-39-1365,-10-91-5461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32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24575,'0'0'0,"0"0"0,0 0 0,0 26 0,-1 215 0,2 263 0,12-312 0,1 37 0,-15-65-1365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55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24575,'68'18'0,"36"-9"0,184-8 0,-141-3 0,102 1-1365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5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24575,'1'21'0,"1"0"0,2 0 0,7 28 0,5 30 0,7 224 0,-16 325 0,28-655 0,-13 9 0,0 1 0,1 2 0,1 0 0,0 2 0,1 0 0,1 2 0,32-10 0,-48 18 0,0 0 0,0 1 0,0 0 0,1 1 0,-1 0 0,0 1 0,1 0 0,-1 1 0,0 0 0,0 0 0,1 1 0,-1 0 0,0 1 0,-1 0 0,1 1 0,0 0 0,-1 0 0,0 1 0,0 1 0,-1-1 0,1 1 0,12 12 0,-5-1 0,-2 1 0,0 0 0,0 1 0,-2 0 0,0 1 0,-2 1 0,0 0 0,-1 0 0,-1 0 0,-1 1 0,-1 1 0,4 28 0,-2 4 0,-3-1 0,-2 1 0,-2 0 0,-7 56 0,5-91-136,-1 1-1,-1-1 1,-1 0-1,0 0 1,-2 0-1,0 0 1,-1-1-1,-2 0 0,-11 21 1,9-25-6690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59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24575,'0'0'0,"0"-3"0,0 0 0,1 1 0,-1-1 0,1 0 0,0 1 0,-1-1 0,2 1 0,1-5 0,16-1 0,1 0 0,-1 2 0,1 0 0,1 2 0,37-5 0,-14 3 0,343-36-838,-356 40 311,6-1-6299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59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0,13 0 0,0 1 0,0 0 0,0 1 0,-1 1 0,1 0 0,0 0 0,-1 2 0,0-1 0,0 2 0,0-1 0,0 1 0,-1 1 0,0 0 0,-1 1 0,1 0 0,-2 1 0,1 0 0,12 16 0,-9-9 0,-1 1 0,-1 0 0,-1 1 0,0 1 0,-1-1 0,-1 1 0,-1 1 0,-1 0 0,-1 0 0,6 40 0,-7-19 0,-2 0 0,-2 0 0,-9 69 0,-33 121 0,40-223 0,1 0 0,-1 0 0,1 0 0,1 0 0,0 15 0,0-21 0,0 0 0,1 0 0,-1 0 0,1 0 0,0-1 0,-1 1 0,1 0 0,0 0 0,0-1 0,0 1 0,0 0 0,0-1 0,1 1 0,-1-1 0,0 1 0,1-1 0,-1 0 0,1 0 0,-1 1 0,1-1 0,0 0 0,-1 0 0,1-1 0,0 1 0,0 0 0,0-1 0,0 1 0,0-1 0,3 1 0,32 3 20,0-1-1,0-2 1,55-5 0,-64 1-201,1 1 1,-1 1-1,1 2 1,-1 1-1,0 1 1,0 1-1,37 11 1,-48-8-6646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02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24575,'0'5'0,"1"-1"0,0 1 0,-1-1 0,0 1 0,0-1 0,0 1 0,-2 5 0,2 2 0,6 231 0,0 72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38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24575,'-1'2'0,"0"1"0,0 0 0,0-1 0,0 1 0,0-1 0,-1 1 0,1-1 0,-1 1 0,1-1 0,-1 0 0,-2 2 0,-15 26 0,19-29 0,-1 0 0,1 0 0,0 0 0,0 0 0,0 1 0,0-1 0,-1 0 0,1 0 0,1 0 0,-1 0 0,0 0 0,0 0 0,0 0 0,0 0 0,1 0 0,-1 0 0,1 0 0,-1 0 0,1 0 0,-1 0 0,1 0 0,-1 0 0,1 0 0,0-1 0,-1 1 0,1 0 0,0 0 0,1 0 0,2 2 0,0 0 0,1-1 0,-1 0 0,1 0 0,-1 0 0,1 0 0,0-1 0,0 0 0,0 0 0,-1 0 0,9 0 0,62-1 0,-56 0 0,388-44 0,-276 24 0,187-5 0,-300 26-1365,-8-1-5461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39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24575,'41'0'0,"69"-6"0,-1-4 0,191-44 0,-164 26 0,-109 23-273,-1 1 0,1 1 0,0 2 0,37 1 0,-27 5-6553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2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24575,'-19'621'0,"-2"183"0,82-863 0,88-66 0,-128 111 0,0 0 0,0 1 0,1 1 0,1 1 0,42-14 0,-60 24 0,0-1 0,1 1 0,-1 0 0,0 1 0,1-1 0,-1 1 0,0 0 0,1 1 0,-1-1 0,1 1 0,-1 0 0,0 0 0,0 1 0,0-1 0,0 1 0,8 4 0,-6-1 0,0-1 0,-1 1 0,1 1 0,-1-1 0,0 1 0,0 1 0,-1-1 0,0 1 0,7 12 0,2 6 0,-2 0 0,-1 1 0,-2 1 0,0 0 0,6 34 0,-4-9 0,-3 1 0,-2 0 0,-2 0 0,-3 0 0,-2 0 0,-2 0 0,-19 94 0,16-124-1365,0-6-5461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2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0 180 24575,'1'-5'0,"-1"1"0,1-1 0,0 1 0,1 0 0,-1 0 0,1 0 0,0 0 0,0 0 0,0 0 0,0 0 0,1 0 0,-1 1 0,1-1 0,0 1 0,0 0 0,0 0 0,1 0 0,-1 0 0,1 0 0,0 1 0,-1 0 0,1 0 0,0 0 0,0 0 0,0 0 0,6-1 0,16-5 0,0 0 0,1 1 0,30-3 0,-31 6 0,84-16-455,2 4 0,141-1 0,-232 18-6371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24575,'3'-1'0,"0"0"0,0 0 0,0 0 0,0-1 0,0 1 0,0-1 0,-1 0 0,1 1 0,0-1 0,3-4 0,15-9 0,-17 13 0,0 0 0,0 1 0,0 0 0,0-1 0,1 1 0,-1 1 0,0-1 0,0 1 0,1-1 0,-1 1 0,0 0 0,1 1 0,-1-1 0,0 1 0,0 0 0,0 0 0,1 0 0,-1 0 0,0 1 0,0 0 0,-1 0 0,1 0 0,0 0 0,-1 1 0,1-1 0,-1 1 0,0 0 0,0 0 0,0 0 0,0 0 0,0 0 0,3 7 0,1 1 0,0 2 0,0-1 0,-2 1 0,1-1 0,-2 2 0,1-1 0,-2 0 0,0 1 0,1 14 0,-1 12 0,-2 0 0,-1 0 0,-11 72 0,-35 122 0,24-134 0,12-58 0,2-9 0,-7 57 0,15-83 0,-1 0 0,1 0 0,0 0 0,0 0 0,1 0 0,0 0 0,0 0 0,1 0 0,-1 0 0,2 0 0,-1 0 0,1-1 0,6 13 0,-4-14 0,0 1 0,0-1 0,1 0 0,-1-1 0,1 1 0,0-1 0,0-1 0,1 1 0,-1-1 0,1 0 0,0 0 0,12 3 0,11 2 0,53 6 0,-30-6 0,-42-6-56,141 32 239,-132-28-431,-1 0-1,1 2 0,-1 0 0,-1 1 1,25 17-1,-14-4-6577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4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24575,'0'0'0,"0"0"0,1 11 0,18 155 0,3 43 0,-16-92 0,-5-1 0,-15 133 0,9-210 0,-1 0 0,-2 0 0,-2 0 0,-1-1 0,-2 0 0,-1-1 0,-2-1 0,-2 0 0,-1-1 0,-27 34 0,38-58 0,-1-1 0,-1 0 0,1-1 0,-2 0 0,-12 8 0,21-15 0,0-1 0,-1 1 0,1-1 0,0 0 0,-1 0 0,1 0 0,-1 0 0,1 0 0,-1-1 0,1 1 0,-1-1 0,1 0 0,-1 0 0,-4 0 0,6 0 0,-1-1 0,1 0 0,-1 1 0,1-1 0,-1 0 0,1 0 0,0 0 0,-1 0 0,1 0 0,0 0 0,0-1 0,0 1 0,0 0 0,0-1 0,0 1 0,0 0 0,0-1 0,0 1 0,1-1 0,-1 1 0,1-1 0,-1 0 0,1 1 0,0-1 0,-1-2 0,0-7 0,0 1 0,1-1 0,0 1 0,1 0 0,0-1 0,1 1 0,0 0 0,0 0 0,1 0 0,0 0 0,6-11 0,8-18 0,28-45 0,-43 82 0,9-18 0,1 1 0,1 0 0,0 1 0,2 0 0,0 1 0,1 1 0,32-26 0,-39 36 0,0 0 0,0 1 0,0 0 0,1 0 0,0 1 0,0 1 0,0-1 0,0 1 0,0 1 0,1 0 0,-1 1 0,1 0 0,0 0 0,-1 1 0,1 0 0,-1 1 0,1 0 0,17 5 0,31 13-1365,-41-11-5461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0,2 2 0,6 3 0,2 3 0,1-1-8191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5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0 24575,'0'0'0,"0"2"0,0 8 0,0 18 0,-2 27 0,-6 32 0,-5 35 0,-4 30 0,-3 18 0,-1 14 0,0 2 0,2-10 0,4-20 0,5-31 0,3-36-8191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5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0 24575,'16'42'0,"4"42"0,-4 1 0,-4 0 0,-3 1 0,-4 0 0,-4 0 0,-4 0 0,-3 0 0,-30 142 0,27-188 0,-2-1 0,-25 61 0,31-89 0,-1 1 0,0-1 0,0 0 0,-1-1 0,0 1 0,-1-1 0,0-1 0,-1 1 0,0-2 0,0 1 0,-1-1 0,-17 11 0,25-18 0,1 0 0,-1 0 0,1 0 0,-1 0 0,1 0 0,-1 0 0,0 0 0,0-1 0,1 1 0,-1-1 0,0 0 0,0 1 0,0-1 0,1 0 0,-1 0 0,0 0 0,0 0 0,0 0 0,0 0 0,1-1 0,-1 1 0,0-1 0,0 1 0,1-1 0,-1 0 0,0 1 0,1-1 0,-1 0 0,1 0 0,-1 0 0,1 0 0,-1-1 0,1 1 0,0 0 0,-1-1 0,1 1 0,0-1 0,0 1 0,0-1 0,0 1 0,0-1 0,1 0 0,-1 1 0,0-1 0,0-2 0,-2-6 0,1-1 0,0 0 0,0 0 0,1 0 0,0 0 0,1-13 0,2-2 9,0-1 1,2 1-1,1 0 0,1 1 0,1-1 1,1 1-1,1 1 0,2-1 0,0 2 0,2-1 1,0 2-1,26-33 0,-28 41-87,0 0 0,2 1 0,0 0-1,0 1 1,1 0 0,0 1 0,1 1 0,1 0 0,-1 1-1,1 1 1,1 1 0,0 0 0,0 1 0,0 0 0,1 2-1,-1 0 1,1 1 0,36-2 0,-33 6-6748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6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0,2 2 0,8 3 0,12 2 0,18 3 0,21 0 0,19-3 0,12-2 0,6-6 0,-8-5 0,-18-2-8191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24575,'0'0'0,"0"2"0,0 3 0,0 7 0,0 16 0,0 24 0,0 21 0,0 16 0,0 10 0,0 6 0,0 1 0,3-3 0,2-12 0,2-14 0,1-18 0,-1-19-8191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24575,'0'0'0,"0"0"0,0 0 0,0 0 0,2 5 0,3 10 0,3 17 0,0 18 0,-2 23 0,-1 22 0,-2 16 0,-3 7 0,-4-3 0,-6-9 0,-6-12 0,-4-13 0,0-18 0,2-20-8191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8:47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 24575,'0'0'0,"2"4"0,5 10 0,8 20 0,6 33 0,1 40 0,-3 42 0,-11 38 0,-16 26 0,-19 16 0,-21 7 0,-18 0 0,-34 25 0,0-32-8191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4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1061 152 24575,'-33'-1'0,"-65"-9"0,0-4 0,0-5 0,-102-34 0,14 5 0,179 46 0,-1 0 0,1 1 0,-1 0 0,0 1 0,1-1 0,-1 1 0,0 1 0,1 0 0,-1 0 0,0 0 0,1 1 0,0 0 0,-1 1 0,1-1 0,-11 7 0,9-3 0,0 0 0,0 1 0,1 0 0,0 0 0,0 1 0,1 0 0,0 0 0,0 1 0,-10 17 0,0 7 0,2 0 0,1 2 0,2-1 0,1 2 0,-9 49 0,4 10 0,4 1 0,4 0 0,6 135 0,44 292 0,-19-297 0,30 382 0,46 484 0,-83-904 0,-9 0 0,-25 293 0,18-477 0,-30 540 0,30-528 0,2 1 0,0 0 0,0-1 0,2 1 0,0-1 0,1 0 0,7 16 0,-9-26 0,0 0 0,0 0 0,0 0 0,1 0 0,0-1 0,0 0 0,0 1 0,1-1 0,-1-1 0,1 1 0,1-1 0,-1 0 0,0 0 0,1-1 0,0 1 0,0-1 0,0 0 0,0-1 0,1 0 0,7 2 0,32 2 0,1-1 0,-1-3 0,62-5 0,-18 0 0,39 2 0,284 1 0,-388 2-455,0 0 0,30 7 0,-33-4-6371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07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24575,'0'17'0,"0"393"0,1-415 0,1 1 0,0-1 0,0 1 0,0 0 0,0 0 0,1 0 0,-1 0 0,1 0 0,0 0 0,4-3 0,5-8 0,8-15 0,12-18 0,1 2 0,43-45 0,-66 81 0,0 0 0,0 0 0,1 1 0,0 0 0,1 0 0,0 2 0,0-1 0,1 2 0,-1 0 0,2 0 0,-1 1 0,0 1 0,27-6 0,-31 9 0,1 1 0,0 0 0,0 0 0,-1 1 0,1 0 0,-1 1 0,1 0 0,-1 1 0,1 0 0,-1 0 0,0 1 0,10 5 0,-7-2 0,0 1 0,0 1 0,-1 0 0,0 0 0,0 1 0,-1 1 0,14 18 0,-11-10 0,0 0 0,-2 1 0,0 0 0,-1 1 0,-1 0 0,-1 1 0,-1-1 0,-1 2 0,-1-1 0,3 27 0,-8-1 0,0-17 0,1-24 0,1-10 0,12-35 0,2 1 0,2 1 0,1 0 0,24-33 0,-30 50 0,1 0 0,0 2 0,1 0 0,1 0 0,1 2 0,0 0 0,1 1 0,32-19 0,-41 28 0,0 1 0,0 0 0,1 0 0,0 1 0,-1 1 0,1 0 0,0 0 0,0 1 0,0 0 0,1 0 0,-1 1 0,0 1 0,0 0 0,0 0 0,0 1 0,0 0 0,0 1 0,-1 0 0,1 0 0,-1 1 0,0 0 0,0 1 0,0 0 0,0 1 0,12 10 0,-5-3 0,-1 1 0,-1 1 0,0 0 0,-1 0 0,0 2 0,-2-1 0,0 2 0,0-1 0,-2 1 0,0 1 0,11 36 0,-11-23-114,-2-1 1,-1 1-1,-1 0 0,-2 1 0,-1-1 1,-1 1-1,-2-1 0,-2 1 0,-1-1 1,-1 0-1,-18 60 0,11-60-6712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0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 24575,'-1'4'0,"0"0"0,-1 0 0,1 0 0,-1 0 0,0 0 0,0-1 0,0 1 0,0-1 0,-5 5 0,-6 12 0,-43 97 0,6 3 0,4 2 0,6 1 0,5 3 0,-28 201 0,51-245 60,-3 122 0,15-177-225,1 0 0,1 0 0,1 0 0,2 0 0,0-1 0,2 0 0,1 0 0,16 37 0,-3-27-6661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09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24575,'1'2'0,"1"0"0,-1 0 0,1 0 0,-1 0 0,0 1 0,0-1 0,0 0 0,0 1 0,0-1 0,1 4 0,0 0 0,11 37 0,-2 1 0,-1 0 0,-3 0 0,-1 1 0,-3 0 0,-1 1 0,-2-1 0,-3 0 0,-8 50 0,16-120 0,2 1 0,1 0 0,0 1 0,2-1 0,1 2 0,20-33 0,-14 28 0,0 1 0,2 0 0,1 2 0,1 0 0,37-32 0,-51 50 0,1 1 0,-1-1 0,1 1 0,0 1 0,1-1 0,-1 1 0,1 1 0,0-1 0,0 2 0,0-1 0,18-2 0,-20 5 0,0 0 0,-1 0 0,1 1 0,0 0 0,-1 0 0,1 1 0,-1-1 0,1 1 0,-1 1 0,0-1 0,0 1 0,0 0 0,0 1 0,0-1 0,-1 1 0,1 0 0,6 7 0,1 3 0,-1 0 0,0 1 0,-1 0 0,-1 1 0,0 0 0,-1 0 0,-1 1 0,-1 0 0,0 1 0,-1 0 0,7 34 0,-6-12 0,-2-1 0,-1 1 0,-2 0 0,-5 63 0,9-136 0,2 1 0,16-39 0,-15 43 0,2 2 0,1-1 0,1 2 0,25-38 0,-35 59 0,0 0 0,0 1 0,1-1 0,-1 1 0,1-1 0,0 1 0,0 0 0,0 0 0,0 1 0,1-1 0,-1 1 0,1 0 0,-1 0 0,1 1 0,0-1 0,0 1 0,0 0 0,0 1 0,0-1 0,0 1 0,-1 0 0,1 0 0,0 0 0,0 1 0,0-1 0,0 1 0,0 0 0,0 1 0,0-1 0,-1 1 0,1 0 0,-1 0 0,1 1 0,-1-1 0,0 1 0,0 0 0,6 6 0,11 9 15,-1 0 0,-1 2 0,-1 0 0,-1 1 0,0 1 0,-2 1 0,21 39 0,-15-18-386,-1 1-1,-2 1 1,15 65 0,-23-68-6455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09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24575,'0'0'0,"0"0"0,2 2 0,3 3 0,7 3 0,9 2 0,10 1 0,12-1 0,13-2 0,13-2 0,9-8 0,5-6 0,-1-7 0,-11-3 0,-16 2-8191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0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24575,'0'0'0,"0"3"0,0 2 0,-2 7 0,-3 12 0,-3 17 0,-1 17 0,-3 11 0,-1 8 0,2 0 0,3-4 0,3-5 0,2-6 0,3-7 0,5-9 0,1-10 0,-1-11-8191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0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24575,'0'0'0,"0"13"0,-35 193 0,11-84 0,-42 412-1365,64-505-5461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0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24575,'0'0'0,"2"3"0,3 6 0,8 15 0,9 23 0,10 31 0,8 31 0,7 31 0,-2 28 0,-7 18 0,-15 10 0,-18 5 0,-23 0 0,-27-3 0,-55 28 0,-9-25-8191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5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24575,'26'7'0,"665"189"0,-676-192 0,0 0 0,-1 1 0,1 1 0,-1 0 0,0 1 0,0 0 0,12 10 0,-18-10 0,0 0 0,-1 0 0,0 0 0,0 1 0,-1 0 0,0 1 0,0-1 0,-1 1 0,0 0 0,-1 1 0,5 14 0,3 11 0,-3 0 0,0 1 0,5 68 0,-5 116 0,-5-67 0,99 718 0,-96-830 0,63 394 0,-56-314 0,-3 196 0,-12-280 0,-2 1 0,-1-1 0,-2 0 0,-2-1 0,-1 0 0,-2 0 0,-18 41 0,20-59 0,0-1 0,-1 1 0,-1-2 0,0 0 0,-1 0 0,-1-1 0,0 0 0,-1-1 0,-1-1 0,0 0 0,-1-1 0,0-1 0,0 0 0,-2-1 0,-23 10 0,-3-4 0,-1-1 0,-83 16 0,-97 1 0,83-14 0,92-7-1365,34-6-5461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6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27 0,1 182 0,35 249 0,6-95-7,-27-221-1351,-11-103-5468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7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 24575,'0'0'0,"0"0"0,0 0 0,5 102 0,6 1 0,33 146 0,-17-107 0,-13-70 0,-3 0 0,-3 0 0,-4 1 0,-5 87 0,-2-135 0,0 0 0,-2 0 0,-1-1 0,-1 0 0,-1 0 0,-19 38 0,18-45 0,-1-1 0,-1 0 0,0 0 0,-1-1 0,-1-1 0,0 0 0,-1-1 0,-1 0 0,-29 20 0,29-24 0,-1 0 0,0-1 0,-1 0 0,0-1 0,0-1 0,0-1 0,-1 0 0,-20 2 0,32-6 0,-1 0 0,0 0 0,1-1 0,-1 0 0,0 0 0,1-1 0,-1 0 0,0 0 0,1 0 0,-1-1 0,1 0 0,-1 0 0,1-1 0,0 1 0,0-1 0,0-1 0,1 1 0,-1-1 0,1 0 0,-1 0 0,1-1 0,1 0 0,-1 0 0,-7-10 0,9 9 0,0 0 0,1-1 0,-1 1 0,1-1 0,1 0 0,-1 0 0,1 1 0,0-1 0,1 0 0,-1 0 0,2 0 0,-1 0 0,1 0 0,0 0 0,0 0 0,1 0 0,4-13 0,1 1 0,1-1 0,1 1 0,0 1 0,22-31 0,-15 27 0,1 2 0,1 0 0,1 0 0,0 2 0,1 0 0,1 2 0,1 0 0,1 1 0,0 2 0,0 0 0,1 1 0,1 2 0,0 0 0,1 2 0,-1 1 0,2 1 0,49-6 0,-61 11-1365,-4-1-5461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7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0,2 3 0,7 2 0,5 3 0,-1 0-8191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7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24575,'0'0'0,"0"2"0,0 3 0,0 5 0,0 7 0,0 7 0,0 11 0,0 11 0,0 12 0,0 9 0,0 3 0,0-2 0,0-3 0,0-8 0,0-15 0,0-14-8191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8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24575,'17'28'0,"-8"-10"0,-1 1 0,-1 0 0,0 0 0,-2 0 0,0 1 0,2 26 0,2 124 0,-6-58 0,-2-112 0,-1 0 0,1 0 0,0 0 0,-1 0 0,1 0 0,0 0 0,-1 0 0,1 0 0,-1 0 0,1 0 0,0 0 0,-1 0 0,1-1 0,-1 1 0,1 0 0,0 0 0,-1-1 0,1 1 0,-1 0 0,1-1 0,-1 1 0,1 0 0,-1-1 0,1 1 0,-1-1 0,0 1 0,1-1 0,-1 1 0,0-1 0,1 1 0,-1-2 0,22-18 0,46-55 0,-44 45 0,2 2 0,1 0 0,1 2 0,39-27 0,-63 50 0,0 0 0,1 0 0,0 1 0,-1-1 0,1 1 0,0 0 0,0 1 0,0-1 0,1 1 0,-1 0 0,0 1 0,0-1 0,0 1 0,1 0 0,-1 0 0,0 0 0,10 3 0,-8-1 0,0 1 0,-1 0 0,1 0 0,-1 1 0,0-1 0,0 1 0,0 1 0,-1-1 0,1 1 0,-1 0 0,8 9 0,3 8 0,-1 1 0,-1 0 0,-1 1 0,-1 1 0,15 44 0,29 118 0,-56-186 0,0-1 0,0 1 0,1 0 0,-1-1 0,0 1 0,0 0 0,0-1 0,1 1 0,-1-1 0,0 1 0,1 0 0,-1-1 0,0 1 0,1-1 0,-1 1 0,1-1 0,-1 1 0,0-1 0,1 1 0,0-1 0,-1 0 0,1 1 0,-1-1 0,1 0 0,-1 1 0,1-1 0,0 0 0,-1 0 0,1 0 0,1 1 0,19-10 0,23-34 0,-35 33 0,20-22 0,-15 16 0,1 1 0,30-25 0,-44 39 0,1 0 0,-1 1 0,1-1 0,-1 0 0,1 1 0,-1-1 0,1 1 0,-1 0 0,1-1 0,0 1 0,-1 0 0,1 0 0,-1 0 0,1 0 0,0 0 0,-1 0 0,1 1 0,-1-1 0,1 0 0,-1 1 0,1-1 0,-1 1 0,1 0 0,-1-1 0,1 1 0,-1 0 0,0 0 0,1 0 0,-1 0 0,0 0 0,0 0 0,0 0 0,0 1 0,0-1 0,0 0 0,0 1 0,0-1 0,1 3 0,5 7 0,-1 1 0,1 0 0,6 20 0,-10-25 0,13 41-273,-1 1 0,-2 0 0,-3 1 0,5 57 0,-8-39-6553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9:19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24575,'0'4'0,"0"-1"0,1 0 0,-1 1 0,1-1 0,-1 0 0,1 0 0,0 1 0,3 4 0,3 6 0,1-1 0,0 0 0,0 0 0,1 0 0,1-1 0,0-1 0,1 0 0,0 0 0,1-1 0,18 12 0,12 6 0,81 40 0,17-6 0,290 84 0,-250-90 0,-169-53 0,9 3 0,0 0 0,-1 2 0,0 0 0,-1 1 0,22 13 0,-37-19 0,1-1 0,-1 1 0,1 0 0,-1 0 0,0 0 0,0 1 0,0-1 0,-1 1 0,1-1 0,-1 1 0,0 0 0,0 0 0,0 0 0,0 0 0,-1 0 0,0 0 0,0 1 0,0-1 0,0 0 0,-1 1 0,1-1 0,-1 1 0,0-1 0,-1 0 0,1 1 0,-1-1 0,0 1 0,0-1 0,0 0 0,-3 6 0,-3 9 0,-2 0 0,0-1 0,-2 0 0,0-1 0,-16 21 0,-76 80 0,71-84 0,-127 133-682,-233 192-1,323-304-6143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2.1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793 26 9830,'-394'-13'1788,"5"0"-26,380 13-1762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2.6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1167 30 9830,'-4'0'0,"1"0"0,-1-1 0,1 1 0,-1 0 0,1-1 0,-1 0 0,1 0 0,-6-2 0,-4-1 0,-96-8 933,0 5-1,-133 8 1,96 2-181,-324-3 3253,429 0-3914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5.3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9830,'263'5'5690,"146"-3"-3734,-247-10-1137,-162 8-819,-1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6.0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281 0 9830,'1'10'4848,"-2"16"-5310,1-18 790,3 45-219,3 0 0,2 0 0,24 85 0,-13-67 924,7 74 0,-22-115-704,-1 0 1,-2 1-1,-1-1 0,-1 0 1,-2 0-1,-9 44 1,10-66-238,0 0 0,-1 0 0,0 0 0,0-1 1,0 1-1,-1 0 0,-1-1 0,1 0 0,-1 0 0,0-1 0,0 1 0,-1-1 1,0 0-1,0 0 0,-1-1 0,1 0 0,-1 0 0,0-1 0,0 0 0,-1 0 1,1 0-1,-1-1 0,0 0 0,0-1 0,0 1 0,0-2 0,-16 3 0,10-2 22,1-1 0,-1 0 0,0 0-1,0-2 1,1 0 0,-1 0 0,1-1-1,-1-1 1,1 0 0,0-1-1,0 0 1,-13-7 0,25 11-106,1 0-1,0 0 1,0 0 0,0 0 0,0-1 0,-1 1-1,1 0 1,0 0 0,0 0 0,0 0 0,0-1-1,0 1 1,-1 0 0,1 0 0,0 0 0,0-1-1,0 1 1,0 0 0,0 0 0,0 0 0,0-1-1,0 1 1,0 0 0,0 0 0,0-1 0,0 1-1,0 0 1,0 0 0,0 0 0,0-1 0,0 1-1,0 0 1,0 0 0,0 0 0,1-1 0,-1 1-1,0 0 1,0 0 0,0 0 0,0-1 0,0 1-1,0 0 1,1 0 0,-1 0 0,0 0 0,0 0-1,0-1 1,1 1 0,-1 0 0,0 0 0,0 0-1,0 0 1,1 0 0,-1 0 0,0 0 0,0 0-1,0 0 1,1 0 0,-1 0 0,4-3 70,2-3-78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6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9830,'1'2'254,"1"1"1,0-1-1,0 0 1,0 0-1,0 0 0,0-1 1,1 1-1,-1 0 0,0-1 1,1 1-1,3 0 0,-2 1-193,8 3-61,0 0 0,0-1 0,1 0 0,0-1 0,0-1 0,0 0 0,23 2 0,-2-2 0,63-4 0,-90 1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7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9830,'22'2'5195,"333"17"-4178,-244-17-668,89 1 470,-181-3-819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8.1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0 9830,'0'0'3383,"4"2"-3339,1 0 0,-1 0 0,1 0 0,-1 0 0,0 1 0,0 0 0,0 0 0,0 0 1,-1 0-1,1 1 0,-1-1 0,0 1 0,3 4 0,1 0 15,9 9-172,41 45 548,59 82-1,-102-125-185,-1 1 0,-1 0 0,-1 0 0,-1 1 0,-1 1 0,0 0 0,-2 0 0,-1 1 0,6 31 0,-12-44-129,0 0 0,0 0 0,-1 0 1,0 0-1,0 1 0,-1-2 0,-1 1 0,0 0 0,0 0 0,-1-1 0,0 0 0,0 1 0,-1-2 1,0 1-1,-1 0 0,0-1 0,0 0 0,-1-1 0,0 1 0,0-1 0,-1-1 0,0 1 1,-11 6-1,6-4 13,-1-1 1,0-1-1,0 0 1,-1 0-1,0-2 1,0 0 0,-1 0-1,1-2 1,-1 0-1,0 0 1,0-2-1,0 0 1,0 0-1,-20-3 1,33 1-134,4 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8.7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9830,'28'16'2473,"-9"-12"-2473,0 0 0,1-2 0,-1 0 0,1-1 0,22-2 0,-14 1 0,-5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49.0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1 9830,'-5'105'3928,"-11"53"-3688,1-11 763,10-104 103,-2 0 0,-19 64 1,17-72-900,-13 47-207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50.3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 1 9830,'1'9'5075,"-2"16"-5581,1-19 860,-4 155-420,1-65 1240,12 151 0,14-48-116,-21-172-1013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51.1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424 1 9830,'0'30'5195,"20"256"-3853,-2-47 666,-16-190-1567,-3 0-1,-14 89 0,10-113-154,-1-1 0,-2 0-1,0 0 1,-2-1-1,0 0 1,-1-1 0,-2 0-1,-19 27 1,24-39-179,0 1 0,0-1 1,-1-1-1,0 0 0,-1 0 1,0 0-1,0-1 1,-1-1-1,0 0 0,0 0 1,-1-1-1,0-1 0,0 0 1,0 0-1,0-2 0,-1 1 1,-21 2-1,29-5-110,0-1 0,0 0 0,0 0 0,0 0 0,0 0 0,1-1 0,-1 0 0,0 0 0,0 0 0,0 0 0,1-1 0,-1 0 0,1 0 0,-1 0 0,1-1 0,0 1 0,0-1 0,0 0 0,0 0 0,1-1 0,-1 1 0,1-1 0,0 1 0,0-1 0,0 0 0,0 0 0,1-1 0,-1 1 0,1-1 0,0 1 0,-1-7 0,1 3-112,0-1 0,1 1 0,0 0 0,0-1 0,1 1 0,0-1 0,1 1 0,0-1 0,0 1-1,1-1 1,0 1 0,0 0 0,1 0 0,0 0 0,1 0 0,-1 1 0,8-11 0,-4 8 93,0 1 1,1 0-1,-1 1 0,2 0 1,-1 0-1,1 1 0,0 0 1,1 0-1,-1 1 1,2 1-1,-1-1 0,0 2 1,1-1-1,0 1 0,21-4 1,6 2 166,1 1 1,0 2 0,52 3-1,-85 0-155,45-5 173,-32 1-149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51.2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9830,'0'0'273,"0"2"-273,0 3 0,0 3 0,0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51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1 9830,'-7'86'3947,"-16"42"-2806,13-84-986,3 0-1,-5 84 1,13-86-110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52.6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9830,'1'3'4250,"6"15"-4323,9 25 175,-2 1 1,-2 0-1,-2 1 1,-2 1-1,-1-1 0,-3 1 1,-4 85-1,6-131-35,9-11 86,23-23 137,-23 20-299,30-26-247,-7 5 127,1 1 0,68-43 0,-105 75 159,1 1 1,-1-1-1,1 1 1,-1-1-1,1 1 1,0 0-1,-1 0 1,1 0-1,0 1 1,0-1-1,0 1 1,0-1-1,0 1 1,0 0-1,0 0 1,0 0-1,-1 0 1,1 1 0,0-1-1,0 1 1,0 0-1,0 0 1,-1 0-1,5 2 1,-3 1 43,1-1 1,-1 1-1,-1 0 1,1 0 0,0 0-1,-1 1 1,0 0-1,0-1 1,0 1 0,-1 0-1,0 0 1,2 7-1,6 18 118,-2 1 0,-1 0 0,-2 1 0,-1-1 0,0 41 0,-2-33-133,2-39 247,4-11-230,6-15-275,-1-3 55,2 1 1,1 0-1,1 1 0,1 1 1,35-39-1,-52 65 156,-1-1 0,1 1-1,-1-1 1,1 1 0,0-1 0,-1 1-1,1-1 1,0 1 0,-1-1 0,1 1 0,0 0-1,0 0 1,0-1 0,-1 1 0,1 0-1,0 0 1,0 0 0,0 0 0,-1 0 0,1 0-1,0 0 1,0 0 0,0 0 0,0 0-1,-1 0 1,1 0 0,1 1 0,16 19 376,6 38 174,-22-52-538,37 141 755,-31-106-753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2:53.4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9830,'13'26'4862,"8"2"-4683,2-1 1,0-2-1,2 0 1,1-1-1,1-2 0,1 0 1,51 29-1,-1-8 621,153 60 1,-223-101-685,0 2 0,0-1 0,0 1 0,-1 0 1,1 1-1,-1 0 0,-1 0 0,10 9 0,-13-11-26,0 1 0,0 0 1,-1 0-1,0 0 0,1 0 0,-2 0 0,1 0 0,0 1 0,-1-1 0,0 0 0,0 1 0,0 0 0,0-1 0,-1 1 0,0-1 0,0 1 1,-1 5-1,-1 10 276,-1 0-1,-1-1 1,-1 1 0,-1-1 0,-14 33 0,-55 92 1696,44-87-1333,-356 549 101,359-566-827,11-15-3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04.39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552.39111"/>
      <inkml:brushProperty name="anchorY" value="-10750.76074"/>
      <inkml:brushProperty name="scaleFactor" value="0.5"/>
    </inkml:brush>
  </inkml:definitions>
  <inkml:trace contextRef="#ctx0" brushRef="#br0">0 6371 24575,'0'0'0,"67"25"0,39 11 0,6-2 0,3-6 0,-1-7 0,-6-7 0,-6-6 0,0-4 0,1-3 0,3-2 0,1 0 0,-4 0 0,0-3 0,1 0 0,5-2 0,0 1 0,0 1 0,0 1 0,2 1 0,4-2 0,3 1 0,1 0 0,1 1 0,3 1 0,2 0 0,2-2 0,1 0 0,-2-2 0,2 1 0,0 0 0,0 1 0,-4 1 0,-4 3 0,3 4 0,3 2 0,2 1 0,0-2 0,4 2 0,2 0 0,0 2 0,-1 0 0,-3 2 0,-3 0 0,0 1 0,-1 0 0,0 0 0,0 0 0,3-3 0,6-2 0,0-3 0,3-3 0,0 0 0,4 1 0,0-1 0,-1 0 0,-1 2 0,-1 3 0,3-2 0,-2 3 0,-1-2 0,3-1 0,5-1 0,3-2 0,0 2 0,4 1 0,0 0 0,0 2 0,3-1 0,5 2 0,3 0 0,1 0 0,1-2 0,5-2 0,2-2 0,1 2 0,1-1 0,0 0 0,2-2 0,0 0 0,0 0 0,0-3 0,3-1 0,3-2 0,0-2 0,-1-2 0,2-2 0,1 1 0,0 3 0,0-1 0,2 0 0,-2 1 0,1-1 0,1-1 0,-2-1 0,-1 2 0,0-1 0,-1-1 0,-7 2 0,-4-1 0,-6 0 0,-5-1 0,-4 2 0,-3 1 0,1 0 0,1-1 0,0 1 0,3-1 0,3-1 0,0 0 0,1 0 0,0 0 0,4-1 0,2 0 0,6 1 0,5 0 0,1-3 0,7-2 0,3-2 0,1 0 0,2-3 0,5-2 0,0-2 0,4 2 0,6 1 0,1 0 0,0 2 0,4 3 0,1 3 0,3 0 0,2 1 0,-1 0 0,2-1 0,2 3 0,2 2 0,1 2 0,-1 2 0,-1 2 0,-3 1 0,-5 0 0,-2-2 0,-5-3 0,-6 3 0,1 0 0,-2 2 0,-2 2 0,2 0 0,-2 1 0,-2 2 0,0-1 0,0 0 0,2-1 0,3-1 0,-1-1 0,-8 2 0,1 2 0,-3 0 0,-6 0 0,-1-2 0,-3 2 0,-1 2 0,-5-1 0,-1 1 0,-5 2 0,-5-2 0,-8 2 0,-6 0 0,-2-1 0,-7 0 0,-7 2 0,-5-2 0,-3 0 0,-1-1 0,-4 1 0,-6 0 0,-4 0 0,-7-3 0,-3-1 0,-2-1 0,-2 0 0,-2 3 0,-2 1 0,-2 3 0,-2 1 0,-1 1 0,-3 0 0,-3 1 0,-3 0 0,-5 0 0,-6 0 0,-4-2 0,-3-4 0,-1-2 0,3-2 0,2 1 0,3-1 0,3-1 0,-3 0 0,-2-1 0,-4 0 0,-2-1 0,-3-3 0,-1-2 0,-1-3 0,-2-2 0,-1-2 0,-2 0 0,-1-3 0,0-1 0,-2-2 0,-2-3 0,-1-1 0,0-2 0,1 0 0,1-2 0,0-2 0,2-3 0,1-2 0,0-3 0,-3 2 0,-4 1 0,-6 0 0,-5-1 0,-3 2 0,-3-1 0,-4-2 0,-3 0 0,-4 1 0,-1 2 0,-2-3 0,0-3 0,-4-4 0,1-4 0,-3-2 0,-3-1 0,-1-2 0,-1 2 0,-1 3 0,-1 0 0,-1-1 0,1-3 0,0-6 0,-1-1 0,1-3 0,0-1 0,0 1 0,-3 0 0,-2-1 0,-2 2 0,0-1 0,-2-2 0,-1-2 0,-1-3 0,-3 0 0,-4 0 0,0 1 0,-2 0 0,1 2 0,1 2 0,1 1 0,2 0 0,1 0 0,3 0 0,4-1 0,2 1 0,2 1 0,2 2 0,1 5 0,1 4 0,0 4 0,-1 3 0,1 3 0,-1 3 0,0 4 0,0 3 0,0 2 0,0 1 0,0 1 0,0 3 0,0-1 0,0 1 0,0-1 0,0 0 0,0-1 0,0-1 0,0 3 0,0 1 0,0 1 0,-2 2 0,-4 1 0,-1 0 0,-4-3 0,-3 2 0,-3-2 0,-4-1 0,-5 0 0,-6 0 0,-7-1 0,-10 2 0,-14-1 0,-10-1 0,-12 2 0,-7 1 0,-6 4 0,-8 5 0,-5 4 0,1 2 0,5 3 0,4 4 0,4 0 0,3 1 0,3 1 0,2 0 0,0 0 0,1-2 0,2-1 0,0-1 0,2-1 0,0 0 0,2 0 0,1 0 0,4 0 0,5 0 0,2 0 0,3-1 0,3 1 0,-3 3 0,-4-1 0,-2 1 0,-3 1 0,2 3 0,2-1 0,0-1 0,1-1 0,1 1 0,-2 2 0,-4-1 0,-1 1 0,-1 2 0,3-2 0,-1 2 0,1-2 0,0 0 0,-5 2 0,-4-2 0,-2-1 0,-2-2 0,1-1 0,2 0 0,-2 3 0,-1 1 0,-1 3 0,0-2 0,2-1 0,2-2 0,3 1 0,3 1 0,-2 1 0,-1-1 0,1-1 0,0-2 0,4-1 0,3-2 0,2 0 0,0-1 0,-4 2 0,-3 1 0,-1-1 0,0 0 0,0 0 0,4-2 0,3 1 0,1-1 0,0 0 0,-1 0 0,-1 0 0,2 0 0,-1 2 0,2 1 0,-1 2 0,0 3 0,-7-2 0,-6 3 0,-3 0 0,-3-1 0,2 1 0,0-3 0,3 2 0,-2 1 0,-1 1 0,0-2 0,2 1 0,2-2 0,3-2 0,2-1 0,3-2 0,-3-2 0,1-2 0,1-3 0,0-3 0,3-2 0,2-2 0,2 0 0,-1-1 0,-1-1 0,0 1 0,-2 0 0,2 0 0,2 0 0,2 0 0,2 0 0,0 1 0,-3-1 0,1 3 0,1 0 0,-1 0 0,0-1 0,2 0 0,0 2 0,2 0 0,-2-1 0,-3 2 0,-4 0 0,-2-2 0,-4 0 0,-3 2 0,-1 1 0,-1 2 0,-4 3 0,-3 0 0,-2 2 0,1-2 0,2-1 0,4-1 0,4-1 0,3 1 0,-1-1 0,-1-2 0,1 1 0,3-2 0,3-1 0,2-2 0,0-2 0,3-2 0,1 0 0,1-3 0,3-1 0,3-3 0,3-1 0,6-1 0,5-1 0,4-1 0,5-2 0,5-3 0,4-2 0,3-3 0,1-3 0,1-4 0,1-6 0,-1-6 0,0-6 0,0-2 0,0-2 0,0 0 0,-3-1 0,-2 2 0,-6 2 0,-5 3 0,-6 1 0,-4 2 0,-4 3 0,-6 6 0,-6 2 0,-3 4 0,-7 2 0,-4 4 0,-1 5 0,-2 6 0,0 4 0,-1 4 0,-4 2 0,-3 2 0,-1 2 0,0 4 0,2 2 0,5 2 0,0 1 0,0 1 0,0 1 0,2-1 0,2 1 0,1-1 0,3 1 0,0-1 0,-2 0 0,-1-3 0,-3 1 0,0-4 0,2 2 0,1 0 0,-1 1 0,-1 1 0,-5 0 0,-3 2 0,-2 0 0,-1 0 0,-1 0 0,-3 3 0,-1-1 0,-3 1 0,0-1 0,3-1 0,0 0 0,-3 3 0,-5 1 0,-4 0 0,0 2 0,-4 0 0,-3 0 0,-3-1 0,-6-1 0,1 1 0,-2 1 0,1-1 0,-1-1 0,-2-1 0,3-2 0,-1-1 0,-1 2 0,-3 0 0,2-1 0,1-2 0,1-2 0,-5-2 0,-2-3 0,0-2 0,-4-2 0,-2-1 0,-3 0 0,-2-1 0,-4-1 0,-1 1 0,-4 0 0,-1 0 0,-5 1 0,-5 1 0,-7 1 0,-6 0 0,-8 2 0,-4 2 0,-5 2 0,-6 2 0,-2-1 0,1-3 0,-1-1 0,0-6 0,6-3 0,-1-1 0,1-3 0,0 1 0,0-2 0,2-1 0,-2-1 0,-4-1 0,-2 0 0,5-1 0,-1-1 0,2 1 0,6-6 0,-2-4 0,4-4 0,5-1 0,6-1 0,8 1 0,4-2 0,2-3 0,2 2 0,-1-1 0,1 0 0,-4-1 0,-5-2 0,-3 1 0,4 1 0,5 3 0,4 3 0,4 7 0,6 7 0,3 9 0,2 10 0,2 8 0,5 10 0,3 10 0,4 6 0,5 9 0,7 5 0,9 5 0,8 5 0,9 4 0,7 7 0,9 6 0,6 7 0,4 3 0,7 4 0,1 5 0,6 7 0,5 3 0,5 6 0,5-1 0,9-4 0,5-5 0,7-2 0,6-2 0,7-1 0,4-4 0,6-5 0,3-8 0,3-6 0,2-5 0,4 2 0,3-1 0,2 3 0,0 0 0,-1 4 0,0 1 0,-1 3 0,-2 1 0,-1 4 0,-2 3 0,-3 6 0,-3 4 0,-3 2 0,-2-2 0,-2-3 0,-4-2 0,-3 3 0,-2 2 0,-3 1 0,-1-3 0,2-2 0,-1-5 0,1 1 0,-2 0 0,1 1 0,-1 2 0,-1-2 0,1-1 0,-1-2 0,3-3 0,0-3 0,-1-1 0,3 2 0,2 0 0,2 1 0,2-3 0,1-2 0,0-4 0,2-1 0,-1 3 0,0 1 0,1 3 0,-1-2 0,0-1 0,0-6 0,0-1 0,3-4 0,2-1 0,0 1 0,3 2 0,-2 4 0,-1 4 0,-1-3 0,-2-3 0,0-4 0,-2-3 0,0-4 0,0-1 0,0-1 0,-3-3 0,-3-3 0,-2-3 0,-2-2 0,1-4 0,2-3 0,-1-3 0,2-3 0,-1-1 0,2-3 0,-2-1 0,2-5 0,0-4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53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0,0 0 0,21 25 0,-8-6 0,-1 0 0,-1 1 0,-1 0 0,-1 1 0,-1 0 0,-1 1 0,9 39 0,13 163 0,-25-187 0,13 729 0,-19-500 0,2-266 0,0 0 0,0 1 0,0-1 0,0 0 0,0 1 0,0-1 0,1 0 0,-1 0 0,0 1 0,0-1 0,0 0 0,1 1 0,-1-1 0,0 0 0,0 0 0,1 0 0,-1 1 0,0-1 0,1 0 0,-1 0 0,0 0 0,0 0 0,1 1 0,-1-1 0,0 0 0,1 0 0,-1 0 0,1 0 0,-1 0 0,0 0 0,1 0 0,-1 0 0,0 0 0,1 0 0,-1 0 0,0 0 0,1 0 0,-1 0 0,0-1 0,1 1 0,-1 0 0,0 0 0,0 0 0,1 0 0,-1-1 0,0 1 0,1 0 0,-1 0 0,0 0 0,0-1 0,1 1 0,-1 0 0,0-1 0,0 1 0,0 0 0,0 0 0,1-1 0,19-16 0,15-19 0,45-61 0,-48 56 0,72-72 0,-93 103 0,-1 1 0,1 0 0,1 1 0,0 1 0,0 0 0,0 0 0,1 1 0,0 1 0,0 0 0,0 0 0,27-4 0,-34 8 0,0 1 0,0-1 0,-1 1 0,1 0 0,0 1 0,0 0 0,0 0 0,-1 0 0,1 0 0,0 1 0,-1 0 0,1 0 0,-1 0 0,0 1 0,1 0 0,-1 0 0,5 4 0,-3-1 0,0 1 0,-1 0 0,0 0 0,0 1 0,0 0 0,-1 0 0,0 0 0,-1 0 0,7 16 0,-2 3 0,-1 0 0,-2 1 0,0-1 0,-2 1 0,-1 0 0,0 33 0,-4-31 40,0 1 0,-8 41 0,6-58-226,0 0 1,-1 0-1,-1 0 0,0-1 1,0 0-1,-2 0 1,-9 15-1,10-20-6640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53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24575,'3'0'0,"1"-1"0,0-1 0,-1 1 0,1 0 0,-1-1 0,1 0 0,-1 1 0,0-1 0,5-5 0,18-7 0,59-7-1365,-57 16-5461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53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24575,'49'-1'0,"-34"0"0,0 0 0,0 1 0,0 1 0,0 0 0,0 1 0,-1 0 0,1 2 0,17 5 0,-22-5 0,-1 0 0,0 1 0,0 0 0,0 0 0,-1 1 0,0 0 0,0 1 0,-1-1 0,1 2 0,-2-1 0,1 1 0,-1 0 0,0 0 0,0 1 0,-1-1 0,-1 1 0,1 1 0,-1-1 0,-1 1 0,0-1 0,0 1 0,-1 0 0,0 0 0,-1 0 0,1 19 0,-3 16 0,-1 1 0,-2-1 0,-3 0 0,-17 65 0,14-65 0,7-33 0,0 0 0,1-1 0,0 1 0,1 0 0,1 0 0,1 16 0,0-24 0,0-1 0,0 1 0,0 0 0,0 0 0,1 0 0,0-1 0,-1 1 0,2-1 0,-1 0 0,0 1 0,0-1 0,1 0 0,0 0 0,0 0 0,0-1 0,0 1 0,0-1 0,0 0 0,1 1 0,-1-2 0,1 1 0,5 2 0,20 6 12,0-2 0,0-1 0,0-2 1,1 0-1,0-2 0,50-2 0,56 8-1462,-111-5-5376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02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908 1 24575,'0'0'0,"-19"0"0,-30 1 0,0 3 0,0 2 0,0 2 0,-79 25 0,114-29 0,1 1 0,-1 0 0,1 1 0,1 1 0,-1 0 0,1 0 0,0 2 0,1-1 0,0 1 0,0 1 0,-17 21 0,18-18 0,2 0 0,0 1 0,0 0 0,1 1 0,1-1 0,0 1 0,2 1 0,-1-1 0,2 1 0,-3 25 0,0 49 0,4 0 0,21 177 0,-1-39 0,-16-150 0,-3-1 0,-4 1 0,-3-1 0,-20 85 0,15-108 0,-3-1 0,-2 0 0,-2-1 0,-2-2 0,-3 0 0,-46 70 0,53-93 0,7-9 0,0 0 0,-2-2 0,0 1 0,0-1 0,-1-1 0,-24 19 0,35-33 0,7-4 0,18-1 0,-8 8 0,0 0 0,-1 1 0,1 1 0,-2 0 0,1 0 0,0 2 0,-1-1 0,-1 2 0,1-1 0,-1 2 0,-1-1 0,11 13 0,4 7 0,-2 0 0,-1 1 0,27 47 0,-28-37 0,-2 1 0,-2 1 0,-1 1 0,-2 0 0,-2 0 0,-2 2 0,8 89 0,-13-22 0,-5 1 0,-16 115 0,11-178 0,1-11 0,0 1 0,3 0 0,7 78 0,-1-104-1365,-3-8-5461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1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2 24575,'-119'-1'0,"-124"3"0,241-2 0,-1 1 0,0-1 0,0 1 0,1 0 0,-1 0 0,0 0 0,1 0 0,-1 0 0,1 0 0,0 1 0,-1-1 0,1 1 0,0 0 0,0 0 0,0 0 0,0 0 0,0 0 0,0 0 0,1 0 0,-1 1 0,1-1 0,-1 0 0,1 1 0,0 0 0,0-1 0,0 1 0,1-1 0,-2 6 0,-1 9 0,0 0 0,2 1 0,0 28 0,0-15 0,-19 326 0,-18 680 0,39-804 0,2-231 0,1 0 0,-1 0 0,1 0 0,-1-1 0,1 1 0,0-1 0,0 0 0,-1 0 0,1-1 0,0 1 0,0-1 0,4 0 0,-4 0 0,135 11 6,171-11-1,-124-2-1381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3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 24575,'1'1'0,"1"0"0,-1 1 0,0-1 0,1 1 0,-1-1 0,0 1 0,0 0 0,0-1 0,0 1 0,0 0 0,0 3 0,1-2 0,11 31 0,-1 0 0,-2 1 0,-2 1 0,0 0 0,-3 0 0,-1 0 0,-2 0 0,-1 1 0,-4 38 0,1-54 0,0-1 0,-2 1 0,0-1 0,-2 0 0,0 0 0,-1 0 0,0-1 0,-16 26 0,20-39 0,-1 0 0,0 0 0,-1-1 0,1 1 0,-1-1 0,0 0 0,0-1 0,-1 1 0,1-1 0,-1 0 0,0-1 0,-8 5 0,8-6 0,1-1 0,-1 1 0,1-1 0,-1 0 0,1-1 0,-1 1 0,0-1 0,1 0 0,-1-1 0,0 1 0,1-1 0,-1 0 0,1 0 0,-1-1 0,1 0 0,0 0 0,-7-4 0,8 5 0,-1-1 0,1 0 0,0 0 0,0-1 0,1 1 0,-1-1 0,0 0 0,1 0 0,0 0 0,-1 0 0,1-1 0,1 1 0,-1-1 0,0 0 0,1 0 0,0 0 0,0 0 0,0 0 0,0 0 0,1 0 0,0-1 0,-1 1 0,2-1 0,-2-4 0,3 4 0,-1 0 0,1 0 0,0 0 0,0 1 0,0-1 0,0 0 0,1 0 0,0 1 0,0-1 0,0 1 0,1 0 0,0 0 0,-1 0 0,1 0 0,1 0 0,-1 0 0,0 1 0,1 0 0,0-1 0,0 2 0,0-1 0,5-3 0,7-3 0,1 0 0,0 1 0,0 1 0,0 1 0,1 0 0,23-4 0,2 3 0,67-2 0,-100 7-1365,-4 0-5461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0,2 0 0,0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4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 24575,'-2'4'0,"1"1"0,-1-1 0,1 1 0,-1-1 0,0 0 0,-1 0 0,1 0 0,-1 0 0,0 0 0,-5 5 0,-7 12 0,-10 24 17,2 0 0,2 2 1,2 0-1,2 1 0,3 1 0,-13 75 0,20-81-203,2 0 1,2 0-1,2 0 0,2 0 1,2 1-1,1-1 1,21 82-1,-6-63-6640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5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24575,'1'9'0,"0"0"0,0 0 0,1-1 0,1 1 0,-1-1 0,1 1 0,5 8 0,6 18 0,52 183 0,39 228 0,-84-292 0,-20-138 0,-1 1 0,0-1 0,-1 0 0,-1 0 0,-1 1 0,0-2 0,-8 24 0,10-35 0,0-1 0,-1 1 0,1-1 0,-1 0 0,0 1 0,0-1 0,0 0 0,-1 0 0,1 0 0,-1 0 0,1-1 0,-1 1 0,0-1 0,0 1 0,-4 1 0,4-2 0,1-2 0,-1 1 0,0 0 0,1 0 0,-1-1 0,0 1 0,0-1 0,1 0 0,-1 0 0,0 0 0,0 0 0,1 0 0,-1-1 0,0 1 0,0-1 0,-4-1 0,1-1 0,-1-1 0,1 1 0,0-1 0,0 0 0,0-1 0,0 0 0,0 1 0,1-2 0,0 1 0,0-1 0,1 1 0,0-1 0,0-1 0,-5-9 0,4 6 0,1-1 0,0 0 0,0 0 0,1 0 0,1 0 0,0-1 0,0 1 0,1-1 0,1 1 0,0-1 0,0 0 0,1 1 0,1-1 0,0 1 0,0 0 0,1-1 0,1 1 0,0 0 0,0 1 0,1-1 0,0 1 0,9-12 0,-7 11 0,2 0 0,0 0 0,0 0 0,1 1 0,0 1 0,1 0 0,0 0 0,0 1 0,1 0 0,0 1 0,0 0 0,1 1 0,0 1 0,0 0 0,0 1 0,1 0 0,-1 1 0,16-2 0,31 0-1365,-39 3-5461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5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0,2 2 0,1 1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5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0,2 2 0,3 3 0,7 2 0,13 3 0,14 0 0,12-3 0,8-1 0,3-3 0,-1-1 0,-6-4 0,-13-1-8191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24575,'0'0'0,"0"3"0,0 2 0,0 5 0,2 7 0,3 14 0,3 16 0,4 18 0,3 10 0,0 2 0,0-4 0,0-11 0,-3-15-8191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6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24575,'0'0'0,"0"3"0,0 4 0,0 8 0,0 10 0,0 11 0,0 11 0,0 10 0,0 6 0,0 5 0,0 0 0,0-3 0,0-11 0,0-14-8191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46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24575,'8'9'0,"0"0"0,-1 0 0,0 1 0,0-1 0,-1 1 0,0 1 0,4 12 0,4 6 0,15 28 0,-2 1 0,-3 1 0,-3 2 0,-2 0 0,-3 1 0,14 118 0,-26-131 0,-2 0 0,-2 0 0,-3 0 0,-1 0 0,-3 0 0,-2 0 0,-2-1 0,-2-1 0,-31 74 0,12-52-455,-4-3 0,-86 123 0,24-62-6371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0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24575,'532'0'-1365,"-505"0"-5461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1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24575,'0'0'0,"16"21"0,1 12 0,-1 1 0,-2 0 0,-2 1 0,0 0 0,9 60 0,-12-41 0,-2 2 0,-3-1 0,-3 63 0,5-121 0,8-15 0,14-22 0,-4 3 0,2 1 0,1 1 0,1 1 0,2 1 0,62-51 0,-88 81 0,0 0 0,-1 1 0,1 0 0,1-1 0,-1 1 0,0 0 0,0 1 0,1-1 0,-1 1 0,1 0 0,-1 0 0,1 0 0,-1 1 0,1 0 0,0 0 0,-1 0 0,1 0 0,7 2 0,-6 0 0,0 0 0,0 1 0,0 0 0,0 0 0,-1 0 0,0 1 0,0-1 0,0 1 0,0 1 0,0-1 0,-1 1 0,5 5 0,8 14 0,0 2 0,-2-1 0,-1 2 0,17 43 0,-26-58 0,0 2 0,-4-10 0,1 0 0,-1 0 0,1-1 0,0 1 0,-1-1 0,2 1 0,-1-1 0,4 5 0,-4-7 0,-1-1 0,0 1 0,0 0 0,1-1 0,-1 0 0,0 1 0,1-1 0,-1 0 0,0 1 0,1-1 0,-1 0 0,1 0 0,-1 0 0,0 0 0,1 0 0,-1-1 0,1 1 0,-1 0 0,0-1 0,1 1 0,-1 0 0,0-1 0,1 0 0,-1 1 0,0-1 0,0 0 0,0 0 0,0 0 0,2-1 0,37-27 0,-1-1 0,54-56 0,-54 47 0,77-57 0,-115 95 0,0 0 0,0 1 0,1-1 0,-1 0 0,0 0 0,0 1 0,1-1 0,-1 1 0,0-1 0,0 1 0,1 0 0,-1-1 0,1 1 0,-1 0 0,0 0 0,1 0 0,-1 0 0,0 0 0,1 0 0,-1 0 0,1 1 0,-1-1 0,0 0 0,2 2 0,-1-1 0,0 0 0,0 1 0,0-1 0,-1 1 0,1 0 0,-1 0 0,1-1 0,-1 1 0,1 0 0,-1 0 0,0 0 0,0 1 0,1 1 0,3 11 0,-1 0 0,0 1 0,3 23 0,-5-26 0,25 279 97,-16-132-1559,-7-108-5364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2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24575,'0'0'0,"0"2"0,0 7 0,-2 15 0,-3 19 0,-2 19 0,-3 16 0,0 12 0,3 10 0,2 6 0,1-1 0,3-5 0,2-9 0,4-11 0,3-10 0,3-14 0,-2-15-8191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3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24575,'3'-1'0,"0"1"0,0-1 0,0-1 0,0 1 0,0 0 0,-1-1 0,1 0 0,-1 1 0,1-1 0,-1 0 0,0 0 0,1 0 0,-1-1 0,0 1 0,0 0 0,-1-1 0,1 0 0,0 1 0,-1-1 0,2-3 0,14-18 0,-16 24 0,0-1 0,-1 1 0,1 0 0,0-1 0,0 1 0,0 0 0,0 0 0,-1 0 0,1 0 0,0 0 0,0 0 0,0 0 0,0 0 0,0 0 0,0 0 0,-1 0 0,1 0 0,0 1 0,0-1 0,0 0 0,0 1 0,-1-1 0,1 1 0,0-1 0,0 1 0,-1-1 0,1 1 0,0-1 0,-1 1 0,1-1 0,-1 1 0,1 0 0,-1 0 0,1-1 0,-1 1 0,1 0 0,-1 0 0,0-1 0,1 3 0,20 34 0,-21-36 0,9 22 0,0-1 0,-2 1 0,-1 0 0,-1 0 0,4 41 0,-4 123 0,-4-56 0,-1-131 0,0 0 0,0 0 0,0 0 0,0 0 0,0 0 0,0 0 0,0 0 0,0 1 0,0-1 0,0 0 0,0 0 0,0 0 0,0 0 0,0 0 0,0 0 0,0 0 0,0 1 0,0-1 0,0 0 0,0 0 0,0 0 0,0 0 0,0 0 0,0 0 0,0 0 0,0 0 0,0 0 0,1 1 0,-1-1 0,0 0 0,0 0 0,0 0 0,0 0 0,0 0 0,0 0 0,0 0 0,0 0 0,1 0 0,-1 0 0,0 0 0,0 0 0,0 0 0,0 0 0,0 0 0,0 0 0,0 0 0,1 0 0,-1 0 0,0 0 0,0 0 0,0 0 0,0 0 0,0 0 0,0 0 0,0 0 0,0 0 0,1 0 0,-1 0 0,0 0 0,0 0 0,0 0 0,0 0 0,0-1 0,0 1 0,0 0 0,0 0 0,1 0 0,8-11 0,9-17 0,48-100 0,-43 78 0,3 1 0,2 1 0,66-86 0,-93 133 0,0 0 0,0-1 0,0 1 0,1 0 0,-1 0 0,0 0 0,1 0 0,-1 0 0,1 0 0,-1 0 0,1 1 0,0-1 0,-1 0 0,1 1 0,0-1 0,-1 1 0,1 0 0,0-1 0,0 1 0,-1 0 0,1 0 0,0 0 0,0 1 0,-1-1 0,1 0 0,0 1 0,0-1 0,-1 1 0,1-1 0,-1 1 0,1 0 0,1 1 0,6 3 0,0 1 0,-1 1 0,0 0 0,12 13 0,24 17 0,-40-35 0,1 0 0,0 0 0,-1 0 0,1-1 0,0 0 0,0 0 0,0 0 0,0 0 0,0-1 0,1 0 0,-1 0 0,0-1 0,0 1 0,6-2 0,5-2 0,-1-1 0,0-1 0,17-8 0,-22 8 0,1 1 0,0 1 0,0 0 0,1 0 0,-1 1 0,18-2 0,-25 5 0,-1 1 0,0-1 0,0 1 0,0 0 0,0 0 0,0 0 0,0 0 0,0 0 0,0 1 0,0-1 0,0 1 0,-1 0 0,1 0 0,-1 0 0,1 0 0,-1 0 0,0 0 0,0 1 0,0-1 0,3 5 0,4 8 0,0-1 0,11 26 0,-13-25 0,20 41-682,28 91-1,-44-109-6143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3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24575,'0'0'0,"2"0"0,5 2 0,8 1 0,13-1 0,11 0 0,11 0 0,5-3 0,2-6 0,-4-3 0,-11-1-8191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4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24575,'0'0'0,"0"2"0,0 3 0,0 5 0,0 7 0,-2 9 0,-4 12 0,-2 13 0,-2 14 0,-1 9 0,0 0 0,3-4 0,3-5 0,2-5 0,1-10 0,2-15-8191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4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24575,'0'0'0,"0"2"0,0 5 0,0 8 0,0 7 0,0 10 0,0 9 0,0 9 0,0 6 0,0 5 0,-2 3 0,-3 0 0,-1-1 0,1-3 0,1-9 0,2-14-8191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4:55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24575,'0'0'0,"2"2"0,3 3 0,7 7 0,8 8 0,9 11 0,9 16 0,8 19 0,5 17 0,1 15 0,-5 16 0,-10 19 0,-15 12 0,-21 10 0,-27 13 0,-38 10 0,-25-12 0,2-34-8191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00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24575,'4'1'0,"-1"-1"0,1 2 0,-1-1 0,1 0 0,-1 1 0,0-1 0,1 1 0,2 2 0,9 4 0,125 52 0,174 48 0,-303-106 0,-1 2 0,1-1 0,-1 1 0,1 1 0,14 9 0,-22-12 0,0 1 0,0-1 0,0 1 0,-1 0 0,1 0 0,-1 0 0,0 0 0,0 0 0,0 0 0,0 0 0,-1 1 0,1-1 0,-1 1 0,0-1 0,0 1 0,0 0 0,0-1 0,-1 1 0,1 0 0,-1 4 0,8 196 0,-31 334 0,-5 188 0,28-620 0,0-99 0,-1-1 0,-1 1 0,1-1 0,-1 1 0,0-1 0,-1 1 0,1-1 0,-1 0 0,0 0 0,-1-1 0,0 1 0,0-1 0,0 1 0,0-1 0,-1 0 0,0-1 0,0 1 0,-5 3 0,-15 11 0,0-2 0,-43 22 0,60-35 0,-1 1-195,0 0 0,-1-1 0,1 0 0,-1-1 0,0 0 0,-11 2 0,8-3-6631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03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1 24575,'9'1'0,"0"0"0,-1 0 0,1 1 0,0 1 0,10 4 0,15 4 0,76 12 0,-71-17 0,0 2 0,-1 2 0,-1 1 0,1 2 0,63 32 0,-93-40 0,-1 0 0,0 0 0,0 1 0,-1 0 0,1 0 0,-1 1 0,-1 0 0,1 0 0,-1 0 0,0 0 0,-1 1 0,0 0 0,0 0 0,0 0 0,-1 0 0,-1 1 0,1-1 0,-1 1 0,-1 0 0,1-1 0,-2 1 0,1 0 0,-1 0 0,-2 14 0,-3 17 0,-2-1 0,-2 0 0,-1 0 0,-19 45 0,10-28 0,-16 50 0,5 1 0,-24 160 0,50-224 0,1-1 0,2 1 0,9 76 0,-4-92 0,1 1 0,2-2 0,0 1 0,2-1 0,1 0 0,24 44 0,-25-55 0,0 0 0,2 0 0,0-1 0,13 14 0,-20-24 0,1 0 0,-1 0 0,1 0 0,-1 0 0,1-1 0,0 0 0,1 0 0,-1 0 0,0 0 0,1-1 0,0 0 0,-1 0 0,1-1 0,0 0 0,10 2 0,-8-4 0,-10 0 0,-17 4 0,-19 8 0,0 2 0,1 1 0,1 3 0,0 0 0,1 3 0,-33 23 0,51-29 0,-1 0 0,2 1 0,0 1 0,1 0 0,0 1 0,1 1 0,1 0 0,1 0 0,1 2 0,0-1 0,2 2 0,-10 27 0,7-7 0,2 1 0,2-1 0,1 1 0,0 43 0,8 174 0,-5 52 0,-3-252 0,-3-1 0,-2 0 0,-3-1 0,-2-1 0,-2 0 0,-3-1 0,-50 90 0,44-107-1365,17-28-5461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0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24575,'0'0'0,"0"32"0,0 57 0,0 31 0,0 11 0,0-4 0,0-10 0,0-13 0,0-10 0,0-14 0,0-11 0,0-9 0,2-10 0,1-12 0,0-11-8191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10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1 24575,'1'20'0,"1"1"0,2-1 0,9 35 0,3 15 0,-7-14 0,-2 0 0,-3 1 0,-2 0 0,-3-1 0,-2 1 0,-13 65 0,11-95 0,-2 0 0,0-1 0,-2 0 0,0 0 0,-2-1 0,-1-1 0,-1 0 0,-1 0 0,-1-2 0,-1 1 0,-1-2 0,-1 0 0,-1-1 0,-38 31 0,54-48 0,-68 46 0,66-46 0,-1 0 0,0 0 0,0 0 0,0 0 0,0-1 0,0 0 0,0-1 0,-1 1 0,1-1 0,-12 0 0,18-1 0,0 0 0,0 0 0,-1 0 0,1 0 0,0 0 0,0 0 0,-1 0 0,1-1 0,0 1 0,0 0 0,0 0 0,-1 0 0,1-1 0,0 1 0,0 0 0,0 0 0,0-1 0,-1 1 0,1 0 0,0 0 0,0-1 0,0 1 0,0 0 0,0 0 0,0-1 0,0 1 0,0 0 0,0-1 0,0 1 0,0 0 0,0 0 0,0-1 0,0 1 0,0 0 0,0 0 0,0-1 0,0 1 0,0 0 0,0-1 0,0 1 0,1 0 0,-1 0 0,0-1 0,0 1 0,0 0 0,0 0 0,1 0 0,-1-1 0,10-15 0,-9 14 0,53-76 0,2 2 0,4 3 0,108-102 0,-149 158-273,2 1 0,-1 1 0,2 1 0,26-14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10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24575,'0'0'0,"2"2"0,3 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10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24575,'0'0'0,"0"2"0,-3 3 0,-1 5 0,-4 7 0,-4 7 0,-3 6 0,-2 9 0,-1 6 0,0 4 0,1 2 0,2 2 0,1 0 0,0-5 0,1-8 0,3-11-8191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11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24575,'1'18'0,"1"0"0,7 32 0,3 21 0,-10 39 0,-2-110 0,0 0 0,0 1 0,0-1 0,0 0 0,1 0 0,-1 0 0,0 1 0,0-1 0,0 0 0,1 0 0,-1 0 0,0 0 0,0 1 0,1-1 0,-1 0 0,0 0 0,1 0 0,-1 0 0,0 0 0,0 0 0,1 0 0,-1 0 0,0 0 0,1 0 0,-1 0 0,0 0 0,0 0 0,1 0 0,-1 0 0,0 0 0,1 0 0,-1 0 0,0 0 0,0-1 0,1 1 0,-1 0 0,0 0 0,0 0 0,1 0 0,-1-1 0,0 1 0,0 0 0,0 0 0,1 0 0,-1-1 0,0 1 0,0 0 0,0 0 0,0-1 0,0 1 0,0 0 0,1-1 0,14-11 0,55-64 0,-53 54 0,1 2 0,2 0 0,0 1 0,35-26 0,-54 44 0,1 1 0,-1-1 0,1 0 0,0 0 0,-1 1 0,1-1 0,0 1 0,-1 0 0,1-1 0,0 1 0,-1 0 0,1 0 0,0 0 0,0 0 0,-1 0 0,1 0 0,0 1 0,0-1 0,-1 1 0,1-1 0,-1 1 0,1-1 0,0 1 0,-1 0 0,1 0 0,-1 0 0,1 0 0,-1 0 0,0 0 0,1 0 0,-1 0 0,0 1 0,0-1 0,0 0 0,0 1 0,0-1 0,0 1 0,0-1 0,-1 1 0,2 1 0,4 10 0,0 0 0,-1 1 0,7 24 0,-9-29 0,5 24 0,-2 0 0,-1 0 0,0 36 0,-2-33 0,-3-35 0,0-1 0,0 0 0,0 1 0,0-1 0,0 0 0,0 1 0,0-1 0,0 0 0,0 1 0,0-1 0,1 1 0,-1-1 0,0 0 0,0 1 0,0-1 0,0 0 0,1 0 0,-1 1 0,0-1 0,0 0 0,1 0 0,-1 1 0,0-1 0,1 0 0,-1 0 0,0 1 0,1-1 0,-1 0 0,0 0 0,1 0 0,-1 0 0,0 0 0,1 0 0,-1 0 0,0 1 0,1-1 0,-1 0 0,1 0 0,18-7 0,17-19 0,-33 24 0,85-77 0,-87 79 0,0-1 0,0 1 0,0-1 0,0 1 0,0 0 0,0-1 0,1 1 0,-1 0 0,0 0 0,0 0 0,0 0 0,1 0 0,-1 0 0,0 0 0,0 0 0,0 0 0,0 1 0,1-1 0,-1 0 0,0 1 0,0-1 0,0 1 0,0-1 0,0 1 0,0 0 0,0-1 0,0 1 0,0 0 0,0 0 0,-1 0 0,1 0 0,0 0 0,0 0 0,-1 0 0,1 0 0,-1 0 0,1 0 0,-1 0 0,1 2 0,26 52 0,-24-48 0,55 156-1365,-42-112-5461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1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24575,'0'0'0,"0"0"0,0 0 0,9 9 0,313 335 0,-305-324 0,-2 0 0,-1 1 0,-1 0 0,21 44 0,-30-55 0,-1 1 0,0-1 0,0 1 0,-1-1 0,0 1 0,-1 0 0,0 0 0,-1 0 0,0 0 0,-1-1 0,0 1 0,0 0 0,-2 0 0,-2 10 0,-5 4 0,0 0 0,-2 0 0,-1-1 0,-1-1 0,-1 0 0,0-1 0,-28 28 0,-11 7 0,-79 65 0,-55 25-1365,108-90-5461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29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953 52 24575,'0'0'0,"0"0"0,0 0 0,0 0 0,0 0 0,-15-8 0,-1 1 0,-1 0 0,0 0 0,0 2 0,-1 0 0,1 1 0,-1 0 0,0 2 0,0 0 0,-29 1 0,21 3 0,1 1 0,-1 1 0,1 1 0,0 1 0,0 2 0,-27 11 0,7 2 0,0 2 0,2 2 0,1 2 0,1 2 0,1 1 0,-52 53 0,73-64 0,0 1 0,2 0 0,1 2 0,0 0 0,2 1 0,0 0 0,2 1 0,0 1 0,2 0 0,-14 52 0,21-65 0,1-1 0,0 1 0,0 0 0,2 0 0,-1 1 0,1-1 0,1 0 0,0 0 0,1 0 0,0 0 0,1-1 0,1 1 0,-1-1 0,2 1 0,-1-1 0,2 0 0,0-1 0,0 1 0,0-1 0,1 0 0,1-1 0,0 0 0,0 0 0,1-1 0,0 0 0,16 12 0,-4-8 0,1 0 0,-1-1 0,2-1 0,-1-1 0,1-1 0,1-1 0,0-1 0,-1-1 0,26 2 0,9-2 0,0-3 0,96-8 0,-146 6-1365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0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0 24575,'0'0'0,"0"0"0,7 14 0,-1 5 0,-1 0 0,0 0 0,-1 1 0,-2 0 0,0 0 0,-1 0 0,-2 35 0,-26 139 0,12-121 0,-3 0 0,-41 107 0,41-137 0,-2 0 0,-2-1 0,-2-1 0,-1-2 0,-37 45 0,59-80 0,0-1 0,0 1 0,-1-1 0,1 0 0,-1 0 0,0 0 0,0 0 0,0-1 0,0 1 0,0-1 0,-1 0 0,1-1 0,-8 3 0,11-4 0,0 0 0,-1 0 0,1 0 0,0 0 0,0 0 0,0 0 0,0 0 0,0 0 0,-1-1 0,1 1 0,0 0 0,0-1 0,0 1 0,0-1 0,0 1 0,0-1 0,0 1 0,0-1 0,0 0 0,0 0 0,1 1 0,-2-2 0,0-1 0,1 1 0,0-1 0,0 1 0,0-1 0,0 1 0,0-1 0,1 1 0,-1-1 0,1 0 0,-1 1 0,1-1 0,0 0 0,0-4 0,1-14 0,1 0 0,1 0 0,1 0 0,0 0 0,2 1 0,0-1 0,2 1 0,0 1 0,1 0 0,1 0 0,0 0 0,2 1 0,0 1 0,1 0 0,1 1 0,0 0 0,1 1 0,1 1 0,0 0 0,1 1 0,0 1 0,1 1 0,34-16 0,40-10-1365,-72 28-5461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0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0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24575,'0'5'0,"-1"-1"0,0 1 0,0-1 0,0 1 0,-1-1 0,0 1 0,-3 6 0,-4 10 0,-46 164-682,-46 276-1,99-445-6143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1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24575,'-1'43'0,"-1"-2"0,-1-1 0,-2-1 0,-3 1 0,0-1 0,-3 0 0,-23 58 0,36-124 0,7-22 0,-1 25 0,0 1 0,2 0 0,22-38 0,-27 52 0,1 0 0,0 1 0,0-1 0,1 1 0,0 0 0,1 1 0,0 0 0,0 0 0,0 0 0,1 1 0,13-7 0,-19 12 0,0-1 0,1 1 0,-1 0 0,0 0 0,0 1 0,1-1 0,-1 1 0,0-1 0,1 1 0,-1 0 0,0 1 0,1-1 0,-1 0 0,0 1 0,0 0 0,1 0 0,-1 0 0,6 2 0,-4 1 0,0-1 0,1 1 0,-1 0 0,0 0 0,-1 0 0,1 0 0,-1 1 0,0 0 0,5 7 0,1 4 0,-1 0 0,0 1 0,-1 0 0,-1 0 0,9 34 0,-13-31 0,-3-18 0,1 0 0,-1 0 0,0 0 0,1 0 0,-1 0 0,1 0 0,-1 0 0,1 0 0,0 0 0,0-1 0,0 1 0,2 3 0,-2-5 0,1 0 0,-1 0 0,0 1 0,1-1 0,-1 0 0,0 0 0,0 0 0,1 0 0,-1-1 0,0 1 0,1 0 0,-1-1 0,0 1 0,1 0 0,-1-1 0,0 1 0,0-1 0,0 0 0,0 0 0,0 1 0,0-1 0,1 0 0,-2 0 0,3-2 0,15-12 0,0 0 0,-1-2 0,-1 0 0,23-32 0,-23 28 0,1 0 0,0 2 0,27-24 0,-40 41 0,-1-1 0,0 1 0,0-1 0,1 1 0,-1 0 0,1 0 0,0 0 0,0 1 0,0 0 0,-1-1 0,1 1 0,0 1 0,1-1 0,-1 0 0,0 1 0,0 0 0,0 0 0,0 0 0,0 1 0,0-1 0,0 1 0,0 0 0,0 0 0,0 0 0,0 1 0,0-1 0,-1 1 0,1 0 0,0 0 0,-1 0 0,0 1 0,1-1 0,-1 1 0,0 0 0,2 3 0,4 3 0,-1 1 0,0 0 0,-1 1 0,0-1 0,-1 1 0,0 1 0,0-1 0,-1 1 0,-1 0 0,4 17 0,-2 7-195,-2 1 0,-2 0 0,-1 0 0,-1 0 0,-3 0 0,-7 43 0,-6 13-6631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4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24575,'-11'43'0,"1"0"0,1 1 0,-2 59 0,3-33 0,-64 1010 0,71-1035 0,-5 237-1365,6-243-5461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0 24575,'-33'487'0,"-41"-4"0,53-359 0,2 4-101,3-13-320,-5-1-1,-39 118 1,49-203-6405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6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52 24575,'-6'0'0,"-1"-1"0,0-1 0,1 1 0,-1-1 0,1 0 0,0-1 0,0 0 0,0 0 0,-10-6 0,10 5 0,0 1 0,0 0 0,0 0 0,-1 0 0,1 1 0,-1 0 0,0 0 0,-11-2 0,22 7 0,0-1 0,1 1 0,-1 0 0,0 0 0,0 0 0,0 0 0,-1 1 0,1 0 0,-1-1 0,0 1 0,0 1 0,0-1 0,3 7 0,-2-5 0,5 8 0,-1 1 0,-1 0 0,0 1 0,-1 0 0,-1 0 0,0 0 0,-1 1 0,-1-1 0,0 1 0,0 31 0,-3-11 0,-2 0 0,-1 0 0,-15 68 0,17-104 0,1 0 0,0 0 0,0 0 0,0 0 0,0 0 0,0 0 0,0 0 0,0 0 0,0 0 0,0 0 0,0 0 0,1 0 0,-1 0 0,0 0 0,1 0 0,-1 0 0,1 0 0,-1 0 0,1 0 0,-1 0 0,1 0 0,0-1 0,-1 1 0,2 1 0,0 0 0,1-1 0,-1 0 0,1 1 0,-1-1 0,1 0 0,-1 0 0,1 0 0,-1-1 0,6 2 0,8 0 0,0-1 0,29-2 0,-28 1 0,29-1 0,0 2 0,0 2 0,-1 3 0,85 20 0,-97-16-1365,-6-2-5461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6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24575,'4'3'0,"1"0"0,-1 0 0,0 0 0,1-1 0,-1 1 0,1-1 0,0 0 0,0 0 0,-1-1 0,8 2 0,56 7 0,-48-8 0,261 16-1365,-247-15-5461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7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24575,'0'0'0,"13"0"0,337-13 133,-55 0-1631,-270 13-5328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8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0 24575,'-1'12'0,"0"-1"0,-1 0 0,0 0 0,-1 0 0,0 0 0,0 0 0,-9 15 0,-41 72 0,38-73 0,-31 50 0,-3-2 0,-3-2 0,-4-3 0,-2-2 0,-73 64 0,118-120 0,13-10 0,-1 0 0,1 0 0,0 0 0,-1 0 0,1 0 0,-1 1 0,1-1 0,-1 0 0,1 0 0,-1 1 0,1-1 0,0 0 0,-1 0 0,1 1 0,0-1 0,-1 1 0,1-1 0,0 0 0,-1 1 0,1-1 0,0 1 0,0-1 0,-1 0 0,1 1 0,0-1 0,0 1 0,0-1 0,0 1 0,0-1 0,0 1 0,0-1 0,0 1 0,0-1 0,0 1 0,0-1 0,0 1 0,0-1 0,0 1 0,0-1 0,0 1 0,0-1 0,1 1 0,-1-1 0,0 1 0,0-1 0,1 0 0,-1 1 0,0-1 0,1 1 0,-1-1 0,0 0 0,1 1 0,-1-1 0,0 0 0,1 0 0,-1 1 0,1-1 0,-1 0 0,1 0 0,-1 1 0,0-1 0,1 0 0,-1 0 0,1 0 0,-1 0 0,1 0 0,168 132 45,-85-63-750,95 58 0,-156-113-6121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1 24575,'2'4'0,"1"0"0,0 0 0,-1 0 0,0 0 0,0 0 0,0 0 0,-1 1 0,1-1 0,-1 1 0,0-1 0,0 8 0,2-1 0,5 38 0,-1 1 0,-3 0 0,-2 0 0,-2 0 0,-9 64 0,-3-22 0,-49 176 0,34-177 0,-3-1 0,-5-2 0,-3-1 0,-4-2 0,-53 80 0,93-162 0,-1 1 0,1-1 0,-1 1 0,1-1 0,-1 0 0,0 0 0,0-1 0,0 1 0,-7 3 0,10-5 0,-1-1 0,1 0 0,-1 0 0,1 0 0,-1 0 0,0 1 0,1-1 0,-1 0 0,1 0 0,-1 0 0,0 0 0,1 0 0,-1-1 0,1 1 0,-1 0 0,0 0 0,1 0 0,-1 0 0,1-1 0,-1 1 0,1 0 0,-1-1 0,1 1 0,-1 0 0,0-1 0,-12-24 0,10 7 0,0 0 0,1 0 0,0 0 0,2 0 0,0-1 0,1 1 0,1 0 0,0 0 0,2 0 0,0 0 0,1 1 0,0-1 0,10-18 0,0 2 0,1 2 0,2 0 0,1 1 0,1 1 0,41-46 0,-41 55 0,1 0 0,0 2 0,36-25 0,-50 38 0,1 1 0,0 0 0,0 1 0,0 0 0,0 0 0,1 1 0,-1 0 0,1 0 0,0 1 0,0 0 0,0 0 0,0 1 0,1 1 0,-1-1 0,9 2 0,-10 1-1365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9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24575,'0'0'0,"2"0"0,3 0 0,1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9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24575,'0'0'0,"3"2"0,2 7 0,2 9 0,4 11 0,3 13 0,1 13 0,1 13 0,-1 12 0,-2 0 0,-4-12-8191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39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24575,'0'0'0,"0"2"0,0 5 0,0 10 0,0 13 0,-3 14 0,-2 13 0,-3 9 0,1 5 0,-2 0 0,1-2 0,2-6 0,2-10 0,1-14-8191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40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24575,'0'193'0,"2"-201"0,1-1 0,0 0 0,1 1 0,-1 0 0,2-1 0,9-13 0,-4 5 0,-4 6 0,0-1 0,0 0 0,1 1 0,1 0 0,13-16 0,-19 26 0,-1-1 0,1 1 0,-1-1 0,1 1 0,-1 0 0,1-1 0,0 1 0,-1 0 0,1 0 0,0 0 0,0 0 0,0 1 0,0-1 0,0 0 0,0 1 0,0-1 0,0 1 0,0 0 0,0 0 0,0 0 0,0 0 0,1 0 0,-1 0 0,0 0 0,0 1 0,0-1 0,0 1 0,0 0 0,0-1 0,0 1 0,-1 0 0,1 0 0,0 0 0,0 0 0,-1 1 0,3 1 0,6 6 0,-1 1 0,0 0 0,-1 1 0,0-1 0,-1 1 0,0 1 0,-1 0 0,9 23 0,1 9 0,11 51 0,-20-51 0,-6-34 0,1 0 0,-1 0 0,2-1 0,4 15 0,-7-23 0,1-1 0,-1 0 0,0 0 0,0 1 0,0-1 0,1 0 0,-1 0 0,0 1 0,1-1 0,-1 0 0,0 0 0,0 0 0,1 0 0,-1 0 0,0 1 0,1-1 0,-1 0 0,0 0 0,1 0 0,-1 0 0,0 0 0,1 0 0,-1 0 0,0 0 0,1 0 0,-1 0 0,0 0 0,1 0 0,-1-1 0,0 1 0,1 0 0,-1 0 0,0 0 0,0 0 0,1 0 0,-1-1 0,0 1 0,1 0 0,-1 0 0,0 0 0,0-1 0,0 1 0,1 0 0,-1-1 0,0 1 0,0 0 0,15-16 0,-14 15 0,90-127 0,-58 79 0,48-55 0,-80 102 0,0 1 0,0-1 0,0 1 0,1-1 0,-1 1 0,1 0 0,-1 0 0,1 0 0,-1 0 0,1 0 0,-1 0 0,1 0 0,0 0 0,0 0 0,-1 1 0,1-1 0,0 1 0,0 0 0,0-1 0,0 1 0,0 0 0,-1 0 0,1 0 0,0 0 0,0 1 0,0-1 0,0 0 0,0 1 0,-1-1 0,1 1 0,0 0 0,0-1 0,-1 1 0,1 0 0,0 0 0,-1 0 0,1 0 0,-1 1 0,1-1 0,-1 0 0,0 1 0,2 1 0,5 7 0,-1 0 0,0 0 0,-1 0 0,0 1 0,6 13 0,5 16 24,-2 1 0,-2 0 0,-2 0 0,9 61 0,-11-27-767,-1 125 1,-9-154-6084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4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24575,'0'0'0,"0"2"0,2 3 0,3 7 0,3 8 0,2 7 0,6 7 0,8 9 0,15 10 0,5 3 0,-3-9-8191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3:43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24575,'2'2'0,"-1"-1"0,1 1 0,0 0 0,-1 1 0,1-1 0,-1 0 0,0 0 0,0 0 0,0 1 0,0-1 0,0 1 0,0-1 0,0 1 0,0 3 0,0-2 0,6 34 0,0 0 0,-3 1 0,-1 0 0,-4 63 0,0-41 0,-19 485 0,0 32 0,21-473-1365,-1-97-5461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16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24575,'0'0'0,"61"8"0,86 12 0,33 2 0,-3-2 0,-22-5 0,-28-5 0,-30-4 0,-27-3 0,-21-2 0,-17-1 0,-13-1 0,-11 0-8191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16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24575,'7'4'0,"0"-1"0,0 1 0,1-1 0,0 0 0,-1-1 0,1 0 0,0 0 0,0 0 0,1-1 0,-1-1 0,11 1 0,0 0 0,85 3 22,-1-5 0,203-29-1,-57 4-1451,-218 24-5396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24575,'5'322'0,"-4"197"0,-7-311 0,6-208 0,0 0 0,0 1 0,-1-1 0,1 0 0,0 0 0,0 0 0,0 0 0,0 0 0,0 0 0,0 1 0,0-1 0,1 0 0,-1 0 0,0 0 0,0 0 0,0 0 0,0 0 0,0 0 0,0 1 0,0-1 0,0 0 0,0 0 0,0 0 0,0 0 0,0 0 0,0 0 0,0 0 0,1 0 0,-1 0 0,0 1 0,0-1 0,0 0 0,0 0 0,0 0 0,0 0 0,0 0 0,0 0 0,1 0 0,-1 0 0,0 0 0,0 0 0,0 0 0,0 0 0,0 0 0,0 0 0,1 0 0,-1 0 0,0 0 0,0 0 0,0 0 0,0 0 0,0 0 0,0 0 0,0 0 0,1 0 0,-1 0 0,0-1 0,0 1 0,0 0 0,0 0 0,12-9 0,16-23 0,-20 23 0,23-28 0,2 1 0,2 2 0,1 1 0,2 2 0,51-32 0,-85 60 0,1 0 0,-1 1 0,1 0 0,0 0 0,0 0 0,0 0 0,0 1 0,0 0 0,1 0 0,-1 0 0,0 1 0,0 0 0,1 0 0,-1 0 0,0 1 0,8 1 0,-8 0 0,1 0 0,-1 1 0,0-1 0,0 1 0,0 0 0,0 1 0,-1-1 0,1 1 0,-1 0 0,0 0 0,0 0 0,0 1 0,0 0 0,4 7 0,3 9 0,0 0 0,-1 0 0,-1 1 0,-1 0 0,-1 0 0,-1 1 0,-1 0 0,3 30 0,-3 4 0,-3 0 0,-5 73 0,-15 31 0,15-144 0,0-1 0,-1 1 0,-1-1 0,-1 0 0,0-1 0,-1 1 0,-14 21 0,8-22-1365,1-7-5461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24575,'0'0'0,"0"0"0,12 0 0,258-22 0,-86 3 0,-103 13-455,0 4 0,116 11 0,-161-4-6371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1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24575,'16'-26'0,"-13"22"0,1 1 0,0-1 0,0 1 0,0-1 0,0 1 0,1 0 0,-1 1 0,1-1 0,0 1 0,-1 0 0,1 0 0,0 0 0,0 1 0,0 0 0,1 0 0,-1 0 0,8 0 0,-9 1 0,-1 1 0,1 0 0,0-1 0,-1 1 0,1 1 0,0-1 0,-1 0 0,1 1 0,-1 0 0,0 0 0,1 0 0,-1 0 0,0 0 0,0 1 0,-1 0 0,1-1 0,0 1 0,-1 0 0,1 0 0,-1 0 0,0 1 0,0-1 0,-1 0 0,3 7 0,1 2 0,-1 0 0,0 0 0,-1 1 0,0-1 0,-1 1 0,-1-1 0,0 1 0,-1 21 0,-3 5 0,-13 56 0,8-57 0,-4 62 0,13-98 0,-1 1 0,0-1 0,1 0 0,-1 0 0,1 1 0,0-1 0,0 0 0,0 0 0,0 0 0,0 0 0,0 0 0,0 0 0,1 0 0,-1-1 0,1 1 0,-1 0 0,1-1 0,0 1 0,0-1 0,-1 0 0,1 1 0,0-1 0,0 0 0,0 0 0,1 0 0,-1 0 0,0-1 0,3 2 0,10 2 0,1 0 0,-1-1 0,18 1 0,-13-2 0,70 8 0,-64-9 0,1 1 0,-1 2 0,0 0 0,0 2 0,-1 0 0,43 18 0,-50-12-1365,-7-2-5461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4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2 24575,'0'0'0,"0"0"0,0 0 0,0 0 0,-23 0 0,-32-2 0,-54 2 0,98 1 0,1 0 0,-1 1 0,1 0 0,0 1 0,-1 0 0,1 0 0,-18 9 0,22-7 0,1 0 0,-1 0 0,1 0 0,-1 1 0,1-1 0,1 1 0,-1 0 0,1 1 0,0-1 0,1 1 0,0-1 0,0 1 0,0 0 0,1 1 0,-2 7 0,-5 19 0,-6 65 0,13-87 0,-13 185 0,13 255 0,6-215 0,-6-201 0,1-22 0,0 0 0,1 0 0,3 24 0,-2-35 0,-1 0 0,1 0 0,0 0 0,0 0 0,0 0 0,0-1 0,0 1 0,1 0 0,-1 0 0,1-1 0,0 1 0,0-1 0,0 1 0,0-1 0,0 0 0,0 0 0,1 0 0,-1 0 0,1 0 0,-1-1 0,6 3 0,15 3 0,1-1 0,0-1 0,0-1 0,0-1 0,0-1 0,0-2 0,34-2 0,7 1 0,201 11-1365,-258-10-5461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24575,'0'0'0,"0"0"0,0 0 0,0 18 0,1 208 0,-3 239 0,-5-412-1365,2-34-5461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7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24575,'0'0'0,"0"0"0,8 21 0,14 33 0,-2 1 0,24 106 0,-40-136 0,-1 0 0,-1 0 0,-1 1 0,-1-1 0,-1 0 0,-2 1 0,0-1 0,-2 0 0,-8 28 0,5-28 0,-1-1 0,-1-1 0,-15 25 0,20-39 0,-1 0 0,0 0 0,0 0 0,-1-1 0,0 0 0,0 0 0,-1-1 0,0 0 0,0-1 0,-11 7 0,17-12 0,0 1 0,0-1 0,1 0 0,-1 0 0,0-1 0,0 1 0,0 0 0,-1-1 0,1 1 0,0-1 0,0 0 0,0 1 0,0-1 0,0 0 0,0 0 0,-1-1 0,1 1 0,-4-1 0,5 0 0,-1 0 0,1 0 0,0 0 0,0 0 0,0 0 0,-1 0 0,1 0 0,0 0 0,1-1 0,-1 1 0,0 0 0,0-1 0,0 1 0,1 0 0,-1-1 0,1 1 0,-1-1 0,1 1 0,-1-4 0,0-3 0,0 0 0,1 0 0,0 0 0,1 0 0,0 0 0,0 0 0,0 0 0,4-10 0,-3 10 0,1 1 0,0-1 0,0 1 0,1 0 0,0 0 0,0 0 0,1 0 0,-1 1 0,2 0 0,-1 0 0,1 0 0,-1 1 0,1-1 0,14-7 0,-10 7 0,1 1 0,0 0 0,0 1 0,1 1 0,-1 0 0,1 0 0,0 1 0,0 0 0,17 1 0,58 2-1365,-78 0-5461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7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8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0 24575,'0'0'0,"-6"11"0,-13 20 0,1 2 0,1 0 0,-18 51 0,-27 112 0,50-155 0,-13 40-273,3 1 0,5 1 0,3 0 0,-4 101 0,18-137-6553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24575,'7'34'0,"5"25"0,-3 1 0,2 80 0,-10 124 0,-2-224 0,2-2 0,-2 0 0,-2-1 0,-1 1 0,-2-1 0,-2 0 0,-16 48 0,24-83 0,-1 0 0,0 0 0,1 0 0,-1-1 0,0 1 0,0 0 0,0-1 0,0 1 0,0 0 0,0-1 0,-1 1 0,1-1 0,0 0 0,-1 0 0,1 1 0,-1-1 0,1 0 0,-1 0 0,0 0 0,0 0 0,1-1 0,-1 1 0,0 0 0,0-1 0,0 1 0,0-1 0,1 0 0,-4 1 0,3-2 0,0 0 0,0 0 0,0 1 0,0-1 0,0 0 0,0-1 0,0 1 0,1 0 0,-1 0 0,0-1 0,1 1 0,-1-1 0,1 1 0,-1-1 0,1 0 0,0 0 0,0 1 0,0-1 0,0 0 0,0 0 0,0 0 0,1 0 0,-1 0 0,1 0 0,-1-3 0,0-1 0,0 0 0,1 0 0,0 1 0,0-1 0,0 0 0,1 0 0,0 1 0,0-1 0,1 1 0,-1-1 0,1 1 0,0-1 0,1 1 0,-1 0 0,1 0 0,0 0 0,0 0 0,1 0 0,-1 1 0,1 0 0,8-7 0,3-3 0,0 0 0,1 2 0,1 0 0,33-18 0,-15 14-30,1 1-1,1 1 1,50-10-1,-26 7-1212,-42 11-5583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8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0,2 2 0,3 3 0,3 1 0,0-1-8191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9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24575,'0'0'0,"0"0"0,0 0 0,0 0 0,0 0 0,0 0 0,0 0 0,2 0 0,7 0 0,14 0 0,12 0 0,12 0 0,7-2 0,-2-3 0,-10 0-8191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9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24575,'0'0'0,"0"0"0,0 2 0,-3 6 0,-4 7 0,-6 12 0,-2 14 0,-2 16 0,1 10 0,0 8 0,2 1 0,0-4 0,2-5 0,5-5 0,2-12 0,2-14-8191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29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24575,'0'0'0,"0"2"0,2 5 0,3 8 0,0 12 0,0 19 0,-1 21 0,-4 22 0,-3 18 0,-4 8 0,-3-2 0,1-9 0,-1-10 0,1-17 0,3-22-8191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0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0,2 2 0,3 7 0,7 17 0,11 26 0,9 27 0,4 25 0,-2 22 0,-7 19 0,-14 17 0,-27 16 0,-48 45 0,-14-16-8191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2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24575,'36'22'0,"-4"-15"0,0-2 0,0-1 0,0-1 0,0-1 0,48-5 0,-10 1 0,-2 0 0,-44 0 0,1 1 0,-1 1 0,1 1 0,27 5 0,-41-1-1365,-7 0-5461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4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21 0,13 341 0,28-398 0,-29 22 0,104-104 0,-102 107 0,-1-1 0,2 2 0,-1 0 0,2 1 0,-1 0 0,1 2 0,21-8 0,-33 13 0,0 1 0,0 0 0,-1 0 0,1 1 0,0-1 0,0 1 0,0 0 0,0 0 0,0 0 0,0 0 0,0 1 0,0 0 0,0 0 0,0 0 0,-1 0 0,1 0 0,6 4 0,-5-2 0,0 1 0,-1 0 0,1-1 0,-1 2 0,0-1 0,0 0 0,-1 1 0,1-1 0,-1 1 0,5 11 0,0 1 0,-1 2 0,-1-1 0,-1 1 0,0-1 0,-2 1 0,2 24 0,-2-15 0,-2 0 0,-4 53 0,10-104 0,0-1 0,22-42 0,-12 27 0,-15 32 0,2 0 0,-1-1 0,1 1 0,0 1 0,0-1 0,1 0 0,-1 1 0,2 0 0,-1 0 0,1 1 0,0-1 0,10-6 0,-12 10 0,0 0 0,0 0 0,0 1 0,1 0 0,-1 0 0,1 0 0,-1 0 0,1 0 0,-1 1 0,1 0 0,-1 0 0,1 0 0,0 1 0,-1 0 0,1-1 0,-1 1 0,0 1 0,1-1 0,-1 1 0,0 0 0,0 0 0,0 0 0,6 4 0,2 3 0,1 0 0,-1 1 0,-1 0 0,0 1 0,-1 1 0,0 0 0,0 0 0,-1 0 0,-1 1 0,0 1 0,-1-1 0,0 1 0,6 21 0,-4-8 0,-1 0 0,-1 0 0,-1 1 0,-1 0 0,-2 0 0,0 43 0,-4-57-341,0 1 0,-1-1-1,-6 25 1,-1-12-6485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4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24575,'0'0'0,"0"2"0,-4 3 0,-6 5 0,-8 9 0,-7 15 0,-6 16 0,-2 15 0,2 11 0,5 13 0,9 10 0,8 7 0,12-1 0,11-5 0,9-11 0,4-17 0,-3-20-8191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24575,'-15'30'0,"-15"22"0,4 1 0,1 1 0,3 2 0,2 0 0,-23 112 0,53-191 0,1 0 0,1 1 0,1 0 0,25-32 0,-32 46 0,2-3 0,15-22 0,28-30 0,-45 55 0,2 1 0,-1-1 0,1 1 0,1 1 0,-1 0 0,1 0 0,0 0 0,0 1 0,13-5 0,-19 9 0,1 0 0,-1 0 0,0 1 0,1-1 0,-1 1 0,1-1 0,-1 1 0,1 0 0,-1 1 0,1-1 0,-1 1 0,1-1 0,-1 1 0,1 0 0,-1 0 0,0 1 0,0-1 0,6 3 0,-4 0 0,1 1 0,0-1 0,-1 1 0,0 0 0,0 0 0,-1 0 0,0 1 0,8 11 0,-4-2 0,0 0 0,-1 1 0,-1 0 0,-1 0 0,0 0 0,-1 1 0,3 18 0,-8-35 0,1 0 0,0 1 0,0-1 0,0 0 0,0 1 0,0-1 0,0 1 0,1-1 0,-1 0 0,0 1 0,0-1 0,0 0 0,0 1 0,0-1 0,0 0 0,1 1 0,-1-1 0,0 0 0,0 1 0,0-1 0,1 0 0,-1 0 0,0 1 0,1-1 0,-1 0 0,0 0 0,0 1 0,1-1 0,-1 0 0,0 0 0,1 0 0,-1 0 0,0 0 0,1 0 0,-1 1 0,1-1 0,14-9 0,22-31 0,-25 25 0,6-5 0,55-53 0,-67 68 0,0 0 0,1 0 0,-1 0 0,1 1 0,0 0 0,1 1 0,-1-1 0,0 1 0,1 1 0,9-3 0,-13 5 0,1 0 0,-1 0 0,1 0 0,-1 1 0,1 0 0,-1 0 0,1 0 0,-1 0 0,0 1 0,1-1 0,-1 1 0,0 0 0,0 0 0,0 1 0,0-1 0,-1 1 0,1 0 0,-1 0 0,0 0 0,0 1 0,0-1 0,0 1 0,0-1 0,-1 1 0,1 0 0,2 6 0,6 12 0,0 0 0,-2 1 0,10 34 0,-18-54 0,26 95-1365,-18-61-5461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24575,'0'0'0,"0"0"0,0 0 0,2 0 0,3 0 0,8 0 0,9 0 0,12 0 0,11 0 0,7 0 0,5-2 0,2-5 0,-1-6 0,-7-3 0,-13 2-8191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6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2 0,0 5 0,0 8 0,0 9 0,0 13 0,0 13 0,0 13 0,0 7 0,0 2 0,0-4 0,0-9 0,0-14-8191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6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24575,'0'0'0,"0"0"0,0 0 0,0 0 0,0 0 0,0 2 0,-2 3 0,-3 7 0,-3 8 0,-2 11 0,-4 11 0,-1 12 0,-1 9 0,1 7 0,0 5 0,2-3 0,5-8 0,2-16-8191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3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24575,'0'0'0,"2"2"0,3 5 0,3 7 0,2 13 0,4 19 0,4 27 0,-2 29 0,-5 28 0,-11 24 0,-17 20 0,-26 15 0,-35 16 0,-56 34 0,-5-24-8191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0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0,13 0 0,24 3 0,335 35 0,-371-37 0,1-1 0,-1 0 0,1 1 0,-1-1 0,0 1 0,1-1 0,-1 1 0,0 0 0,0-1 0,1 1 0,-1 0 0,0 0 0,0 0 0,0 0 0,0 0 0,0 0 0,0 0 0,0 1 0,0-1 0,-1 0 0,1 0 0,0 1 0,-1-1 0,1 0 0,-1 1 0,1 1 0,3 43 0,-3-16 0,40 243 0,-6-53 0,9 299 0,-42-440 0,0-18 0,-2 0 0,-3 1 0,-15 92 0,15-146 0,1-1 0,-1 1 0,-1-1 0,1 0 0,-1 1 0,0-2 0,-1 1 0,0 0 0,0-1 0,0 0 0,-1 0 0,0-1 0,0 1 0,0-1 0,-1-1 0,1 1 0,-1-1 0,0 0 0,-1-1 0,1 1 0,-10 2 0,-17 5 0,-1-2 0,0-1 0,-51 5 0,70-10 0,-45 5-1365,40-5-5461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1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1 24575,'-5'21'0,"-12"14"0,-1-1 0,-2-1 0,-48 61 0,-86 80 0,29-52 0,77-79 0,2 2 0,3 2 0,-43 59 0,84-103 0,0 0 0,-1 1 0,1-1 0,1 0 0,-1 1 0,0 0 0,1-1 0,0 1 0,0 0 0,0-1 0,0 1 0,1 0 0,-1 0 0,1 0 0,0 0 0,0 0 0,0 0 0,1 0 0,-1-1 0,2 6 0,1-3 0,1 1 0,-1-1 0,1 1 0,1-1 0,-1-1 0,1 1 0,0 0 0,0-1 0,11 8 0,8 7 0,1-2 0,1-1 0,0-1 0,45 20 0,123 39 0,-41-18 0,-127-46 0,9 2 0,-1 2 0,0 1 0,-1 2 0,56 41 0,-84-55-1365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3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0 24575,'0'0'0,"0"0"0,8 21 0,16 49 0,-4 0 0,-2 2 0,13 109 0,-27-137 0,-1 0 0,-2 1 0,-2-1 0,-2 1 0,-3-1 0,0 0 0,-15 47 0,9-56 0,-1-1 0,-1 0 0,-2-1 0,-39 60 0,44-77 0,-1 1 0,-1-2 0,0 0 0,-1 0 0,-1-1 0,0-1 0,-1-1 0,0 0 0,0-1 0,-30 14 0,42-23 0,0 0 0,0-1 0,0 1 0,0-1 0,0 0 0,0-1 0,-1 1 0,1-1 0,0 0 0,0 0 0,-1 0 0,1 0 0,0-1 0,-5 0 0,7 0 0,0 0 0,0 0 0,0 0 0,0 0 0,1-1 0,-1 1 0,0 0 0,1-1 0,-1 1 0,1-1 0,0 1 0,-1-1 0,1 0 0,0 1 0,0-1 0,0 0 0,0 0 0,0 0 0,0 0 0,1 0 0,-1 0 0,1 0 0,-1 0 0,1 0 0,0 0 0,0 0 0,0-1 0,0 1 0,0 0 0,1-3 0,1-8 0,0 0 0,1 0 0,1 1 0,0-1 0,1 0 0,0 1 0,1 0 0,0 1 0,1-1 0,10-12 0,2-2 0,1 1 0,1 1 0,29-24 0,-33 33 20,2 0 0,0 1 0,0 1 0,2 1 0,31-14 0,-39 20-155,1 1 0,-1 1 0,1 0 0,0 1 0,0 0 0,0 1 0,0 1 0,1 0 0,-1 1 0,19 3 0,-24-2-6691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0,2 2 0,3 1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3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24575,'0'0'0,"0"2"0,2 5 0,3 10 0,3 18 0,2 17 0,1 15 0,2 13 0,0 13 0,2 8 0,-1-5 0,-3-19-8191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6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24575,'-13'312'0,"0"-25"0,14-287 0,-1 0 0,1 0 0,0 0 0,-1 0 0,1 0 0,0-1 0,-1 1 0,1 0 0,0 0 0,-1-1 0,1 1 0,-1 0 0,1-1 0,0 1 0,-1 0 0,1-1 0,-1 1 0,1-1 0,-1 1 0,1-1 0,-1 1 0,0-1 0,1 0 0,-1 1 0,0-1 0,1 1 0,-1-1 0,0 0 0,1 0 0,19-27 0,36-52 0,95-128 0,-147 203 0,0 0 0,0 1 0,1-1 0,0 1 0,0 0 0,0 0 0,0 0 0,1 1 0,-1-1 0,1 1 0,0 1 0,10-4 0,-13 5 0,0 1 0,0 0 0,0 0 0,0 0 0,0 0 0,0 0 0,0 1 0,0-1 0,0 1 0,0 0 0,0 0 0,0 0 0,0 0 0,-1 1 0,1-1 0,0 1 0,-1-1 0,1 1 0,-1 0 0,0 0 0,0 0 0,0 0 0,0 1 0,0-1 0,0 1 0,0-1 0,-1 1 0,3 5 0,4 6 0,-2 1 0,0 1 0,0-1 0,-1 1 0,-1 0 0,-1 0 0,0 0 0,0 18 0,-3 138 0,-1-139 0,0-17 0,0 15 0,7-27 0,8-16 0,156-205 0,10-13 0,-178 229 0,-1-1 0,1 0 0,-1 0 0,1 1 0,-1-1 0,1 1 0,0 0 0,-1-1 0,1 1 0,0 0 0,0 0 0,0 0 0,0 0 0,0 1 0,1-1 0,1 0 0,-3 1 0,0 0 0,0 0 0,0 1 0,0-1 0,0 0 0,0 0 0,0 1 0,0-1 0,0 1 0,0-1 0,0 1 0,0-1 0,0 1 0,0 0 0,0-1 0,0 1 0,-1 0 0,1 0 0,0 0 0,-1 0 0,1-1 0,0 3 0,3 5 0,0 0 0,-1 0 0,-1 1 0,1-1 0,-2 1 0,3 13 0,1 37-227,-3 0-1,-2 0 1,-3 0-1,-2 0 1,-19 84-1,6-61-6598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6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24575,'0'0'0,"0"0"0,0 2 0,0 3 0,-4 7 0,-6 12 0,-10 17 0,-10 15 0,-9 11 0,-1-1 0,5-10-8191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7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24575,'0'0'0,"2"2"0,3 7 0,1 11 0,-1 13 0,-2 13 0,0 13 0,-2-1 0,0-9-8191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48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24575,'0'42'0,"-37"852"0,33-858-84,-15 236 299,18-218-714,2 0 1,17 107-1,-12-130-6327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50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 24575,'0'0'0,"16"15"0,-4 0 0,0 1 0,-2 0 0,0 0 0,0 1 0,-2 0 0,0 1 0,7 21 0,31 132 0,-44-161 0,9 42 0,-2 1 0,-2 0 0,-2 0 0,-3 0 0,-3 1 0,-1-1 0,-16 85 0,12-108 0,-2 0 0,-1-1 0,-2 0 0,0-1 0,-2 0 0,-21 33 0,21-43 0,0 1 0,-1-2 0,-1 0 0,0 0 0,-1-2 0,-1 0 0,-1 0 0,0-2 0,-26 15 0,34-22 0,0-1 0,0 0 0,0-1 0,-1 0 0,-20 4 0,29-7 0,0-1 0,0 1 0,-1-1 0,1 0 0,0 0 0,0 0 0,0 0 0,-1 0 0,1 0 0,0-1 0,0 1 0,0-1 0,-1 1 0,1-1 0,0 0 0,0 0 0,0 0 0,0 0 0,0 0 0,1-1 0,-1 1 0,0 0 0,0-1 0,1 1 0,-1-1 0,1 0 0,0 0 0,-1 1 0,1-1 0,0 0 0,0 0 0,0 0 0,0 0 0,0 0 0,0-4 0,-1-5 0,0 0 0,1 1 0,1-1 0,0 0 0,0 1 0,1-1 0,0 1 0,1-1 0,0 1 0,1-1 0,0 1 0,1 0 0,0 0 0,0 1 0,1-1 0,0 1 0,12-15 0,-3 4 0,1 1 0,1 1 0,1 1 0,0 0 0,1 1 0,37-24 0,-33 27-105,1 0 0,0 2 0,0 1 0,1 1 0,1 1 0,-1 2 0,1 0 0,0 1 0,1 2 0,-1 0 0,1 2 0,40 2 0,-45 1-6721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50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24575,'0'0'0,"2"2"0,0 1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51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24575,'0'0'0,"0"0"0,0 0 0,0 2 0,0 5 0,-2 8 0,-3 12 0,-3 13 0,-2 11 0,-2 7 0,0 1 0,-1-4 0,-1-10 0,3-13-8191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51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24575,'4'7'0,"1"-1"0,-2 2 0,1-1 0,-1 0 0,0 1 0,0-1 0,-1 1 0,0 0 0,-1 0 0,1 9 0,3 7 0,-2-9 0,20 86 0,18 201 0,-33-311 0,-1-1 0,0 1 0,-1-1 0,9-17 0,15-34 0,-18 33 0,1 1 0,1 1 0,2 0 0,0 1 0,2 1 0,29-33 0,-45 56 0,0-1 0,0 0 0,1 0 0,-1 1 0,0-1 0,0 1 0,1 0 0,-1-1 0,1 1 0,-1 0 0,1 1 0,-1-1 0,1 0 0,0 1 0,-1-1 0,1 1 0,0 0 0,0 0 0,-1 0 0,1 0 0,3 1 0,-2 1 0,1-1 0,-1 1 0,1 0 0,-1 0 0,0 1 0,0-1 0,0 1 0,-1 0 0,1 0 0,0 0 0,3 5 0,6 8 0,0 1 0,-1 0 0,-1 1 0,11 24 0,-3 2 0,15 48 0,-11-29 0,-23-62 0,0 0 0,0-1 0,1 1 0,-1 0 0,0 0 0,1-1 0,-1 1 0,0 0 0,1-1 0,-1 1 0,1 0 0,-1-1 0,1 1 0,-1-1 0,1 1 0,-1-1 0,1 1 0,0-1 0,-1 0 0,1 1 0,0-1 0,-1 1 0,1-1 0,0 0 0,0 0 0,-1 0 0,1 1 0,0-1 0,0 0 0,-1 0 0,1 0 0,0 0 0,0 0 0,0 0 0,-1 0 0,1-1 0,0 1 0,0 0 0,-1 0 0,1 0 0,0-1 0,-1 1 0,1 0 0,0-1 0,0 0 0,32-27 0,-27 22 0,32-34 0,-3-3 0,37-54 0,11-16 0,-82 112 0,-1 0 0,1 1 0,0-1 0,-1 0 0,1 0 0,0 0 0,0 0 0,0 1 0,0-1 0,0 0 0,0 1 0,0-1 0,0 1 0,0-1 0,0 1 0,0-1 0,0 1 0,0 0 0,0 0 0,0-1 0,0 1 0,0 0 0,1 0 0,-1 0 0,0 0 0,0 0 0,2 1 0,-1 0 0,0 0 0,0 0 0,0 0 0,0 1 0,0-1 0,-1 1 0,1-1 0,0 1 0,-1 0 0,1 0 0,-1-1 0,3 5 0,4 8 0,-1 0 0,0 1 0,5 17 0,-10-26 0,49 183-1315,-51-188 1265,12 58-6776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52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24575,'272'278'0,"-227"-234"0,110 119 0,-138-143 0,-2 1 0,0 1 0,-1 0 0,-1 1 0,-1 0 0,13 35 0,-22-47 0,0 0 0,-1 0 0,0 0 0,0 0 0,-1 1 0,-1-1 0,0 0 0,-1 1 0,0-1 0,-5 21 0,2-15 0,-2-1 0,0 0 0,0 0 0,-2-1 0,0 1 0,-16 21 0,0-6 0,-1-1 0,-2-2 0,-1 0 0,-1-2 0,-53 38 0,-152 74-1365,127-84-5461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5:57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0 363 24575,'5'-1'0,"-1"-1"0,0 1 0,0-1 0,0 0 0,0 0 0,0 0 0,-1 0 0,1 0 0,3-4 0,14-8 0,64-26 0,2 2 0,126-34 0,194-25 0,-233 65 0,1 8 0,0 7 0,292 10 0,-321 17 0,-1 6 0,0 6 0,-1 7 0,251 84 0,62 76 0,-370-146 0,-2 4 0,-3 4 0,81 65 0,-153-107 0,72 62 0,-75-65 0,0 2 0,-1-1 0,0 1 0,0 0 0,0 0 0,-1 0 0,-1 1 0,6 15 0,-8-17 0,-4-9 0,-3-15 0,6 0 0,0 1 0,2-1 0,0 1 0,1 0 0,1 0 0,0 0 0,13-28 0,-5 20 0,0-1 0,2 2 0,0 0 0,20-21 0,-7 14 0,2 1 0,2 2 0,0 1 0,2 2 0,0 1 0,2 1 0,0 2 0,2 2 0,73-25 0,-6 10 0,3 4 0,163-20 0,-80 26 0,2 9 0,318 16 0,378 113 0,-687-76 0,408 63 0,-508-91 0,0-6 0,1-3 0,-1-5 0,106-18 0,-49-8 0,0-7 0,286-106 0,-422 134 0,-13 5 0,0 0 0,0-1 0,0-1 0,0 1 0,-1-1 0,0-1 0,0 0 0,0 0 0,8-9 0,-17 15-19,0 0-1,0 0 1,0 0-1,0 0 1,-1 0-1,1 0 1,0 0-1,0 0 1,0 0-1,0 0 1,-1 0-1,1 0 1,0 0-1,0-1 1,0 1-1,0 0 1,0 0-1,0 0 1,-1 0-1,1 0 1,0 0-1,0 0 1,0 0-1,0-1 1,0 1-1,0 0 1,0 0-1,0 0 1,-1 0-1,1 0 1,0-1-1,0 1 1,0 0-1,0 0 1,0 0-1,0 0 1,0 0-1,0-1 1,0 1-1,0 0 1,0 0-1,0 0 1,0 0-1,0-1 1,0 1-1,0 0 1,0 0-1,1 0 1,-1 0-1,0 0 1,0-1-1,0 1 1,0 0-1,0 0 1,0 0-1,0 0 1,0 0-1,0 0 1,1-1-1,-1 1 1,0 0-1,0 0 1,0 0-1,0 0 1,0 0-1,1 0 1,-1 0-1,0 0 1,0 0-1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0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35 24575,'-44'-23'0,"27"19"0,0 1 0,0 1 0,-1 1 0,1 0 0,-1 1 0,1 1 0,-1 0 0,-20 5 0,0 2 0,0 2 0,-58 23 0,80-27 0,0 1 0,1 0 0,0 2 0,0-1 0,1 2 0,-19 15 0,29-21 0,0 0 0,0 0 0,0 0 0,1 1 0,-1-1 0,1 1 0,0 0 0,1 0 0,-1 0 0,1 0 0,0 0 0,0 0 0,1 1 0,-1-1 0,1 1 0,0-1 0,1 1 0,-1 0 0,1-1 0,0 1 0,1-1 0,0 1 0,1 8 0,3 3 0,1 0 0,1 0 0,1 0 0,0-1 0,1 0 0,1-1 0,19 24 0,93 96 0,-110-123 0,395 340 0,-295-263 0,-105-84 0,-1 0 0,0-1 0,0 1 0,-1 0 0,0 1 0,0-1 0,6 9 0,-11-13 0,1 0 0,-1 0 0,1 0 0,-1-1 0,0 1 0,1 0 0,-1 0 0,0 0 0,0 0 0,0 0 0,0 0 0,0 0 0,0 1 0,0-1 0,0 0 0,0 0 0,0 0 0,-1 0 0,1 0 0,-1 1 0,0 0 0,0 0 0,-1-1 0,1 1 0,-1-1 0,1 1 0,-1-1 0,1 0 0,-1 1 0,0-1 0,0 0 0,0 0 0,1 0 0,-1-1 0,-3 2 0,-23 8 0,-1-1 0,0-2 0,-45 7 0,-96 1 0,147-13 0,-80 5 0,0-3 0,0-5 0,-144-20 0,245 21 0,0-1 0,0 1 0,0 0 0,0 0 0,0-1 0,0 0 0,0 1 0,0-1 0,0 0 0,0 0 0,0 0 0,1 0 0,-1 0 0,0 0 0,1 0 0,-3-3 0,4 4 0,0-1 0,0 0 0,0 0 0,0 1 0,0-1 0,0 0 0,1 0 0,-1 1 0,0-1 0,0 0 0,1 1 0,-1-1 0,0 0 0,1 1 0,-1-1 0,1 1 0,-1-1 0,1 0 0,-1 1 0,1-1 0,-1 1 0,1 0 0,-1-1 0,1 1 0,0-1 0,-1 1 0,1 0 0,1-1 0,13-7 0,1 1 0,25-8 0,-36 13 0,79-23 30,1 3 0,0 3 0,94-7 0,-58 16-773,201 10 1,-275 3-6084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0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24575,'20'36'0,"111"173"0,36 69 0,-151-245 0,-1 1 0,-1 1 0,-2 0 0,-1 0 0,-2 1 0,6 59 0,-14-86 0,-1 0 0,0 1 0,-1-1 0,0 1 0,0-1 0,-1 0 0,0 0 0,-1 1 0,0-2 0,-1 1 0,1 0 0,-9 12 0,10-18 0,0 1 0,-1-1 0,1 1 0,-1-1 0,0 0 0,0 0 0,-1 0 0,1 0 0,0 0 0,-1-1 0,0 0 0,0 1 0,1-1 0,-1-1 0,0 1 0,-1-1 0,1 1 0,0-1 0,0 0 0,0-1 0,-1 1 0,1-1 0,-1 0 0,1 0 0,0 0 0,-1 0 0,1-1 0,0 0 0,-5-1 0,6 1 0,0 0 0,0-1 0,-1 1 0,1-1 0,1 0 0,-1 0 0,0 0 0,0 0 0,1-1 0,-1 1 0,1-1 0,0 1 0,0-1 0,0 0 0,0 0 0,0 0 0,0 0 0,1 0 0,0 0 0,-1 0 0,1 0 0,0-1 0,1 1 0,-1-1 0,1 1 0,-1 0 0,1-1 0,0 1 0,0-1 0,1-3 0,0-9 0,1 1 0,0 0 0,1 0 0,1 0 0,7-21 0,-4 16 24,2 1 0,-1 1 0,2-1 0,23-31 0,-30 45-89,1 0 1,-1 1-1,1-1 1,0 1-1,0 0 1,1 0-1,-1 1 0,1-1 1,0 1-1,0 0 1,0 0-1,0 1 1,0-1-1,1 1 0,-1 1 1,1-1-1,-1 1 1,1-1-1,0 2 1,-1-1-1,1 1 1,8 0-1,-7 1-6761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1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24575,'8'10'0,"-1"1"0,0-1 0,-1 1 0,0 1 0,-1-1 0,0 1 0,-1 0 0,0 0 0,2 15 0,6 13 0,90 321 0,-89-301 0,-4 0 0,-2 0 0,-3 0 0,-4 75 0,1-135 0,-1 1 0,0-1 0,0 1 0,0-1 0,0 1 0,0-1 0,0 1 0,0-1 0,0 1 0,0-1 0,-1 1 0,1-1 0,0 1 0,0-1 0,0 1 0,-1-1 0,1 1 0,0-1 0,0 1 0,-1-1 0,1 1 0,0-1 0,-1 0 0,1 1 0,0-1 0,-1 0 0,1 1 0,-1-1 0,1 0 0,-1 1 0,1-1 0,-1 0 0,1 0 0,-1 0 0,0 1 0,-17-11 0,-14-26 0,24 25 0,1-1 0,0 0 0,0 0 0,1-1 0,1 0 0,0 0 0,1 0 0,0-1 0,-3-22 0,6 31 0,1 1 0,0-1 0,0 0 0,0 1 0,0-1 0,1 1 0,-1-1 0,1 1 0,1-1 0,-1 1 0,0 0 0,1 0 0,0 0 0,0-1 0,0 1 0,1 1 0,-1-1 0,1 0 0,0 1 0,0-1 0,0 1 0,0 0 0,1 0 0,0 0 0,-1 1 0,1-1 0,0 1 0,0 0 0,0 0 0,0 0 0,1 0 0,7-1 0,92-23-1365,-76 17-5461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1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24575,'0'0'0,"0"2"0,2 3 0,0 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3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24575,'6'1'0,"-1"0"0,0 1 0,0 0 0,0 0 0,9 5 0,69 35-82,47 28 277,-118-62-379,0 1-1,-1 0 0,1 0 0,-2 1 0,1 1 1,-1 0-1,13 20 0,-11-13-6641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5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1 24575,'-35'3'0,"0"2"0,1 1 0,0 2 0,0 1 0,1 1 0,-50 24 0,74-30 0,-47 19 0,-81 45 0,121-59 0,0 1 0,1 1 0,0 0 0,1 1 0,0 0 0,0 1 0,2 1 0,0 0 0,-14 21 0,23-29 0,-1 1 0,1-1 0,1 1 0,-1 0 0,1 0 0,1 0 0,-1 0 0,1 0 0,0 0 0,0 0 0,1 0 0,1 12 0,1-7 0,0 0 0,1 0 0,0-1 0,1 1 0,0-1 0,11 21 0,4-2 0,0-1 0,2-1 0,1 0 0,30 27 0,30 22 0,3-4 0,110 72 0,-57-44 0,-129-94 0,48 39 0,-54-42 0,0-1 0,1 0 0,-1 1 0,0 0 0,-1 0 0,1 0 0,-1 0 0,0 0 0,0 0 0,0 1 0,0-1 0,1 6 0,-4-9 0,1 1 0,0-1 0,0 0 0,-1 1 0,1-1 0,-1 0 0,1 0 0,-1 0 0,1 0 0,-1 0 0,0 1 0,1-1 0,-1 0 0,0 0 0,0 0 0,0-1 0,0 1 0,0 0 0,0 0 0,0 0 0,0-1 0,0 1 0,0-1 0,-1 1 0,1-1 0,0 1 0,0-1 0,0 0 0,-1 1 0,1-1 0,0 0 0,-1 0 0,1 0 0,0 0 0,0 0 0,-2 0 0,-56 0 0,55-1 0,-45-3 0,0-2 0,-87-24 0,112 23 0,0 0 0,1-2 0,0-1 0,1-1 0,0-1 0,0-1 0,-30-24 0,48 34 0,0 0 0,0 0 0,0-1 0,0 0 0,1 0 0,-1 0 0,1 0 0,0-1 0,0 1 0,1-1 0,-1 1 0,1-1 0,0 0 0,1 0 0,-1 0 0,1 0 0,0-1 0,0 1 0,0 0 0,1 0 0,0-1 0,0 1 0,0 0 0,1-1 0,-1 1 0,1 0 0,1 0 0,-1 0 0,1 0 0,0 0 0,0 0 0,0 0 0,1 1 0,-1-1 0,1 1 0,0-1 0,1 1 0,-1 0 0,8-7 0,-2 2 7,1 0 0,0 1 0,0 0 0,1 1 0,-1 0 1,2 0-1,-1 1 0,1 1 0,0 0 0,0 1 0,0 0 0,1 0 0,-1 1 0,1 1 0,0 1 0,16-1 0,-11 2-142,1 1 0,-1 1 0,0 0 0,0 2 0,-1 0 0,1 1 0,-1 1 0,0 0 0,0 1 0,30 18 0,-9 0-6691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6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24575,'0'31'0,"-1"53"0,-12 89 0,7-135 0,-1 1 0,-2-1 0,-1-1 0,-25 58 0,79-174 0,2 3 0,4 1 0,4 3 0,89-95 0,-137 160 0,0 1 0,1 0 0,0 1 0,-1-1 0,2 1 0,-1 1 0,1 0 0,15-7 0,-19 10 0,-1 0 0,1 0 0,0 0 0,0 1 0,0 0 0,0 0 0,0 0 0,0 0 0,0 0 0,0 1 0,0 0 0,0 0 0,-1 0 0,1 0 0,0 0 0,0 1 0,-1 0 0,1 0 0,-1 0 0,0 0 0,6 4 0,2 4 0,0 1 0,0 0 0,0 0 0,-2 1 0,1 0 0,-2 1 0,0 0 0,0 0 0,-1 1 0,9 26 0,-8-17 0,-1 2 0,-1-1 0,-2 1 0,0 0 0,0 46 0,-4-71 0,1 0 0,-1 1 0,0-1 0,0 0 0,1 0 0,-1 0 0,0 1 0,1-1 0,-1 0 0,0 0 0,0 0 0,1 0 0,-1 1 0,0-1 0,1 0 0,-1 0 0,1 0 0,-1 0 0,0 0 0,1 0 0,-1 0 0,0 0 0,1 0 0,-1 0 0,0 0 0,1 0 0,-1 0 0,0 0 0,1-1 0,-1 1 0,0 0 0,1 0 0,-1 0 0,0 0 0,1-1 0,-1 1 0,0 0 0,0 0 0,1-1 0,-1 1 0,0 0 0,0 0 0,1-1 0,-1 1 0,18-13 0,-18 13 0,27-22 0,-2-2 0,26-30 0,-31 32 0,0 0 0,2 2 0,39-30 0,-59 49 0,-1 0 0,0 0 0,1 0 0,-1 1 0,0-1 0,1 0 0,-1 1 0,1-1 0,-1 1 0,1 0 0,0-1 0,-1 1 0,1 0 0,-1 0 0,1 0 0,-1 0 0,1 0 0,0 0 0,-1 1 0,1-1 0,-1 0 0,1 1 0,-1-1 0,2 2 0,0 0 0,0 0 0,0 0 0,0 0 0,-1 1 0,0-1 0,1 1 0,-1 0 0,0-1 0,0 1 0,3 6 0,2 7 0,0 1 0,0 0 0,4 25 0,-9-36 0,13 63-341,-3 1 0,-3 1-1,0 74 1,-7-95-6485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6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24575,'0'0'0,"25"15"0,-18-8 0,0 0 0,-1 0 0,0 1 0,0 0 0,-1 0 0,0 0 0,-1 1 0,0 0 0,0-1 0,-1 1 0,0 1 0,0-1 0,-1 0 0,-1 1 0,1-1 0,-1 1 0,-1 0 0,0-1 0,0 1 0,-3 15 0,3-25 0,0 0 0,0 0 0,0 0 0,0 0 0,0 1 0,0-1 0,0 0 0,0 0 0,0 0 0,0 0 0,0 0 0,0 1 0,0-1 0,0 0 0,0 0 0,1 0 0,-1 0 0,0 0 0,0 0 0,0 1 0,0-1 0,0 0 0,0 0 0,0 0 0,1 0 0,-1 0 0,0 0 0,0 0 0,0 0 0,0 0 0,0 0 0,1 0 0,-1 0 0,0 0 0,0 0 0,0 0 0,0 0 0,0 0 0,1 0 0,-1 0 0,0 0 0,0 0 0,0 0 0,0 0 0,0 0 0,1 0 0,-1 0 0,0 0 0,0 0 0,0 0 0,0 0 0,0 0 0,1 0 0,-1 0 0,0-1 0,0 1 0,0 0 0,16-9 0,12-14 0,59-63 0,-57 54 0,2 1 0,48-35 0,-78 63 0,1 1 0,0 1 0,-1-1 0,1 0 0,0 1 0,0-1 0,0 1 0,1 0 0,-1 0 0,0 0 0,0 1 0,0-1 0,1 1 0,-1-1 0,0 1 0,1 0 0,-1 1 0,0-1 0,1 0 0,-1 1 0,6 2 0,-4-1 0,0 1 0,0 0 0,-1 0 0,1 0 0,-1 1 0,0 0 0,0 0 0,0 0 0,-1 0 0,1 0 0,-1 1 0,3 5 0,6 12 0,-1 0 0,-2 1 0,0 0 0,10 42 0,-13-34 0,-1 0 0,2 46 0,-7-77 0,0 0 0,0 0 0,0 0 0,0 0 0,0 1 0,0-1 0,0 0 0,0 0 0,0 0 0,0 0 0,1 1 0,-1-1 0,0 0 0,0 0 0,0 0 0,0 0 0,0 0 0,0 1 0,0-1 0,0 0 0,1 0 0,-1 0 0,0 0 0,0 0 0,0 0 0,0 0 0,0 0 0,1 1 0,-1-1 0,0 0 0,0 0 0,0 0 0,0 0 0,1 0 0,-1 0 0,0 0 0,0 0 0,0 0 0,0 0 0,1 0 0,-1 0 0,0 0 0,0 0 0,0 0 0,0 0 0,1 0 0,-1 0 0,0-1 0,0 1 0,0 0 0,0 0 0,0 0 0,1 0 0,-1 0 0,0 0 0,0 0 0,0-1 0,15-11 0,11-18 0,54-102 0,-59 93 0,2 1 0,37-47 0,-60 84 0,1 0 0,-1 0 0,1 1 0,-1-1 0,1 0 0,-1 0 0,1 1 0,0-1 0,0 0 0,-1 1 0,1-1 0,0 1 0,0-1 0,0 1 0,-1-1 0,1 1 0,0-1 0,0 1 0,0 0 0,0 0 0,0-1 0,0 1 0,0 0 0,0 0 0,0 0 0,0 0 0,0 0 0,0 0 0,0 0 0,0 1 0,0-1 0,-1 0 0,1 0 0,0 1 0,0-1 0,0 1 0,0-1 0,0 0 0,0 1 0,-1 0 0,1-1 0,0 1 0,0-1 0,-1 1 0,1 0 0,-1 0 0,1-1 0,0 3 0,4 4 0,-1 1 0,0 0 0,0-1 0,4 14 0,-6-13 0,17 52-455,-3 0 0,13 96 0,-19-88-6371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0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24575,'0'0'0,"2"2"0,3 3 0,7 9 0,12 13 0,18 19 0,16 23 0,12 24 0,4 20 0,-5 3 0,-15-18-8191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2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1206 201 24575,'0'0'0,"-3"-24"0,1 15 0,0 1 0,-1-1 0,0 1 0,0-1 0,-1 1 0,0 0 0,-1 0 0,1 0 0,-2 1 0,1 0 0,-1 0 0,0 0 0,0 1 0,-1 0 0,0 0 0,0 0 0,0 1 0,-14-7 0,7 6 0,1 0 0,-2 2 0,1-1 0,0 2 0,-1 0 0,0 1 0,1 0 0,-1 1 0,0 0 0,-25 4 0,2 2 0,0 1 0,1 2 0,0 2 0,1 1 0,0 2 0,1 1 0,-39 23 0,13-3 0,2 3 0,2 3 0,-54 47 0,79-60 0,2 2 0,1 1 0,1 1 0,1 1 0,2 1 0,1 1 0,-20 41 0,35-58 0,1 0 0,1 1 0,1 0 0,0 0 0,1 0 0,1 1 0,1 0 0,1-1 0,0 1 0,2 0 0,0 0 0,1 0 0,0 0 0,2 0 0,0 0 0,2-1 0,11 32 0,-6-25 0,1-1 0,2 0 0,1-1 0,0-1 0,2 0 0,0-1 0,1-1 0,2 0 0,25 22 0,-15-20 0,0-1 0,1-1 0,1-1 0,0-2 0,2-1 0,47 16 0,-30-16 0,0-2 0,1-3 0,0-2 0,1-2 0,0-3 0,0-1 0,0-3 0,0-2 0,88-16 0,-129 16-1365,-5 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5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0 24575,'0'41'0,"1"211"0,-2 261 0,0-491 0,-1-1 0,-1 1 0,-1-1 0,-1 0 0,-1 0 0,0-1 0,-17 34 0,19-45 0,0 0 0,-1 0 0,0-1 0,-1 0 0,0 1 0,0-2 0,-1 1 0,0-1 0,0 0 0,-1 0 0,0-1 0,0 0 0,-1-1 0,1 0 0,-1 0 0,0-1 0,0 0 0,-16 5 0,22-8 0,1-1 0,-1 1 0,0-1 0,0 1 0,0-1 0,1 0 0,-1 0 0,0 0 0,0-1 0,0 1 0,1-1 0,-1 1 0,0-1 0,0 0 0,1 0 0,-1 0 0,1-1 0,-1 1 0,1 0 0,0-1 0,-4-2 0,3 1 0,1-1 0,-1 1 0,0-1 0,1 0 0,0 0 0,0 0 0,0 0 0,0 0 0,1-1 0,-1 1 0,1 0 0,-1-6 0,0-7 0,1 0 0,0 0 0,1 0 0,1 0 0,5-32 0,0 22 12,0 1 0,2 0 0,0 0 0,2 1 0,1 0 0,1 1 0,1 0 0,1 1 0,32-40 0,-35 50-99,1 0-1,0 1 1,1 0 0,1 1-1,0 1 1,0 0 0,1 1-1,0 1 1,1 0-1,-1 1 1,2 0 0,-1 2-1,1 0 1,-1 0 0,1 2-1,26-3 1,-21 5-6739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5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0,3 2 0,0 1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5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24575,'0'0'0,"0"2"0,2 5 0,3 8 0,0 14 0,0 17 0,-1 17 0,-1 9 0,-4 4 0,-3-3 0,-4-8 0,-2-15 0,0-15-8191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6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24575,'9'61'0,"0"-12"0,-1 389 0,19-505 0,-22 55 0,45-108 0,-44 109 0,-1 1 0,1 1 0,0-1 0,1 1 0,0 0 0,1 0 0,0 1 0,0 0 0,11-8 0,-17 15 0,0 0 0,0-1 0,0 1 0,0 0 0,1 0 0,-1 0 0,0 0 0,1 0 0,-1 1 0,1-1 0,-1 1 0,1-1 0,-1 1 0,0 0 0,1 0 0,-1 0 0,1 1 0,-1-1 0,1 0 0,-1 1 0,1 0 0,2 0 0,-1 2 0,0-1 0,0 1 0,0-1 0,-1 1 0,1 0 0,0 1 0,-1-1 0,0 1 0,0-1 0,5 8 0,2 7 0,-1-1 0,0 1 0,-1 1 0,7 24 0,-15-42 0,0 0 0,0 0 0,0 0 0,0 0 0,1 0 0,-1-1 0,0 1 0,1 0 0,-1 0 0,1 0 0,-1 0 0,1 0 0,0-1 0,-1 1 0,1 0 0,0-1 0,-1 1 0,1 0 0,0-1 0,0 1 0,-1-1 0,1 1 0,0-1 0,0 1 0,0-1 0,0 0 0,0 1 0,0-1 0,0 0 0,0 0 0,0 0 0,0 1 0,0-1 0,0 0 0,0 0 0,0-1 0,0 1 0,-1 0 0,1 0 0,0 0 0,0-1 0,0 1 0,0 0 0,0-1 0,1 0 0,6-3 0,-1-1 0,-1 0 0,1 0 0,9-11 0,-5 7 0,103-101 0,-70 64 0,3 2 0,74-55 0,-113 94 0,1-1 0,-1 1 0,1 1 0,0 0 0,0 0 0,0 0 0,15-2 0,-20 5 0,0 1 0,0-1 0,0 1 0,0 0 0,0 0 0,0 1 0,0-1 0,0 1 0,0 0 0,0 0 0,0 0 0,0 1 0,0-1 0,-1 1 0,1 0 0,-1 0 0,1 0 0,-1 0 0,1 1 0,3 4 0,3 4 0,-1 0 0,0 1 0,-1 0 0,0 1 0,-1-1 0,0 2 0,-1-1 0,0 1 0,-1 0 0,-1 0 0,0 0 0,2 24 0,0 6 0,-2 1 0,-3 83 0,-4-80-105,-2 1 0,-2-1 0,-2 0 0,-2-1 0,-2 0 0,-2 0 0,-2-2 0,-2 0 0,-2-1 0,-2-1 0,-2-1 0,-42 54 0,13-33-6721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24575,'0'0'0,"3"11"0,24 100 0,23 197 0,-43-257 0,43 626-23,-45 7 146,2 76-1588,-2-649-5361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 24575,'11'233'0,"-44"474"68,-47-2-533,47-443-503,28-216-5858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38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34 24575,'-1'-1'0,"1"0"0,-1-1 0,1 1 0,0 0 0,0 0 0,0-1 0,-1 1 0,1 0 0,0 0 0,1-1 0,-1 1 0,0 0 0,0-1 0,0 1 0,1 0 0,-1 0 0,1 0 0,-1-1 0,1 1 0,-1 0 0,1 0 0,0 0 0,0 0 0,-1 0 0,1 0 0,2-1 0,7 5 0,1 0 0,-1 1 0,0 1 0,-1 0 0,1 0 0,-1 1 0,0 0 0,13 12 0,-10-9 0,10 8 0,0 2 0,-1 0 0,-1 1 0,-1 0 0,-1 2 0,-1 0 0,0 2 0,-2-1 0,21 45 0,-28-49 0,-1 1 0,0-1 0,-2 1 0,0 0 0,-1 0 0,-2 1 0,0-1 0,0 1 0,-2 0 0,-1-1 0,-1 1 0,0-1 0,-11 41 0,-4-10 0,-2-1 0,-39 76 0,57-125 0,1-1 0,0 1 0,0 0 0,0 0 0,0 0 0,0-1 0,0 1 0,0 0 0,0 0 0,0 0 0,0 0 0,0-1 0,0 1 0,1 0 0,-1 0 0,0 0 0,1-1 0,-1 1 0,1 0 0,-1 0 0,0-1 0,1 1 0,0 0 0,-1-1 0,1 1 0,-1-1 0,1 1 0,0-1 0,-1 1 0,1-1 0,0 1 0,0-1 0,-1 0 0,1 1 0,0-1 0,0 0 0,-1 1 0,1-1 0,0 0 0,0 0 0,0 0 0,1 0 0,44 8 0,-42-8 0,161 14-64,56 6 232,-177-13-658,0 1 1,83 29-1,-91-23-6336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4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24575,'-86'0'0,"113"15"0,21-6 0,1-1 0,0-3 0,0-1 0,66-5 0,-44 1 0,251-2-1365,-308 2-5461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40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24575,'28'5'0,"40"0"30,0-3 0,0-2 0,96-14 0,198-57-1515,-349 67-5341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42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24575,'1'36'0,"33"424"0,-54 456 0,20-911 0,-1 0 0,1 0 0,0 1 0,0-1 0,1 0 0,0 0 0,1 7 0,-2-12 0,1 0 0,-1 1 0,0-1 0,0 1 0,0-1 0,1 0 0,-1 1 0,0-1 0,0 0 0,1 0 0,-1 1 0,0-1 0,1 0 0,-1 0 0,0 1 0,1-1 0,-1 0 0,1 0 0,-1 0 0,0 0 0,1 1 0,-1-1 0,1 0 0,-1 0 0,0 0 0,1 0 0,-1 0 0,1 0 0,-1 0 0,1 0 0,-1 0 0,1-1 0,23-14 0,121-130 0,-86 82 0,4 3 0,72-55 0,-128 110 0,1-1 0,-1 2 0,1-1 0,-1 1 0,1 0 0,0 1 0,1 0 0,-1 0 0,17-2 0,-21 5 0,1-1 0,-1 1 0,0 1 0,0-1 0,1 1 0,-1 0 0,0 0 0,0 0 0,0 0 0,0 1 0,0 0 0,0 0 0,0 0 0,0 0 0,-1 0 0,1 1 0,-1 0 0,0-1 0,1 1 0,-1 0 0,-1 1 0,4 3 0,5 8 0,-1 1 0,-1 1 0,0-1 0,-1 1 0,-1 1 0,-1 0 0,0 0 0,6 34 0,-3 9 0,3 85 0,-13 74 0,-1-190 0,-2-1 0,-1 1 0,-1-1 0,-2 0 0,-14 36 0,9-40-1365,1-9-5461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42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24575,'0'0'0,"0"0"0,11 0 0,564-45 76,-285 14-1517,-268 29-5385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43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24575,'0'0'0,"16"-16"0,-8 9 0,0-1 0,0 1 0,1 0 0,0 1 0,0 0 0,1 0 0,0 1 0,0 1 0,0-1 0,0 2 0,1-1 0,0 1 0,-1 1 0,1 0 0,0 1 0,0 0 0,0 0 0,0 1 0,0 1 0,0 0 0,0 0 0,0 1 0,16 5 0,-14-4 0,-1 1 0,0 0 0,-1 0 0,1 2 0,-1-1 0,0 2 0,0-1 0,-1 1 0,1 1 0,-2 0 0,1 0 0,-1 1 0,0 0 0,-1 1 0,12 18 0,-11-12 0,0 0 0,-1 1 0,-1 0 0,-1 0 0,0 1 0,-1 0 0,-1 0 0,-1 0 0,0 0 0,-1 23 0,-2-1 0,-1-1 0,-3 1 0,-1-1 0,-14 53 0,-56 152 0,40-140 0,35-102 0,-3 5 0,1 0 0,0 0 0,0 0 0,1 0 0,-1 13 0,2-18 0,0-1 0,0 1 0,1-1 0,-1 0 0,0 1 0,1-1 0,-1 0 0,1 1 0,-1-1 0,1 0 0,0 0 0,-1 0 0,1 1 0,0-1 0,0 0 0,0 0 0,0 0 0,0 0 0,0 0 0,0-1 0,0 1 0,0 0 0,0 0 0,0-1 0,1 1 0,-1 0 0,0-1 0,0 1 0,1-1 0,-1 0 0,0 0 0,1 1 0,-1-1 0,1 0 0,-1 0 0,3 0 0,25-1 0,0-1 0,0-1 0,0-1 0,51-15 0,-56 12 0,0 1 0,0 1 0,1 1 0,0 1 0,-1 2 0,1 0 0,36 4 0,-56-3-114,1 1 1,-1 1-1,0-1 0,0 1 0,1 0 1,-1 0-1,0 0 0,-1 1 0,1 0 0,0 0 1,4 4-1,2 4-6712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56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811 12 24575,'-15'1'0,"1"0"0,-1 1 0,-27 9 0,-21 3 0,17-9 0,0-3 0,0-1 0,0-2 0,-1-3 0,2-1 0,-1-2 0,-51-16 0,89 21 0,4 1 0,0-1 0,0 1 0,0 0 0,0 1 0,0-1 0,0 1 0,0 0 0,-5 0 0,8 0 0,0 1 0,0-1 0,0 1 0,0 0 0,0-1 0,-1 1 0,1 0 0,0 0 0,1-1 0,-1 1 0,0 0 0,0 0 0,0 0 0,0 0 0,1 0 0,-1 0 0,1 1 0,-1-1 0,1 0 0,-1 0 0,1 0 0,-1 1 0,1-1 0,0 0 0,0 0 0,0 1 0,0-1 0,0 0 0,0 0 0,0 1 0,0 0 0,1 52 0,3-1 0,14 78 0,-1-19 0,-4 29 0,-7 1 0,-5 0 0,-7-1 0,-5 1 0,-7-2 0,-53 205 0,34-206 0,8-39 0,5 1 0,-11 108 0,33-194 0,1 1 0,1-1 0,0 0 0,1 1 0,1-1 0,1 1 0,5 21 0,-5-30 0,0 0 0,0 0 0,1 0 0,-1 0 0,1-1 0,1 1 0,0-1 0,-1 0 0,2 0 0,-1-1 0,1 0 0,0 0 0,0 0 0,0 0 0,1-1 0,11 6 0,1-2 0,0-1 0,1 0 0,0-2 0,1 0 0,-1-1 0,33 2 0,129-4 0,-157-3 0,94-2 0,0-5 0,0-6 0,191-46 0,-268 46-1365,-34 10-5461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57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0 24575,'15'68'0,"14"142"0,-10 2 0,-9 259 0,-28-141 0,9-259 0,-3-1 0,-33 110 0,36-154 0,-1 0 0,-1 0 0,-1-2 0,-2 1 0,-26 36 0,35-54 0,0 0 0,-1 0 0,1 0 0,-2-1 0,1 0 0,-1 0 0,0-1 0,0 1 0,0-2 0,-1 1 0,0-1 0,1 0 0,-2-1 0,1 1 0,0-2 0,-1 1 0,1-1 0,-1-1 0,0 1 0,1-1 0,-13-1 0,15-1 0,1 0 0,-1 0 0,0 0 0,0-1 0,1 0 0,-1 0 0,1-1 0,0 1 0,-1-1 0,1 0 0,1-1 0,-1 1 0,0-1 0,1 0 0,0 0 0,0 0 0,0-1 0,0 1 0,1-1 0,-1 0 0,1 0 0,1-1 0,-1 1 0,1 0 0,0-1 0,0 1 0,-2-12 0,1 4 0,0-1 0,1-1 0,1 1 0,0 0 0,1 0 0,1 0 0,0 0 0,1-1 0,0 1 0,8-22 0,-3 16 0,2 0 0,0 1 0,1 0 0,1 0 0,1 1 0,1 1 0,0 0 0,1 1 0,1 0 0,0 1 0,1 1 0,23-17 0,-16 16 0,0 1 0,1 0 0,1 2 0,0 1 0,0 1 0,1 1 0,0 1 0,1 1 0,34-4 0,-46 9-76,109-18 282,-112 16-393,1 1 0,0-2 0,-1 0 0,0 0 1,0-2-1,0 1 0,12-10 0,9-11-6639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57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0,0 3 0,3 2 0,4 7 0,6 3 0,0 0-8191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58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 24575,'0'6'0,"-1"0"0,0 1 0,-1-1 0,1 0 0,-1 0 0,-6 10 0,-2 11 0,-10 34 0,-115 388 0,110-350 0,5 0 0,-12 164 0,31-232 24,1 1 0,2-1 0,0 0 0,9 36 0,-7-49-189,1-1 0,1 1 0,0-1 0,1-1 0,1 0 0,0 0 0,2 0 0,15 20 0,17 11-6661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59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1 24575,'22'261'0,"-7"-124"0,-5-24 0,24 314 0,-31 2 0,-5-399 0,0 1 0,-2 0 0,-1-1 0,-1 0 0,-17 47 0,21-71 0,0 0 0,-1 0 0,0-1 0,0 1 0,0 0 0,-1-1 0,0 0 0,0 0 0,0 0 0,0 0 0,-1-1 0,0 1 0,0-1 0,0 0 0,-1-1 0,1 1 0,-1-1 0,1 0 0,-1-1 0,0 0 0,0 1 0,-1-2 0,1 1 0,0-1 0,-1 0 0,1 0 0,-1-1 0,1 1 0,0-2 0,-1 1 0,1-1 0,-13-2 0,9 0 0,0 0 0,-1 0 0,1-1 0,0 0 0,1-1 0,-1 0 0,1-1 0,0 0 0,0 0 0,1-1 0,0 0 0,0-1 0,0 1 0,1-1 0,0-1 0,1 0 0,0 0 0,0 0 0,1 0 0,0-1 0,1 0 0,0 0 0,1 0 0,0 0 0,-3-15 0,3 9 0,0 0 0,1 0 0,1-1 0,0 1 0,2 0 0,-1-1 0,2 1 0,0 0 0,1 0 0,1 0 0,0 0 0,1 1 0,1-1 0,1 1 0,0 0 0,10-15 0,-9 18-52,1 0-1,1 1 1,0 0-1,0 1 1,1 0-1,1 0 1,0 1-1,0 1 1,0 0-1,1 1 1,0 0-1,1 1 1,0 0-1,0 1 1,0 1-1,0 0 1,0 1-1,1 0 1,0 2-1,0-1 0,-1 2 1,1 0-1,0 1 1,0 0-1,20 5 1,-17-2-6774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59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0,3 2 0,-1 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6:5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24575,'0'0'0,"0"0"0,2 0 0,5 0 0,8 0 0,12 0 0,15 0 0,12 0 0,12 0 0,4 0 0,-1-2 0,-4-5 0,-10-4 0,-14 1-8191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24575,'0'0'0,"0"3"0,0 2 0,0 9 0,0 15 0,-2 18 0,-1 18 0,0 13 0,3 8 0,4 5 0,3 2 0,2-4 0,3-9 0,0-13 0,-1-16 0,-2-18-8191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0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24575,'0'0'0,"0"2"0,0 6 0,3 9 0,2 15 0,1 19 0,-1 19 0,1 14 0,-1 10 0,-1 2 0,-1-3 0,-1-5 0,-1-10 0,-1-16 0,0-18-8191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0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24575,'0'0'0,"3"6"0,58 100 0,-4 2 0,-6 2 0,40 124 0,-60-138 0,-5 2 0,-4 1 0,-4 1 0,5 108 0,-20-152 0,-3 0 0,-3 0 0,-1 0 0,-4 0 0,-1-1 0,-3 0 0,-3-1 0,-2 0 0,-2-1 0,-2-1 0,-3-1 0,-2-1 0,-2-2 0,-55 73 0,-25 5-1365,9-28-5461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24575,'74'17'0,"88"-6"0,172-11 0,-147-3 0,-146 3-1365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3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24575,'5'6'0,"-1"1"0,0-1 0,0 1 0,0 0 0,-1 0 0,0 0 0,0 0 0,2 13 0,4 8 0,17 41 0,-3 2 0,-4 0 0,-3 1 0,13 129 0,-24-206 0,0 0 0,0 0 0,0 0 0,-1-1 0,1 0 0,4-9 0,45-73 0,4 2 0,98-109 0,-150 188 0,0 1 0,0 0 0,1 0 0,0 1 0,0-1 0,13-6 0,-17 11 0,0-1 0,0 1 0,0 0 0,0 1 0,0-1 0,0 1 0,0-1 0,0 1 0,0 0 0,0 0 0,0 0 0,0 0 0,0 1 0,0-1 0,0 1 0,0 0 0,0 0 0,-1 0 0,1 0 0,0 0 0,0 1 0,4 2 0,3 4 0,-1 0 0,0 0 0,-1 1 0,0 0 0,0 0 0,-1 1 0,0 0 0,-1 0 0,7 14 0,40 104 0,-53-126 0,18 49 0,-2 1 0,-3 1 0,-2 0 0,-3 1 0,3 99 0,-11-152 0,0-1 0,0 0 0,0 1 0,0-1 0,0 1 0,0-1 0,0 0 0,0 1 0,0-1 0,0 1 0,0-1 0,0 0 0,0 1 0,0-1 0,0 1 0,0-1 0,0 0 0,0 1 0,1-1 0,-1 0 0,0 1 0,0-1 0,0 0 0,1 1 0,-1-1 0,0 0 0,1 1 0,-1-1 0,0 0 0,1 0 0,-1 1 0,0-1 0,1 0 0,-1 0 0,0 0 0,1 0 0,-1 1 0,0-1 0,1 0 0,-1 0 0,1 0 0,0 0 0,18-12 0,19-30 0,-37 40 0,147-209 0,-102 140 0,3 2 0,78-86 0,-126 153 0,1 1 0,-1-1 0,0 1 0,1 0 0,-1-1 0,0 1 0,1 0 0,0 0 0,-1 0 0,1 0 0,0 0 0,-1 0 0,1 0 0,0 1 0,0-1 0,0 0 0,-1 1 0,1 0 0,0-1 0,0 1 0,0 0 0,0 0 0,0 0 0,0 0 0,0 1 0,0-1 0,0 0 0,0 1 0,-1-1 0,1 1 0,0 0 0,0 0 0,-1 0 0,1 0 0,0 0 0,-1 0 0,1 0 0,-1 0 0,1 0 0,-1 1 0,0-1 0,1 1 0,-1-1 0,0 1 0,0-1 0,0 1 0,1 3 0,6 8 0,-1 1 0,-1-1 0,0 2 0,6 24 0,0 12-195,-3 0 0,-2 1 0,-2 0 0,-2 0 0,-3 0 0,-8 65 0,1-44-6631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6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24575,'0'0'0,"9"104"0,12 138 0,5 32 0,7-25 0,-2-53 0,-5-59-8191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7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24575,'18'26'0,"0"7"0,-1 1 0,-2 0 0,-1 1 0,16 67 0,-13-21 0,9 92 0,-16-64 0,-7 212 0,-3-321 0,0 0 0,0 0 0,0 0 0,0-1 0,0 1 0,0 0 0,0 0 0,0 0 0,0 0 0,0 0 0,0 0 0,0 0 0,0-1 0,0 1 0,0 0 0,1 0 0,-1 0 0,0 0 0,0 0 0,0 0 0,0 0 0,0 0 0,0 0 0,0 0 0,0 0 0,0 0 0,1 0 0,-1-1 0,0 1 0,0 0 0,0 0 0,0 0 0,0 0 0,0 0 0,0 0 0,1 0 0,-1 0 0,0 0 0,0 0 0,0 0 0,0 0 0,0 0 0,0 0 0,1 1 0,-1-1 0,0 0 0,0 0 0,0 0 0,0 0 0,0 0 0,0 0 0,0 0 0,0 0 0,0 0 0,1 0 0,-1 0 0,0 0 0,0 1 0,0-1 0,0 0 0,0 0 0,0 0 0,0 0 0,0 0 0,13-16 0,15-25 0,-9 11 0,17-31 0,4 2 0,2 2 0,75-80 0,-113 133 0,0 0 0,0 0 0,1 0 0,-1 1 0,1 0 0,0 0 0,0 0 0,0 0 0,0 1 0,0 0 0,1 0 0,-1 1 0,1-1 0,-1 1 0,10-1 0,-10 3 0,1-1 0,-1 1 0,0 0 0,0 0 0,0 1 0,0 0 0,-1 0 0,1 0 0,0 0 0,-1 1 0,1 0 0,-1-1 0,0 2 0,0-1 0,0 0 0,0 1 0,4 5 0,4 6 0,0 0 0,-1 1 0,0 0 0,-1 1 0,13 31 0,26 93 0,-46-132 0,-3-8 0,0 0 0,1 0 0,-1 0 0,0 0 0,1 0 0,-1 0 0,1 0 0,-1 0 0,1 0 0,-1 0 0,1 0 0,0-1 0,-1 1 0,1 0 0,0 0 0,0-1 0,0 1 0,0 0 0,-1-1 0,1 1 0,0-1 0,0 1 0,0-1 0,0 1 0,0-1 0,0 0 0,2 1 0,0-1 0,-1-1 0,0 1 0,1 0 0,-1-1 0,1 0 0,-1 1 0,0-1 0,0 0 0,1 0 0,-1 0 0,0-1 0,2-1 0,10-8 0,0-1 0,23-24 0,-26 24 0,24-24 0,-19 17 0,2 0 0,1 2 0,0 0 0,1 1 0,29-17 0,-47 32 0,0 1 0,-1-1 0,1 0 0,0 1 0,0 0 0,0-1 0,0 1 0,0 0 0,0 0 0,0 0 0,0 0 0,-1 0 0,1 1 0,0-1 0,0 1 0,0-1 0,0 1 0,0 0 0,-1-1 0,1 1 0,0 0 0,-1 0 0,1 0 0,0 0 0,-1 1 0,1-1 0,-1 0 0,0 1 0,0-1 0,1 1 0,-1-1 0,0 1 0,0 0 0,0-1 0,0 1 0,0 2 0,7 10 0,-2 0 0,1 1 0,5 21 0,-9-24 0,26 91-682,28 190-1,-48-232-6143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7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24575,'0'0'0,"0"0"0,2 3 0,3 2 0,7 3 0,13 2 0,12-1 0,11-2 0,11-2 0,5-3 0,3-8 0,4-10 0,-3-10 0,-7-4 0,-15 3-8191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8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24575,'0'0'0,"0"2"0,0 8 0,0 12 0,-3 20 0,0 19 0,-2 16 0,0 7 0,1 1 0,0 1 0,4-5 0,4-7 0,2-14 0,-1-17-8191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08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24575,'0'36'0,"1"159"0,-5 256 0,2-415-227,-1 0-1,-2-1 1,-1 1-1,-2-1 1,-14 37-1,11-46-6598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10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24575,'0'0'0,"18"3"0,49 10 0,0-3 0,1-2 0,-1-4 0,95-5 0,-70 0 0,135 14 0,-218-12 0,-1 1 0,0 0 0,1 0 0,-1 0 0,0 1 0,0 0 0,-1 0 0,1 1 0,-1 0 0,1 1 0,-1 0 0,0 0 0,-1 0 0,10 10 0,-8-4 0,1 0 0,-2 1 0,0 0 0,0 0 0,-1 1 0,0 0 0,-1 0 0,3 16 0,18 76 0,22 182 0,-8-28 0,8-50 0,-19-90 0,22 185 0,-49-286 0,-2-1 0,0 1 0,-1 0 0,-1-1 0,0 1 0,-1-1 0,-10 29 0,4-21 0,-2-1 0,-1 0 0,-1 0 0,-22 29 0,12-21 0,-2-1 0,-1 0 0,-2-2 0,-33 26 0,-132 91 0,154-116 0,30-22 0,-1 0 0,1-1 0,-1 0 0,-1-1 0,1 0 0,-1 0 0,0-1 0,-23 7 0,-12-3 0,-64 4 0,92-11 0,-159 13-1365,-19 2-5461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26.0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1734 9830,'-1'-54'0,"0"25"0,4-47 0,15-51 0,47-169 0,58-118 0,-118 399 0,100-293 0,-72 225 0,71-128 0,-96 197 132,1 0 1,0 0-1,1 1 0,0 0 0,18-17 0,-26 28-93,0 0 0,1 0-1,-1 0 1,1 0-1,-1 0 1,1 1-1,-1-1 1,1 1 0,0 0-1,0 0 1,0 0-1,0 0 1,0 0 0,0 1-1,0-1 1,0 1-1,0 0 1,0 0-1,0 0 1,0 0 0,0 0-1,0 1 1,0 0-1,0-1 1,0 1 0,0 0-1,0 0 1,0 1-1,-1-1 1,1 1-1,0-1 1,-1 1 0,1 0-1,-1 0 1,0 0-1,0 0 1,3 2 0,8 12 398,0 0 1,-1 1 0,-1 0 0,0 1 0,-2 0 0,0 0-1,-1 1 1,8 27 0,38 169 2435,-51-203-2718,20 108 740,-5 0-1,-5 2 1,-5-1-1,-6 1 0,-5 0 1,-5 0-1,-28 139 1,30-230-895,-1 0 0,-1 0 0,-2 0 0,-1-1 0,-30 55 0,15-45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26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9830,'0'0'0,"0"0"0,0-2 0,2-3 0,5-3 0,11-2 0,12-1 0,17-2 0,19 5 0,23 2 0,20 4 1365,13 1 1,8 1-1,-8 1-819,-25-1-546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27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9830,'0'0'5217,"2"2"-5217,3 7 0,3 11 0,0 13 0,-2 15 0,-1 15 0,-2 12 0,-1 6 0,-1 0 546,-1-5 0,0-14-273,-1-17-273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27.2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9830,'0'0'0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28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9830,'3'10'4369,"4"16"-4369,-1 0 0,-1 0 0,-1 0 0,0 37 0,-9 107 0,5-153 0,0-10 0,-1 1 0,1-1 0,-1 0 0,0 0 0,-1 0 0,-3 10 0,40-107-298,-25 73 259,0 0-1,2 1 1,0 0-1,1 1 1,0 0 0,1 1-1,1 1 1,23-18-1,-33 27 88,1 1-1,-1-1 1,1 1-1,0 0 1,0 0-1,0 1 1,0 0-1,0 0 0,1 0 1,-1 1-1,1 0 1,-1 0-1,1 0 1,-1 1-1,1 0 1,-1 0-1,1 1 0,0 0 1,-1 0-1,0 1 1,1-1-1,-1 2 1,0-1-1,0 0 1,0 1-1,0 0 0,0 1 1,-1-1-1,7 7 1,-3-2 124,0 1 0,-1 0 0,0 1 0,-1 0 1,0 0-1,0 1 0,-1 0 0,-1 0 0,1 0 0,-2 1 1,5 17-1,1 12 298,-1-1 1,3 45 0,-8-38-101,-1 0-1,-2 1 1,-3-1 0,-1 0 0,-15 72-1,7-76-333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29.0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319 2 9830,'-1'-1'4167,"-13"0"-4238,-9 13 66,2 1 1,0 1-1,0 1 0,-27 27 0,-68 76 321,110-111-202,0-1 0,0 2 0,0-1 0,1 1 0,0 0 0,1 0 0,-7 15 0,10-19-30,0 1 1,0-1-1,0 1 1,1 0-1,0-1 0,0 1 1,0-1-1,0 1 1,0-1-1,1 1 0,0 0 1,0-1-1,0 0 0,1 1 1,0-1-1,-1 0 1,5 7-1,15 21 628,30 38 1,22 34 429,-67-93-1020,0 0 0,0 0 0,-2 0 1,1 1-1,-1-1 0,-1 1 0,4 23 0,-7-29-78,1-1-1,-1 0 0,0 0 0,-1 0 1,1 1-1,-1-1 0,0 0 0,0 0 1,-1 0-1,1 0 0,-1 0 0,0-1 0,0 1 1,-1 0-1,1-1 0,-1 0 0,0 1 1,0-1-1,-1 0 0,1-1 0,-7 6 1,9-8-29,1-1 1,-1 0 0,0 1-1,1-1 1,-1 0 0,0 1-1,1-1 1,-1 0 0,0 0-1,0 1 1,1-1 0,-1 0-1,0 0 1,0 0 0,1 0-1,-1 0 1,0 0-1,0 0 1,1-1 0,-1 1-1,0 0 1,0 0 0,1 0-1,-1-1 1,0 1 0,0 0-1,1-1 1,-1 1 0,1-1-1,-1 1 1,0-1 0,1 1-1,-1-1 1,1 1 0,-1-1-1,1 0 1,-1 1 0,1-1-1,0 0 1,-1 1 0,1-1-1,0 0 1,-1 1 0,1-1-1,0 0 1,0 0 0,0 1-1,0-1 1,0 0 0,0 0-1,0-1 1,-3-44-203,6 26 23,0 0-1,1 0 1,1 0 0,1 1 0,1 0-1,1 0 1,0 1 0,1 0 0,1 0-1,1 1 1,0 0 0,2 1 0,0 0-1,0 1 1,23-19 0,-31 30 188,-1 0 0,1 1 0,0 0 1,0 0-1,1 0 0,-1 1 0,0 0 0,1 0 0,0 0 1,-1 1-1,1 0 0,0 0 0,0 0 0,0 0 1,0 1-1,-1 0 0,7 1 0,-4 1 30,-1 0 0,1 0 0,-1 1-1,0 0 1,0 0 0,0 1 0,0 0 0,-1 0 0,0 0-1,0 1 1,9 8 0,4 7 122,-1 1 1,-1 2-1,0-1 0,-2 2 1,24 49-1,-8-8 57,-4 0 1,23 79-1,-48-136-233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29.2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9830,'0'0'1912,"0"2"-1912,0 7 0,0 15 0,0 10 0,0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30.8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 0 9830,'-8'21'6063,"-7"23"-5798,2 1 0,1 0 0,3 0 0,-6 60 0,1 191 2156,14-286-2344,9 942 4712,2-370-3080,-8 311-1709,-3-741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32.2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0 348 9830,'8'4'5860,"25"7"-5960,14-1 178,1-2 1,-1-2-1,1-3 0,93-4 0,-71 0 718,461-19 4585,-46 2-1325,1729 1-4056,-31-118-12045,-1578 80 12632,1826-55 10871,-741 150-11458,-1166-20 0,1650 106 0,-1254-64 0,719 7 0,3-40 0,-1460-27 0,3117-33 0,-513-125-8115,-2176 110 8327,306-1 5664,-379 22-3934,200-42-1857,-683 59-85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17:34.5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1 924 9830,'5'0'6137,"15"1"-6242,154 19 84,-12 1 270,377-12 3370,2-31 1686,-237 7-4105,3375-275-17584,-1929 61 16384,-70 36 2142,-678 101-2327,-83 6 945,2 38 8266,481 57-6129,-2 44-1153,631-13-1744,-1369-34 0,-176-1 0,1083 24 0,-7 82 0,-427 45 0,-207-24 0,4-42 0,114-59 0,-205-12 0,-4 52 0,-735-58 0,311 54 0,-355-54 0,0 3 0,-2 2 0,0 3 0,102 54 0,-136-63 0,-2 2 0,0 0 0,0 1 0,-1 1 0,-1 1 0,-1 0 0,24 32 0,-30-34 0,-1 1 0,-1 1 0,0-1 0,-1 1 0,-1 1 0,-1-1 0,0 1 0,-1 0 0,-1 1 0,2 29 0,-4-4 0,-1-1 0,-3 1 0,-2-1 0,-11 57 0,-53 171 0,31-137 0,-34 159 0,-41 363 0,88-457 0,-33 349 0,52-458 0,4 0 0,3 0 0,5 0 0,30 147 0,-33-219 0,-1-5 0,0 0 0,-1 0 0,0 0 0,-1 0 0,0 0 0,-2 18 0,0-27 0,0 0 0,0 0 0,0 0 0,-1 0 0,1 0 0,-1-1 0,0 1 0,0 0 0,-1-1 0,1 0 0,-1 1 0,1-1 0,-1 0 0,0 0 0,0-1 0,0 1 0,-1-1 0,1 1 0,-1-1 0,1 0 0,-1 0 0,0 0 0,0-1 0,0 0 0,-4 2 0,-32 7 0,-1-1 0,0-1 0,-56 2 0,-445 27 0,215-16 0,-38 5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1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24575,'0'0'0,"2"0"0,6 2 0,11 1 0,21 0 0,29 0 0,29-2 0,21-2 0,8-3 0,0-4 0,-6 0 0,-14 1 0,-16 2 0,-16 2 0,-18 1 0,-17 2 0,-17-1 0,-11 2-8191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1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0 24575,'1'4'0,"0"0"0,0 0 0,0 0 0,1 0 0,-1 0 0,1 0 0,0-1 0,4 7 0,11 22 0,-6 25 0,-2-1 0,-2 1 0,-1 87 0,-4-63 0,0-28 0,6 130 0,-18 217 0,9-384 0,-1 0 0,-1 0 0,0 0 0,-2 0 0,1 0 0,-8 15 0,9-26 0,1 0 0,-1 0 0,0 0 0,0-1 0,-1 1 0,0-1 0,1 0 0,-1 0 0,-1 0 0,1-1 0,0 1 0,-1-1 0,0 0 0,0 0 0,0-1 0,0 1 0,0-1 0,0 0 0,-1-1 0,-10 3 0,2-3 0,0 0 0,0-1 0,0-1 0,0 0 0,0-1 0,0 0 0,0-1 0,1-1 0,-1 0 0,1-1 0,0 0 0,0-1 0,0-1 0,-12-8 0,17 11 0,0-1 0,1-1 0,-1 1 0,1-1 0,0 0 0,1-1 0,0 0 0,0 0 0,0 0 0,1-1 0,0 1 0,0-1 0,1-1 0,0 1 0,0 0 0,1-1 0,0 0 0,1 0 0,0 0 0,0 0 0,1 0 0,-1-13 0,3 16 0,1-1 0,-1 1 0,1 1 0,0-1 0,0 0 0,1 0 0,0 1 0,0-1 0,0 1 0,0 0 0,1 0 0,0 0 0,0 1 0,0-1 0,1 1 0,0 0 0,-1 0 0,2 0 0,-1 1 0,0 0 0,0 0 0,1 0 0,0 1 0,6-3 0,9-2 0,-1 0 0,1 1 0,1 1 0,-1 1 0,36-1 0,-33 4-273,0 2 0,0 0 0,0 2 0,33 8 0,-20-2-6553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1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24575,'0'1'0,"0"-1"0,0 0 0,0 0 0,0 0 0,1 0 0,-1 0 0,0 0 0,0 0 0,0 0 0,0 0 0,0 0 0,0 0 0,1 0 0,-1 0 0,0 0 0,0 0 0,0 0 0,0 0 0,0 0 0,0 0 0,1 0 0,-1-1 0,0 1 0,0 0 0,0 0 0,0 0 0,0 0 0,0 0 0,0 0 0,0 0 0,1 0 0,-1 0 0,0 0 0,0-1 0,0 1 0,0 0 0,0 0 0,0 0 0,0 0 0,0 0 0,0 0 0,0-1 0,0 1 0,0 0 0,0 0 0,0 0 0,0 0 0,0 0 0,0 0 0,0-1 0,0 1 0,0 0 0,0 0 0,0 0 0,0 0 0,0 0 0,0 0 0,0 0 0,0-1 0,0 1 0,0 0 0,0 0 0,-1 0 0,1 0 0,0 0 0,0 0 0,23 1 0,48 9 0,-38-4 0,37 4-455,1-3 0,140-4 0,-167-8-6371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18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2 0,2 8 0,3 12 0,3 17 0,4 16 0,3 11 0,0 9 0,2 5 0,1 2 0,-1-1 0,-1-2 0,-1-7 0,-1-7 0,-3-10 0,-3-14-8191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19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24575,'0'0'0,"0"19"0,-31 246 0,3-55 0,19-67-455,6 0 0,23 219 0,-14-307-6371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0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24575,'8'26'0,"29"115"0,24 192 0,-61-332 0,12 70 0,-4 0 0,-4 0 0,-2 0 0,-11 110 0,4-148 0,-1 0 0,-2-1 0,-1 0 0,-26 60 0,25-72 0,-1 1 0,0-1 0,-2-1 0,-1 0 0,0-1 0,-1-1 0,-34 31 0,38-39 0,-1-1 0,0 0 0,0-1 0,-1-1 0,0 0 0,-23 8 0,32-13 0,1 0 0,-1 0 0,1 0 0,-1-1 0,1 1 0,-1-1 0,0 0 0,1 0 0,-1-1 0,1 1 0,-1-1 0,1 1 0,-7-4 0,8 3 0,0 0 0,0 0 0,0-1 0,0 0 0,1 1 0,-1-1 0,0 0 0,1 0 0,0 1 0,-1-1 0,1 0 0,0 0 0,0-1 0,0 1 0,0 0 0,0 0 0,1 0 0,-1-1 0,1 1 0,-1 0 0,1-1 0,0 1 0,0-4 0,1-4 0,-1 1 0,2 0 0,-1-1 0,1 1 0,1 0 0,0 0 0,0 0 0,1 1 0,0-1 0,0 1 0,1 0 0,0 0 0,9-11 0,3-2 0,1 0 0,1 1 0,29-23 0,-23 24 19,0 1-1,1 1 1,1 1-1,0 2 1,47-18-1,151-35-1229,-208 63 946,8-3-6561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0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24575,'0'0'0,"0"0"0,0 0 0,2 2 0,1 1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24575,'0'0'0,"0"2"0,0 3 0,0 7 0,0 8 0,3 9 0,0 9 0,2 5 0,2 5 0,2 3 0,0 1 0,-2-3 0,-2-11-8191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1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24575,'11'188'0,"-21"142"0,49-417 0,42-83 0,-64 139 0,1 1 0,2 1 0,31-38 0,-48 63 0,0 1 0,0 0 0,1 0 0,-1 0 0,0 0 0,1 0 0,0 1 0,0 0 0,0 0 0,0 0 0,0 0 0,0 0 0,0 1 0,6-2 0,-7 3 0,0 0 0,0 0 0,-1 1 0,1-1 0,0 1 0,0-1 0,-1 1 0,1 0 0,0 0 0,-1 0 0,1 0 0,-1 0 0,1 1 0,-1-1 0,0 1 0,0 0 0,1-1 0,-1 1 0,0 0 0,-1 0 0,1 1 0,0-1 0,2 4 0,4 7 0,0 1 0,-1-1 0,-1 1 0,0 1 0,-1-1 0,0 1 0,-1 0 0,3 30 0,-2 11 0,-2 61 0,-2-91 0,-2-26 0,1 0 0,0 0 0,0 1 0,0-1 0,0 0 0,0 1 0,0-1 0,0 0 0,0 1 0,0-1 0,0 0 0,0 0 0,0 1 0,0-1 0,0 0 0,0 1 0,0-1 0,1 0 0,-1 0 0,0 1 0,0-1 0,0 0 0,0 0 0,0 1 0,1-1 0,-1 0 0,0 0 0,0 1 0,1-1 0,-1 0 0,0 0 0,0 0 0,1 0 0,-1 1 0,0-1 0,0 0 0,1 0 0,-1 0 0,1 0 0,11-8 0,15-28 0,-22 29 0,113-146 0,-94 124 0,2 2 0,1 0 0,35-26 0,-60 51 0,1 0 0,0-1 0,-1 1 0,1 0 0,0 1 0,0-1 0,1 0 0,-1 1 0,0-1 0,0 1 0,1 0 0,-1 0 0,0 1 0,1-1 0,-1 1 0,1-1 0,-1 1 0,1 0 0,-1 1 0,1-1 0,-1 0 0,1 1 0,-1 0 0,1 0 0,-1 0 0,0 0 0,0 1 0,1-1 0,-1 1 0,0 0 0,0-1 0,0 1 0,-1 1 0,1-1 0,-1 0 0,1 1 0,-1-1 0,0 1 0,1 0 0,2 6 0,8 13 0,-2 0 0,0 1 0,-1 0 0,-1 0 0,-2 1 0,0 0 0,4 34 0,14 176 0,-21-129-1365,-3-17-5461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24575,'0'0'0,"11"9"0,36 21 0,1-2 0,1-2 0,81 31 0,168 40 0,-65-23 0,-188-58 0,116 45 0,-138-51 0,0 2 0,-1 0 0,0 1 0,31 26 0,-50-37 0,0 0 0,0 1 0,0 0 0,-1-1 0,1 1 0,-1 0 0,0 0 0,0 0 0,0 0 0,0 1 0,0-1 0,-1 1 0,1-1 0,-1 1 0,0-1 0,0 1 0,-1 0 0,1-1 0,-1 1 0,1 0 0,-1 0 0,0-1 0,-1 1 0,1 0 0,-1 0 0,1-1 0,-1 1 0,0 0 0,-1-1 0,1 1 0,-1-1 0,-1 4 0,-7 9 0,-1 0 0,0-1 0,-1-1 0,-1 0 0,-18 16 0,9-8 0,-135 132 0,-110 118 0,232-236-1365,26-27-5461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 24575,'-8'0'0,"12"1"0,30 3 0,55 2 0,353-24-1365,-405 15-5461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24575,'7'6'0,"1"-2"0,0 1 0,0-1 0,1 0 0,-1 0 0,1-1 0,0 0 0,0-1 0,0 0 0,0 0 0,18 0 0,-11 0 0,138 13-369,264-9 0,-362-7-258,-40 1-6199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24575,'0'7'0,"2"1"0,-1-1 0,1 0 0,0 1 0,1-1 0,4 11 0,3 6 0,13 43 0,4-1 0,2-2 0,3 0 0,2-2 0,85 113 0,-76-131-1365,-26-31-5461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2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553 0 24575,'0'0'0,"0"0"0,0 0 0,0 0 0,0 19 0,-3 28 0,-3 0 0,-1-1 0,-16 57 0,-1 4 0,-15 99 0,-204 915 0,52-312 0,185-780-682,-4 55-1,10-71-6143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30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24575,'0'0'0,"0"0"0,16 15 0,-6-7 0,0 0 0,1-1 0,-1 0 0,1 0 0,1-1 0,-1-1 0,1 0 0,0 0 0,23 5 0,12 0 0,61 4 0,-56-8 0,885 57 0,198-60 0,-582-6 0,-77-22 0,-68 1 0,-8 21 0,170-5 0,327-7-1365,-884 15-5461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3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24575,'-1'10'0,"0"0"0,-1 0 0,0 0 0,-5 16 0,-5 18 0,-4 88 0,5 2 0,10 176 0,2-192 0,-1-70 0,-1 18 0,15 114 0,-14-179 0,0-1 0,0 0 0,0 1 0,0-1 0,0 0 0,0 1 0,0-1 0,0 0 0,0 1 0,0-1 0,0 0 0,0 1 0,1-1 0,-1 0 0,0 1 0,0-1 0,0 0 0,1 1 0,-1-1 0,0 0 0,0 0 0,1 0 0,-1 1 0,0-1 0,0 0 0,1 0 0,-1 0 0,0 1 0,1-1 0,-1 0 0,0 0 0,1 0 0,-1 0 0,0 0 0,1 0 0,-1 0 0,0 0 0,1 0 0,14-9 0,15-23 0,-27 28 0,81-109 0,-61 79 0,1 0 0,2 1 0,2 2 0,32-30 0,-58 60 0,0-1 0,0 0 0,0 1 0,0-1 0,0 1 0,0 0 0,0 0 0,1 0 0,-1 0 0,0 0 0,1 0 0,-1 1 0,0-1 0,1 1 0,-1-1 0,1 1 0,-1 0 0,1 0 0,-1 0 0,1 1 0,-1-1 0,4 1 0,-3 1 0,1-1 0,-1 1 0,1 0 0,-1 1 0,0-1 0,0 0 0,0 1 0,0 0 0,0 0 0,0 0 0,-1 0 0,4 5 0,5 11 0,-1 0 0,-1 1 0,0 0 0,5 21 0,-12-34 0,9 28-170,-1-1-1,-2 2 0,-1-1 1,-2 1-1,-1 1 0,-2-1 1,-5 68-1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3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24575,'22'-2'0,"-1"-1"0,0-1 0,1 0 0,37-14 0,6-2 0,180-36-1365,-174 41-5461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3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24575,'2'0'0,"0"0"0,0 1 0,0-1 0,-1 1 0,1-1 0,0 1 0,0 0 0,0 0 0,-1 0 0,1 0 0,0 0 0,-1 0 0,1 1 0,-1-1 0,0 0 0,1 1 0,-1-1 0,0 1 0,0 0 0,0-1 0,0 1 0,0 0 0,0 0 0,0-1 0,-1 1 0,2 4 0,9 50 0,-8 1 0,-2-25 0,1 1 0,1-1 0,2-1 0,12 40 0,-15-63 0,1 0 0,0-1 0,0 1 0,1-1 0,0 0 0,0 0 0,1 0 0,0 0 0,0-1 0,1 0 0,0 0 0,0 0 0,0-1 0,0 0 0,1 0 0,0 0 0,0-1 0,0 0 0,1-1 0,-1 0 0,15 5 0,5-2 10,0-1 0,1-1 0,0-1 0,34-2 0,114-12-294,-91 4-847,-71 6-5695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2:51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413 122 24575,'-37'-1'0,"0"-1"0,0-2 0,-61-14 0,81 14 0,-1-1 0,1-1 0,1 0 0,-1-2 0,1 0 0,0 0 0,1-2 0,0 0 0,-22-20 0,36 30 0,1 0 0,0 0 0,0 0 0,0 0 0,0 0 0,0-1 0,-1 1 0,1 0 0,0 0 0,0 0 0,0 0 0,0 0 0,-1 0 0,1 0 0,0 0 0,0 0 0,0 0 0,-1 0 0,1 0 0,0 0 0,0 0 0,0 0 0,-1 0 0,1 0 0,0 0 0,0 0 0,0 0 0,0 0 0,-1 0 0,1 0 0,0 0 0,0 0 0,0 1 0,0-1 0,-1 0 0,1 0 0,0 0 0,0 0 0,0 0 0,0 1 0,0-1 0,0 0 0,-1 0 0,1 0 0,0 0 0,0 1 0,0-1 0,0 0 0,0 0 0,0 0 0,0 0 0,0 1 0,0-1 0,-4 20 0,1 30 0,3-46 0,-4 201 0,12 880 0,14-749 0,-22-332 0,0 0 0,1 0 0,-1 1 0,1-1 0,0 0 0,0 0 0,0 0 0,1 0 0,0 0 0,-1 0 0,1-1 0,1 1 0,-1 0 0,0-1 0,6 6 0,-4-5 0,1-1 0,-1-1 0,1 1 0,0 0 0,0-1 0,0 0 0,0 0 0,0-1 0,0 1 0,0-1 0,0 0 0,7 0 0,105 8 0,170-9 0,-132-3 0,10 3-1365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2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24575,'3'33'0,"33"362"0,17 379 0,-53-756 0,1 3 0,-2 1 0,-2 22 0,2-41 0,1 1 0,0-1 0,-1 0 0,0 1 0,0-1 0,0 0 0,0 1 0,0-1 0,-1 0 0,0 0 0,1 0 0,-1 0 0,0 0 0,0-1 0,-1 1 0,1 0 0,0-1 0,-1 0 0,0 0 0,-3 3 0,3-4 0,0-1 0,0 1 0,0-1 0,0 0 0,0 0 0,-1 0 0,1 0 0,0-1 0,0 1 0,0-1 0,0 1 0,0-1 0,0 0 0,0 0 0,0-1 0,1 1 0,-1-1 0,0 1 0,1-1 0,-1 0 0,1 0 0,-1 0 0,-2-3 0,-4-4 0,0 0 0,1 0 0,0 0 0,-11-18 0,9 8 0,0 0 0,2-1 0,0 0 0,2-1 0,0 0 0,1 1 0,1-2 0,1 1 0,-1-33 0,3 34 0,1 0 0,1 1 0,1-1 0,1 1 0,1-1 0,0 1 0,1 0 0,1 0 0,1 1 0,15-29 0,-14 35 8,0 1-1,1 0 1,0 1-1,0 0 1,1 0-1,1 1 1,-1 0-1,2 0 1,-1 2-1,1-1 1,0 2-1,1-1 1,-1 2-1,1-1 1,21-4-1,0 2-304,1 1 0,-1 2 0,1 1 0,69 2 0,-84 3-6529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2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24575,'0'0'0,"0"0"0,0 0 0,0 0 0,0 0 0,-7 21 0,-8 21 0,1 1 0,3 1 0,-9 68 0,1 137 0,16-189-227,3 1-1,3 0 1,2-1-1,2 1 1,31 112-1,-24-133-6598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4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24575,'0'0'0,"16"19"0,2 10 0,-2 0 0,0 1 0,-2 1 0,-2 0 0,10 35 0,33 166 0,-8 69 0,-44-253 0,-1-1 0,-2 1 0,-2 0 0,-12 63 0,12-100 0,-1-1 0,0 0 0,-1 0 0,0 0 0,0-1 0,-1 1 0,0-1 0,-1 0 0,-11 14 0,15-21 0,0 1 0,-1-1 0,1 1 0,0-1 0,-1 0 0,1 0 0,-1 0 0,0-1 0,0 1 0,0-1 0,0 1 0,0-1 0,0 0 0,0 0 0,0 0 0,0 0 0,0-1 0,-1 1 0,1-1 0,0 0 0,0 0 0,-1 0 0,1-1 0,0 1 0,0-1 0,0 1 0,-1-1 0,1 0 0,0 0 0,0-1 0,0 1 0,0-1 0,1 1 0,-1-1 0,-3-2 0,1-1 0,-1 0 0,1-1 0,0 0 0,0 0 0,1 0 0,0 0 0,0-1 0,0 0 0,1 0 0,0 0 0,0 0 0,1 0 0,0 0 0,0-1 0,1 1 0,0-1 0,0 0 0,1 1 0,0-1 0,0 1 0,2-13 0,-1 7 0,1-1 0,0 1 0,1 0 0,1 0 0,0 0 0,0 0 0,2 0 0,-1 1 0,2 0 0,-1 0 0,13-15 0,-8 17-22,1-1 0,0 2 0,1 0 0,0 0 0,1 1 0,0 0 0,0 2 0,1 0 0,-1 0 0,18-3 0,10-7-1101,-18 7-5703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0,0 0 0,0 0 0,2 2 0,7 3 0,7 1 0,0-1-8191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5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24575,'0'0'0,"0"0"0,0 0 0,2 0 0,3 0 0,7 2 0,8 1 0,9 0 0,11 0 0,9-2 0,12 0 0,8-3 0,3-2 0,-6-4 0,-15 0-8191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24575,'0'0'0,"0"2"0,0 5 0,-2 10 0,-1 15 0,-2 17 0,-2 15 0,0 10 0,1 5 0,2 2 0,4-1 0,3-7 0,2-13 0,0-17-8191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5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24575,'0'0'0,"0"0"0,0 0 0,0 0 0,0 3 0,0 2 0,0 7 0,0 8 0,0 13 0,-2 16 0,-1 16 0,0 8 0,1 6 0,0-3 0,4-5 0,2-6 0,1-10 0,0-15-8191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0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24575,'3'2'0,"-1"0"0,1 0 0,-1 0 0,1 0 0,-1 0 0,0 0 0,0 1 0,0-1 0,3 6 0,2 2 0,24 30 0,-2 2 0,-1 1 0,-3 2 0,-2 0 0,-2 1 0,-1 1 0,-3 1 0,-2 1 0,-2 0 0,10 78 0,-16-76 0,-3 0 0,-3 0 0,-1 1 0,-3-1 0,-2 0 0,-2-1 0,-2 1 0,-3-1 0,-1-1 0,-31 72 0,9-51-455,-2-2 0,-84 115 0,22-55-6371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1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24575,'16'4'0,"1"-1"0,0 0 0,-1-1 0,1-1 0,26-2 0,-5 1 0,87 2 0,302 18 0,-408-18-1365,-1 0-5461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24575,'2'18'0,"1"0"0,0 0 0,1-1 0,1 1 0,8 20 0,7 24 0,-9-20 0,-1 1 0,-2 1 0,-2-1 0,-2 1 0,-2 50 0,22-151 0,-9 14 0,-2-2 0,3 1 0,1 1 0,2 0 0,2 1 0,26-38 0,-45 77 0,-1 1 0,1-1 0,-1 1 0,1 0 0,0 0 0,0 0 0,0 0 0,0 0 0,0 0 0,1 1 0,-1-1 0,0 1 0,1 0 0,-1-1 0,1 1 0,-1 0 0,1 0 0,0 1 0,0-1 0,-1 0 0,1 1 0,0 0 0,0 0 0,-1-1 0,1 2 0,0-1 0,0 0 0,0 1 0,-1-1 0,1 1 0,0 0 0,-1 0 0,1 0 0,0 0 0,-1 0 0,1 0 0,-1 1 0,0-1 0,4 4 0,1 1 0,-1 0 0,1 0 0,-1 1 0,-1 0 0,1 0 0,-1 1 0,0-1 0,-1 1 0,0 0 0,0 0 0,3 11 0,0 8 0,-2-1 0,-1 1 0,-1 0 0,-2 0 0,-1 34 0,0 11 0,4-75 0,0-1 0,0 1 0,-1-1 0,1 0 0,-1 1 0,0-1 0,3-5 0,47-85 0,-39 67 0,1-1 0,1 2 0,1 0 0,1 2 0,1 0 0,24-23 0,-41 45 0,1 0 0,-1-1 0,1 1 0,0 0 0,0 1 0,0-1 0,0 0 0,0 1 0,0-1 0,0 1 0,1 0 0,-1 0 0,0 1 0,1-1 0,-1 1 0,0-1 0,1 1 0,-1 0 0,1 0 0,5 1 0,-4 1 0,0 0 0,0 0 0,-1 0 0,1 1 0,0-1 0,-1 1 0,0 0 0,0 0 0,0 1 0,0-1 0,0 1 0,4 5 0,6 11 0,0 1 0,-1 0 0,-1 1 0,14 34 0,7 34-341,-4 0 0,-4 2-1,24 165 1,-41-203-6485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24575,'-6'29'0,"-56"137"0,-15 45 0,63-166 0,3 1 0,-11 86 0,20-104 17,1 1 0,1 0 1,1-1-1,2 1 0,0-1 0,13 44 0,-10-53-166,0 0 1,2 0-1,0-1 1,2 0-1,0 0 1,0-1-1,2-1 1,0 0-1,28 29 1,1-8-6678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2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24575,'0'30'0,"-2"13"0,-3 0 0,-14 66 0,10-70 0,2 0 0,2 1 0,0 51 0,17-102 0,5-11 0,10-21 0,1 1 0,2 2 0,3 1 0,37-36 0,-67 72 0,1-1 0,0 1 0,0 0 0,0 0 0,0 1 0,1-1 0,-1 1 0,1 0 0,-1 0 0,1 0 0,0 1 0,0 0 0,0-1 0,0 2 0,0-1 0,0 1 0,0-1 0,10 2 0,-10 1 0,1-1 0,-1 1 0,0 0 0,0 1 0,1-1 0,-1 1 0,-1 0 0,1 0 0,0 1 0,-1 0 0,0-1 0,0 1 0,0 1 0,0-1 0,0 1 0,3 6 0,0 0 0,-1 0 0,0 0 0,0 0 0,-1 1 0,-1 0 0,0 0 0,4 21 0,-4-2 0,1 60 0,-5-91 0,0 1 0,0-1 0,0 0 0,0 1 0,0-1 0,0 0 0,1 1 0,-1-1 0,0 0 0,0 1 0,0-1 0,0 0 0,0 1 0,0-1 0,0 0 0,1 1 0,-1-1 0,0 0 0,0 0 0,1 1 0,-1-1 0,0 0 0,0 0 0,1 1 0,-1-1 0,0 0 0,0 0 0,1 0 0,-1 1 0,0-1 0,1 0 0,-1 0 0,0 0 0,1 0 0,0 0 0,15-4 0,20-17 0,-31 17 0,296-211 0,-300 214 0,0 0 0,-1 1 0,1-1 0,0 1 0,0-1 0,0 1 0,0-1 0,0 1 0,0-1 0,0 1 0,0 0 0,0 0 0,0 0 0,0-1 0,0 1 0,0 0 0,0 0 0,0 0 0,0 0 0,0 1 0,0-1 0,0 0 0,0 0 0,0 1 0,0-1 0,1 1 0,0 1 0,0-1 0,0 1 0,0 0 0,0-1 0,0 1 0,-1 0 0,1 0 0,-1 0 0,1 1 0,1 3 0,4 8 0,-2 1 0,9 29 0,-11-31 0,8 24-104,34 100-1157,-31-105-5565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24575,'6'5'0,"0"0"0,1-1 0,0 1 0,-1-1 0,1 0 0,1-1 0,-1 0 0,0 0 0,1 0 0,0-1 0,-1 0 0,12 1 0,12 0 0,56-1 0,-58-2 0,31-1-1365,-9-2-5461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3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24575,'-7'25'0,"-10"27"30,2 0 0,3 1 0,-11 98 0,21-112-242,1 0 0,2 0 0,2 0-1,2-1 1,1 1 0,12 38 0,-9-46-6614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3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24575,'0'0'0,"2"2"0,3 8 0,3 7 0,0 13 0,-2 12 0,-1 9 0,-2 7 0,-1 8 0,-3 9 0,-5 4 0,0 1 0,1 1 0,1-10 0,1-17-8191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24575,'42'41'0,"-2"2"0,-1 2 0,-2 2 0,-3 1 0,-1 1 0,39 83 0,-54-92 0,-1 2 0,-3 0 0,-2 0 0,-1 2 0,-2-1 0,-2 1 0,-2 0 0,-1 60 0,-6-73 0,0 0 0,-2 0 0,-1 0 0,-2-1 0,0 0 0,-3 0 0,0-1 0,-2 0 0,-1-1 0,-1-1 0,-1 0 0,-33 44 0,28-45-151,-2-1-1,0 0 0,-2-2 0,0 0 1,-1-2-1,-2-1 0,0-1 1,-58 31-1,63-42-6674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2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43 399 24575,'0'0'0,"0"0"0,0 0 0,-24-25 0,22 24 0,1 1 0,0-1 0,-1-1 0,1 1 0,0 0 0,0 0 0,0 0 0,0-1 0,0 1 0,0 0 0,0-1 0,0 1 0,1-1 0,-1 1 0,1-1 0,-1 1 0,1-1 0,-1 1 0,1-4 0,1 4 0,1-1 0,0 0 0,-1 1 0,1-1 0,0 1 0,0-1 0,0 1 0,0 0 0,0 0 0,1 0 0,-1 0 0,4-1 0,3-2 0,35-15 0,0 3 0,1 1 0,65-12 0,145-12 0,-165 28 0,465-30 0,5 42 0,-249 2 0,1367-67 0,12-27 0,-1590 90 0,911-2 0,-2 49 0,593-5 0,-1144-59 0,-456 18 0,0 0 0,-1 0 0,1 0 0,0 0 0,-1 0 0,1 0 0,0 0 0,-1 0 0,1 1 0,-1-1 0,1 0 0,0 1 0,-1 0 0,1-1 0,-1 1 0,1 0 0,-1 0 0,0 0 0,1 0 0,-1 0 0,0 0 0,0 0 0,1 0 0,-1 0 0,0 1 0,0-1 0,0 2 0,1 2 0,-1-1 0,-1 1 0,1 0 0,-1-1 0,0 1 0,0 0 0,0 0 0,-1 5 0,1-4 0,-4 26 24,-1 0 0,-1 0 0,-2 0 0,-22 56 0,-65 114-1509,81-177-5341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24575,'0'0'0,"2"56"0,1 85 0,2 36 0,0 5 0,1-11 0,3-18 0,0-17 0,3-15 0,0-15 0,0-12 0,1-14 0,-2-16 0,-3-19-8191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1 24575,'-18'468'0,"4"-197"0,11-192 0,-16 298 0,7-257 0,-28 131 0,36-233 0,0 0 0,-1 0 0,-1 0 0,-1-1 0,-14 28 0,19-42 0,1 0 0,-1 0 0,-1 0 0,1 0 0,0 0 0,-1-1 0,1 1 0,-1-1 0,0 0 0,0 0 0,0 0 0,0 0 0,0 0 0,0-1 0,0 1 0,-1-1 0,1 0 0,-1 0 0,1 0 0,-1 0 0,1-1 0,-1 1 0,1-1 0,-1 0 0,1 0 0,-1 0 0,0-1 0,1 1 0,-1-1 0,1 0 0,-1 0 0,1 0 0,0 0 0,-1-1 0,1 1 0,-3-3 0,-4-2 0,1 0 0,0 0 0,0-1 0,1 0 0,0 0 0,0-1 0,0 0 0,1-1 0,1 0 0,-1 0 0,1 0 0,1-1 0,0 0 0,0 0 0,1 0 0,0 0 0,1-1 0,-2-11 0,0 2 0,1-1 0,1 0 0,1-1 0,1 1 0,1 0 0,1-1 0,1 1 0,6-31 0,-2 31 0,0 0 0,1 1 0,1 0 0,1 0 0,1 1 0,0 0 0,2 1 0,0 0 0,1 1 0,1 0 0,0 1 0,1 1 0,27-22 0,-21 22 0,0 0 0,1 2 0,0 0 0,1 2 0,1 0 0,0 2 0,0 0 0,1 2 0,0 0 0,0 2 0,27-3 0,14 4-5,58-9-1355,-93 6-5466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4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24575,'0'0'0,"0"0"0,0 0 0,0 0 0,2 0 0,1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24575,'0'0'0,"0"0"0,0 0 0,0 2 0,0 6 0,0 11 0,-2 16 0,-3 16 0,-3 20 0,-4 19 0,-3 12 0,0 2 0,0 0 0,0-9 0,3-22-8191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24575,'-16'481'0,"8"-301"0,7-153 0,-2 38 0,4-59 0,1-8 0,5-36 0,7-40 0,46-141 0,-43 171 0,2 2 0,2 0 0,2 1 0,32-46 0,-47 79 0,0 1 0,1 0 0,1 0 0,0 1 0,0 0 0,1 1 0,0 0 0,1 1 0,19-11 0,-25 16 0,0 0 0,0 1 0,0 0 0,0 0 0,1 0 0,-1 1 0,1 0 0,-1 0 0,1 1 0,-1 0 0,1 0 0,-1 0 0,1 1 0,-1 0 0,1 0 0,-1 1 0,0 0 0,1 0 0,-1 0 0,0 1 0,0 0 0,9 6 0,-2 1 0,-1 0 0,-1 0 0,1 2 0,-2-1 0,0 1 0,0 1 0,-1 0 0,-1 0 0,0 1 0,0 0 0,-2 0 0,0 1 0,0 0 0,-2 0 0,4 19 0,1 9 0,-2 2 0,-1-1 0,-3 1 0,-3 49 0,-2-75 0,2-16 0,-1 1 0,1 0 0,-1-1 0,1 1 0,0 0 0,0-1 0,1 1 0,1 7 0,1-14 0,0 1 0,0-1 0,0 0 0,0 0 0,0 0 0,-1 0 0,1 0 0,2-5 0,107-187 0,12-18 0,-120 206 0,1 1 0,0 0 0,0 0 0,0 0 0,1 1 0,0-1 0,0 1 0,0 1 0,1-1 0,0 1 0,-1 0 0,10-3 0,-13 6 0,0 0 0,1 1 0,-1-1 0,1 1 0,-1 0 0,1 0 0,-1 0 0,0 0 0,1 1 0,-1-1 0,1 1 0,-1 0 0,0 0 0,1 0 0,-1 1 0,0-1 0,0 1 0,0 0 0,0-1 0,0 1 0,-1 1 0,1-1 0,0 0 0,-1 1 0,0-1 0,1 1 0,-1 0 0,0 0 0,2 4 0,7 10 0,-2 0 0,0 0 0,0 1 0,-2 0 0,0 0 0,5 27 0,18 122 0,-16-81 0,-6-38-1365,-1-10-5461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7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24575,'0'0'0,"0"0"0,22 15 0,-2-7 0,1 0 0,0-2 0,0 0 0,1-2 0,0 0 0,34 1 0,133-6 0,-25-14-1365,-102 6-5461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24575,'-1'10'0,"0"0"0,-1 0 0,0 0 0,-6 17 0,-3 13 0,-29 240 0,37-237 0,2 1 0,2 0 0,2-1 0,12 66 0,-5-71-1365,0-9-5461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24575,'0'0'0,"0"11"0,-3 99 26,-20 122 0,-34 109-327,28-181-815,20-106-5710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3:3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24575,'0'0'0,"7"26"0,1-13 0,1 0 0,0 0 0,0-1 0,1 0 0,1-1 0,0 0 0,0-1 0,1 0 0,19 12 0,20 10 0,58 26 0,-70-38 0,183 83 0,282 91 0,-430-168 0,-58-21 0,-7-2 0,0 0 0,0 1 0,0-1 0,0 2 0,10 6 0,-17-10 0,-1 0 0,0 0 0,0 0 0,1 0 0,-1 0 0,0 0 0,0 1 0,0-1 0,0 0 0,0 1 0,0-1 0,-1 1 0,1-1 0,0 1 0,-1-1 0,1 1 0,-1-1 0,0 1 0,1 0 0,-1-1 0,0 1 0,0 0 0,0-1 0,0 1 0,0-1 0,-1 1 0,1 0 0,0-1 0,-1 1 0,1-1 0,-1 1 0,0 0 0,1-1 0,-1 0 0,0 1 0,0-1 0,-1 2 0,-15 20 0,-1-2 0,-2 0 0,0-1 0,-1-1 0,-27 20 0,-6 6 0,-162 139 0,-362 339 0,432-360 134,33-34-1633,84-99-5327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4:46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24575,'128'37'0,"16"-13"-341,1-7 0,1-6-1,201-10 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4:45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24575,'0'0'0,"0"0"0,21 7 0,45 14 0,1-2 0,1-4 0,93 10 0,209-2 0,128-27 17,-289-2-1399,-201 6-5444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4:46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24575,'260'21'-118,"307"-14"-1,-363-10-1009,-191 3-5698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0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22 24575,'0'5'0,"-1"-1"0,-1 0 0,1 0 0,0 0 0,-1 1 0,0-1 0,-4 7 0,-4 8 0,3-2 0,1 0 0,0 0 0,2 0 0,0 1 0,0 0 0,2 0 0,0 0 0,2 21 0,0-29 0,2 0 0,0 0 0,0 0 0,0-1 0,1 1 0,1-1 0,0 0 0,0 0 0,1 0 0,0-1 0,0 1 0,1-1 0,0 0 0,0-1 0,1 1 0,12 9 0,-10-10 0,1 0 0,0-1 0,1 0 0,-1 0 0,1-1 0,1 0 0,-1-1 0,0-1 0,1 0 0,0 0 0,0-1 0,0 0 0,0-1 0,0-1 0,0 0 0,0-1 0,0 0 0,0 0 0,-1-1 0,18-6 0,-9 3 0,-1-1 0,0-1 0,0-1 0,-1-1 0,0 0 0,-1-2 0,0 0 0,0 0 0,-1-2 0,-1 0 0,20-21 0,-29 28 0,-1 0 0,-1-1 0,1 1 0,-1-1 0,0 0 0,0 0 0,-1-1 0,0 1 0,0-1 0,-1 1 0,0-1 0,-1 0 0,1 0 0,-1-12 0,-1 13 0,0 1 0,-1 0 0,-1-1 0,1 1 0,-1 0 0,0 0 0,0 0 0,0 0 0,-1 0 0,0 0 0,0 1 0,-1-1 0,0 1 0,1 0 0,-2 0 0,1 1 0,-1-1 0,-7-6 0,-5 0 0,1 0 0,-2 1 0,1 0 0,-1 2 0,-1 0 0,0 1 0,0 1 0,0 0 0,0 2 0,-31-4 0,7 4 0,-1 1 0,0 3 0,-75 8 0,96-5-136,0 0-1,0 1 1,1 2-1,0 0 1,0 1-1,0 2 1,1 0-1,1 1 0,-21 13 1,15-2-6690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1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24575,'0'0'0,"0"0"0,0 44 0,5 316 0,0 111 0,-36-1 0,29-437 0,4-31 0,1-7 0,16-54 0,10-68 0,-5-1 0,10-208 0,19-118 0,-50 442 0,-1 0 0,1 0 0,1 1 0,0-1 0,1 1 0,0 0 0,0 0 0,1 1 0,13-17 0,-14 21 0,1 0 0,0 1 0,0 0 0,0 0 0,1 0 0,0 1 0,0 0 0,0 0 0,0 1 0,1-1 0,0 2 0,-1-1 0,1 1 0,0 0 0,11 0 0,6-1 0,1 1 0,-1 2 0,1 0 0,41 7 0,-53-5 0,0 1 0,-1 0 0,0 1 0,0 0 0,0 1 0,0 1 0,-1 0 0,1 0 0,-1 1 0,13 11 0,-22-15-4,1 0 1,-1 0-1,0 0 0,0 0 0,0 1 0,0-1 0,-1 1 1,1 0-1,-1 0 0,0 0 0,0 0 0,-1 0 0,1 0 1,-1 0-1,0 1 0,0-1 0,0 0 0,-1 1 0,1-1 1,-1 6-1,-1-3 20,-1 0 1,1 0 0,-1 0 0,-1 0-1,1 0 1,-1-1 0,0 1-1,-1-1 1,1 0 0,-1 0-1,-7 9 1,-6 3-229,-1 1 0,0-2 0,-1-1-1,-1 0 1,0-1 0,-24 12 0,15-11-6614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2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24575,'31'3'0,"0"-2"0,0-1 0,0-2 0,0-1 0,0-1 0,37-10 0,-24 2 0,0-2 0,-1-2 0,63-33 0,-31 5 0,-68 39 0,0 0 0,-1 0 0,1 0 0,-1-1 0,0 0 0,-1-1 0,0 1 0,6-11 0,-10 17 0,-1-1 0,1 1 0,-1-1 0,0 0 0,1 1 0,-1-1 0,0 0 0,0 0 0,1 1 0,-1-1 0,0 0 0,0 0 0,0 1 0,0-1 0,0 0 0,0 0 0,0 0 0,0 1 0,0-1 0,0 0 0,0 0 0,-1 1 0,1-1 0,0 0 0,0 0 0,-1 1 0,1-1 0,-1 0 0,0 0 0,-22-8 0,-35 11 0,36 1 0,-1 2 0,1 0 0,0 2 0,0 0 0,1 1 0,-40 22 0,51-24 0,0 0 0,0 0 0,0 1 0,1 1 0,0 0 0,0 0 0,1 0 0,0 1 0,1 0 0,0 1 0,0 0 0,1 0 0,0 0 0,1 1 0,-6 14 0,10-21 0,0 0 0,1 1 0,-1-1 0,1 1 0,0-1 0,0 0 0,0 1 0,0-1 0,1 1 0,0-1 0,0 0 0,0 1 0,0-1 0,1 0 0,0 0 0,0 0 0,0 0 0,0 0 0,0 0 0,1-1 0,0 1 0,0-1 0,0 0 0,0 1 0,0-2 0,1 1 0,-1 0 0,1-1 0,5 4 0,8 4 0,0-2 0,1 1 0,-1-2 0,2-1 0,28 8 0,9-3-682,105 8-1,-60-14-6143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2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450 0 24575,'0'0'0,"0"0"0,-2 2 0,-6 3 0,-9 3 0,-13 6 0,-14 5 0,-13 6 0,-8 3 0,-3 1 0,3 0 0,11-5 0,14-7-8191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3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1 171 24575,'0'0'0,"7"10"0,9 21 0,-2-1 0,15 49 0,6 15 0,7-10 0,-27-57 0,-1 1 0,-2 0 0,0 0 0,12 48 0,-30-106 0,-30-210 0,34 214 0,1 0 0,1 0 0,1 0 0,1 0 0,2 0 0,0 1 0,15-44 0,-16 60-6,1 0 0,1 1 0,-1-1 0,1 1-1,1 0 1,0 1 0,0 0 0,0 0 0,1 0-1,0 0 1,0 1 0,14-9 0,-8 7 31,1 1 0,0 0 0,1 1 0,0 1 0,0 0 0,0 1 0,17-3 0,4 2-273,1 2 1,0 2-1,0 1 1,0 2-1,65 11 1,-72-7-6579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4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448 0 24575,'-24'3'0,"-1"1"0,1 0 0,0 2 0,0 1 0,-30 13 0,33-12 0,16-7 0,-121 51 0,114-46 0,0 0 0,0 1 0,1 0 0,1 1 0,-1 0 0,1 1 0,0 0 0,-9 12 0,18-20 0,0 0 0,0-1 0,0 1 0,0 1 0,0-1 0,0 0 0,0 0 0,0 0 0,1 0 0,-1 1 0,0-1 0,1 0 0,-1 0 0,1 1 0,-1-1 0,1 1 0,0-1 0,0 0 0,0 1 0,0-1 0,0 1 0,0-1 0,0 0 0,0 1 0,0-1 0,0 1 0,1-1 0,-1 0 0,1 1 0,-1-1 0,1 0 0,-1 1 0,1-1 0,0 0 0,0 0 0,0 0 0,0 0 0,-1 0 0,1 0 0,0 0 0,1 0 0,-1 0 0,0 0 0,0 0 0,0-1 0,1 1 0,-1 0 0,0-1 0,0 1 0,1-1 0,-1 0 0,2 1 0,6 2 0,1-1 0,-1-1 0,0 1 0,1-1 0,-1-1 0,15-1 0,1-2 0,0-1 0,-1-2 0,1 0 0,-1-2 0,-1 0 0,1-2 0,-1 0 0,-1-2 0,0-1 0,-1 0 0,0-2 0,-1 0 0,27-27 0,-26 16 0,-20 26 0,-1-1 0,1 0 0,0 0 0,-1 0 0,1 1 0,0-1 0,-1 0 0,1 0 0,-1 0 0,1 0 0,-1 0 0,0 0 0,1 0 0,-1 0 0,0 0 0,0-1 0,0 1 0,0 0 0,0 0 0,0 0 0,0 0 0,0 0 0,0 0 0,0 0 0,-1-1 0,-1 4 0,1-1 0,-1 1 0,1 0 0,0 0 0,-1 0 0,1 0 0,0 1 0,0-1 0,0 0 0,1 0 0,-1 1 0,0 2 0,0 2-52,1 1-1,-1-1 1,1 1-1,1-1 1,0 0-1,0 1 1,0-1-1,1 0 1,0 0-1,0 0 1,1 0-1,0 0 1,0 0-1,0-1 1,1 1-1,0-1 1,1 0-1,-1 0 1,1 0-1,0-1 0,0 0 1,1 0-1,0 0 1,0-1-1,8 5 1,7 3-6774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4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64 24575,'0'-34'0,"-1"5"0,-2 52 0,-1 16 0,-17 125 0,-1 280 0,39-52-1365,-13-343-5461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5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24575,'0'0'0,"0"0"0,0 0 0,2 0 0,5 0 0,10 0 0,16-2 0,14-3 0,15-2 0,9-1 0,9 2 0,5-1 0,2 1 0,-8 1 0,-18 2-8191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6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0 281 24575,'9'-2'0,"-1"0"0,0-1 0,0 1 0,0-2 0,0 1 0,-1-1 0,0-1 0,1 1 0,-1-1 0,12-11 0,0 2 0,103-81 0,-109 84 0,0-2 0,-1 1 0,0-2 0,-1 1 0,-1-1 0,15-28 0,-25 42 0,0 0 0,0 0 0,0 0 0,0 0 0,0 0 0,0 0 0,0 0 0,-1 0 0,1 0 0,0 0 0,0 0 0,0 0 0,0 0 0,0 0 0,0 0 0,0 0 0,-1 0 0,1 0 0,0 0 0,0 0 0,0 0 0,0 0 0,0 0 0,0 0 0,0 0 0,-1 0 0,1 0 0,0 0 0,0 0 0,0-1 0,0 1 0,0 0 0,0 0 0,0 0 0,0 0 0,0 0 0,0 0 0,0 0 0,-1 0 0,1-1 0,0 1 0,0 0 0,0 0 0,0 0 0,0 0 0,0 0 0,0 0 0,0-1 0,-19 17 0,-24 24 0,21-15 0,1 1 0,-27 41 0,41-56 0,1 0 0,0 1 0,0-1 0,1 1 0,1 1 0,0-1 0,1 1 0,0 0 0,-2 18 0,5-27 0,0 0 0,0 0 0,0 0 0,0 0 0,1-1 0,0 1 0,0 0 0,0 0 0,0 0 0,0 0 0,1-1 0,0 1 0,-1-1 0,1 1 0,1-1 0,-1 0 0,0 1 0,6 3 0,-4-3 0,1-1 0,-1 0 0,1 0 0,0 0 0,0-1 0,0 1 0,1-1 0,-1-1 0,0 1 0,1-1 0,10 2 0,-1-2 0,1 0 0,0-2 0,0 1 0,-1-2 0,1 0 0,-1-1 0,1 0 0,21-9 0,-15 3 0,1-2 0,32-20 0,-45 25 0,0-1 0,-1 0 0,0 0 0,-1-1 0,1 0 0,-1-1 0,11-15 0,-10 2 0,-9 21 0,1 1 0,-1-1 0,0 1 0,1-1 0,-1 1 0,0-1 0,0 1 0,1-1 0,-1 0 0,0 1 0,0-1 0,0 1 0,0-1 0,0 0 0,0 1 0,0-1 0,0 1 0,0-1 0,0 1 0,0-1 0,0 0 0,-1 1 0,1-1 0,0 1 0,0-1 0,-1 1 0,1-1 0,0 1 0,-1-1 0,1 1 0,0-1 0,-1 1 0,1-1 0,-1 0 0,0 2 0,1-1 0,0 1 0,-1-1 0,1 1 0,0-1 0,-1 1 0,1 0 0,0-1 0,0 1 0,-1-1 0,1 1 0,0 0 0,0-1 0,0 1 0,0 0 0,0-1 0,0 1 0,0-1 0,0 1 0,0 0 0,0-1 0,0 1 0,0 0 0,1-1 0,-1 1 0,0-1 0,0 1 0,1 0 0,5 21 0,-3-19 0,0 1 0,0-1 0,0 1 0,0-1 0,1 0 0,0 0 0,-1-1 0,1 1 0,0-1 0,0 0 0,1 0 0,-1 0 0,0-1 0,1 1 0,-1-1 0,0 0 0,1 0 0,0 0 0,-1-1 0,1 0 0,-1 0 0,9-1 0,8 0 0,1 0 0,-1-2 0,31-8 0,-33 6 0,0-1 0,28-13 0,-41 16 0,0 0 0,0 0 0,0 0 0,-1-1 0,1 0 0,-1 0 0,0-1 0,0 0 0,-1 0 0,1 0 0,4-6 0,-12 21 0,2-1 0,-1 1 0,1 0 0,1 1 0,0-1 0,0 0 0,1 0 0,0 0 0,5 15 0,-1-5-1365,0-5-5461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6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103 148 24575,'0'0'0,"0"18"0,0-18 0,-6 182 0,3-158 0,0 0 0,-2 0 0,0 0 0,-2 0 0,-13 31 0,2-24 0,17-30 0,0 1 0,0-1 0,0 0 0,0 0 0,0 1 0,0-1 0,0 0 0,0 0 0,0 0 0,-1 0 0,1-1 0,0 1 0,-1 0 0,1-1 0,-1 1 0,1 0 0,-1-1 0,1 0 0,-4 1 0,5-1 0,-1-1 0,1 1 0,-1-1 0,1 1 0,-1-1 0,1 1 0,-1-1 0,1 1 0,-1-1 0,1 0 0,0 1 0,-1-1 0,1 0 0,0 1 0,0-1 0,-1 0 0,1 1 0,0-1 0,0 0 0,0 1 0,0-1 0,0 0 0,0 0 0,0 1 0,0-1 0,0 0 0,0 1 0,0-1 0,1-1 0,4-26 0,-5 28 0,9-34 0,2 2 0,1-1 0,2 1 0,1 1 0,1 1 0,2 0 0,1 1 0,1 1 0,1 0 0,2 2 0,1 1 0,0 1 0,49-37 0,-55 50-195,1 0 0,0 1 0,0 0 0,1 2 0,1 0 0,33-7 0,-11 7-6631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9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871 800 24575,'-47'-26'0,"20"18"0,-1 1 0,0 1 0,0 2 0,-1 0 0,1 2 0,-1 1 0,1 1 0,-1 2 0,-40 7 0,12 2 0,1 2 0,0 2 0,-91 40 0,143-54 0,-24 12 0,-47 26 0,68-35 0,1 0 0,0 0 0,0 1 0,1-1 0,-1 1 0,1 1 0,0-1 0,0 1 0,1 0 0,0 0 0,0 0 0,0 1 0,-3 8 0,6-12 0,0-1 0,0 1 0,1 0 0,0 0 0,-1 0 0,1 0 0,0 0 0,0 0 0,1 1 0,-1-1 0,1-1 0,-1 1 0,1 0 0,0 0 0,0 0 0,0 0 0,1 0 0,-1-1 0,1 1 0,-1-1 0,1 1 0,0-1 0,0 1 0,0-1 0,0 0 0,0 0 0,1 0 0,-1 0 0,1-1 0,4 4 0,2 0 0,1 0 0,-1-1 0,1 0 0,0 0 0,0-1 0,0 0 0,19 2 0,-1-3 0,1-1 0,-1-1 0,1-1 0,-1-2 0,0 0 0,0-2 0,0-2 0,0 0 0,-1-2 0,0 0 0,-1-2 0,0-2 0,-1 0 0,0-1 0,-1-1 0,-1-2 0,0 0 0,-1-2 0,-1 0 0,-1-1 0,-1-1 0,-1-1 0,23-35 0,-19 15 0,-2-2 0,-1 1 0,-3-2 0,-1 0 0,-3-1 0,-2-1 0,-1 0 0,-3 0 0,-2 0 0,-1-1 0,-3 1 0,-10-78 0,10 116 0,-1 0 0,-1 0 0,0-1 0,0 1 0,-1 0 0,0 0 0,0 1 0,-1-1 0,0 1 0,0 0 0,-1 0 0,-7-9 0,12 16 0,-1 1 0,1-1 0,-1 1 0,1 0 0,0-1 0,-1 1 0,1 0 0,-1-1 0,1 1 0,-1 0 0,1 0 0,-1-1 0,1 1 0,-1 0 0,0 0 0,1 0 0,-1 0 0,1 0 0,-1 0 0,1 0 0,-1 0 0,1 0 0,-1 0 0,1 0 0,-1 0 0,0 0 0,1 0 0,-1 1 0,1-1 0,-1 0 0,1 0 0,-1 1 0,-12 17 0,-2 32 0,15-49 0,-16 89 35,4 0 1,-1 157-1,29 183-1111,-14-383 681,4 41-6431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09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24575,'0'0'0,"18"12"0,-5-8 0,-1-1 0,0-1 0,0 0 0,1-1 0,0 0 0,-1-1 0,1 0 0,-1-1 0,1 0 0,-1-1 0,20-6 0,-3 0 0,-1-1 0,0-1 0,47-26 0,-62 30 0,-1-1 0,0 0 0,-1-1 0,0 0 0,0-1 0,-1 0 0,0-1 0,0 0 0,-1-1 0,0 1 0,-1-2 0,-1 1 0,12-23 0,-19 33 0,1 0 0,-1 0 0,1 0 0,-1 0 0,1 0 0,-1 0 0,0 0 0,0 0 0,1 0 0,-1 0 0,0 0 0,0-1 0,0 1 0,0 0 0,-1 0 0,1 0 0,0 0 0,0 0 0,-1 0 0,1 0 0,0 0 0,-1 0 0,0-2 0,0 3 0,0-1 0,0 1 0,0 0 0,0-1 0,0 1 0,0 0 0,0 0 0,0-1 0,0 1 0,0 0 0,0 0 0,0 0 0,0 0 0,0 0 0,0 1 0,0-1 0,0 0 0,0 0 0,1 1 0,-2 0 0,-5 1 0,0 1 0,0 0 0,1 1 0,-1 0 0,-10 8 0,3 2 0,0 1 0,1 0 0,0 0 0,2 1 0,0 1 0,0 0 0,2 1 0,0-1 0,1 2 0,-7 24 0,11-34 0,2 1 0,-1-1 0,1 1 0,1-1 0,0 1 0,0-1 0,1 1 0,0 0 0,1-1 0,0 1 0,0 0 0,1-1 0,0 0 0,1 1 0,0-1 0,0 0 0,1 0 0,0 0 0,1-1 0,0 0 0,0 0 0,1 0 0,7 7 0,32 23-1365,-1-10-5461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10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0 24575,'-31'373'0,"23"-310"0,46-189 0,-27 84 0,-2 3 0,3 1 0,0 0 0,35-69 0,-46 105 0,1-1 0,-1 0 0,1 1 0,0-1 0,-1 1 0,1 0 0,0 0 0,1-1 0,-1 1 0,0 0 0,0 1 0,1-1 0,-1 0 0,1 1 0,0 0 0,0-1 0,-1 1 0,1 0 0,0 0 0,5-1 0,-4 3 0,0-1 0,0 0 0,0 1 0,0-1 0,0 1 0,0 0 0,-1 0 0,1 1 0,0-1 0,-1 1 0,1 0 0,-1 0 0,6 4 0,3 4 0,0 1 0,-1-1 0,0 2 0,-1-1 0,-1 2 0,16 24 0,-14-16 0,0 2 0,-1-1 0,-2 2 0,0-1 0,-1 1 0,-2 0 0,0 0 0,-2 1 0,1 36 0,-4-61 0,0 0 0,0 0 0,0 0 0,0 0 0,0 0 0,0 1 0,0-1 0,0 0 0,0 0 0,0 0 0,0 0 0,0 0 0,0 0 0,0 1 0,0-1 0,0 0 0,0 0 0,0 0 0,1 0 0,-1 0 0,0 0 0,0 0 0,0 0 0,0 0 0,0 1 0,0-1 0,0 0 0,0 0 0,1 0 0,-1 0 0,0 0 0,0 0 0,0 0 0,0 0 0,0 0 0,0 0 0,0 0 0,1 0 0,-1 0 0,0 0 0,0 0 0,0 0 0,0 0 0,0 0 0,0 0 0,1 0 0,-1 0 0,0 0 0,0 0 0,0 0 0,0 0 0,0 0 0,0-1 0,0 1 0,1 0 0,-1 0 0,0 0 0,0 0 0,0 0 0,0 0 0,0 0 0,0 0 0,0 0 0,0-1 0,0 1 0,0 0 0,0 0 0,0 0 0,13-14 0,14-24 0,-25 34 0,56-87 0,-35 52 0,1 1 0,2 2 0,1 0 0,43-42 0,-68 76 0,-1 0 0,1 1 0,0-1 0,0 0 0,0 1 0,-1-1 0,2 1 0,-1 0 0,0 0 0,0 0 0,0 0 0,0 0 0,1 0 0,-1 0 0,0 1 0,1-1 0,-1 1 0,1 0 0,-1 0 0,0 0 0,1 0 0,-1 0 0,1 0 0,-1 1 0,1-1 0,-1 1 0,3 0 0,-2 2 0,1-1 0,-1 1 0,0 0 0,0 0 0,0 0 0,0 1 0,-1-1 0,1 0 0,-1 1 0,0 0 0,0 0 0,0-1 0,0 1 0,1 8 0,12 43-5,-2 0-1,8 95 0,-8-50-1342,-6-53-5478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11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0 24575,'-11'22'0,"-3"5"0,1 0 0,1 1 0,1 1 0,1 0 0,2 0 0,1 1 0,-4 42 0,10-59 0,0 0 0,1 1 0,1-1 0,1 0 0,-1 0 0,2 0 0,0 0 0,7 20 0,-6-25 0,0 0 0,0 0 0,0-1 0,1 1 0,0-1 0,1 0 0,0-1 0,0 1 0,0-1 0,1 0 0,0 0 0,0-1 0,15 8 0,-8-6 0,-1-1 0,2-1 0,-1 0 0,0-1 0,1 0 0,0-2 0,0 0 0,0 0 0,0-1 0,0-1 0,0 0 0,0-2 0,0 1 0,0-2 0,21-5 0,-26 5 0,1 0 0,-1-1 0,0 0 0,0-1 0,-1 0 0,1 0 0,-1-1 0,0 0 0,0-1 0,-1 0 0,0 0 0,0-1 0,-1 1 0,0-2 0,0 1 0,-1-1 0,0 0 0,-1-1 0,0 1 0,0-1 0,-1 0 0,4-13 0,-6 17 0,-1 0 0,0 0 0,0 0 0,-1 0 0,1 0 0,-1 0 0,-1 0 0,1 0 0,-1 0 0,0 0 0,0 0 0,-1 0 0,0 0 0,0 0 0,0 1 0,-1-1 0,-5-8 0,3 6 0,-1 1 0,-1 0 0,1 0 0,-1 0 0,0 1 0,-1 0 0,1 1 0,-1 0 0,0 0 0,-14-6 0,5 3 0,0 2 0,0 0 0,-1 1 0,0 1 0,0 1 0,0 0 0,0 1 0,0 1 0,0 1 0,0 0 0,-28 5 0,28-1-273,0 2 0,1 0 0,0 0 0,-25 14 0,3 4-6553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11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24575,'-2'69'0,"0"-43"0,1 1 0,1 0 0,2 0 0,8 44 0,-10-69 0,0-1 0,0 1 0,0-1 0,1 1 0,-1-1 0,0 1 0,1-1 0,-1 1 0,1-1 0,0 1 0,-1-1 0,1 0 0,0 1 0,0-1 0,0 0 0,0 0 0,0 0 0,0 0 0,0 0 0,0 0 0,1 0 0,-1 0 0,0 0 0,1 0 0,-1-1 0,0 1 0,1-1 0,-1 1 0,1-1 0,-1 1 0,1-1 0,-1 0 0,1 0 0,-1 1 0,1-1 0,-1 0 0,1-1 0,-1 1 0,1 0 0,-1 0 0,1-1 0,-1 1 0,1-1 0,-1 1 0,1-1 0,-1 1 0,0-1 0,1 0 0,-1 0 0,0 0 0,0 0 0,1 0 0,0-1 0,10-8 0,0 0 0,-1 0 0,0-2 0,9-12 0,-16 20 0,125-166 0,-129 169 0,1 0 0,-1 0 0,1 0 0,0 1 0,-1-1 0,1 0 0,0 0 0,0 1 0,0-1 0,0 0 0,-1 1 0,1-1 0,0 1 0,0-1 0,0 1 0,0 0 0,0-1 0,0 1 0,0 0 0,1 0 0,-1-1 0,0 1 0,0 0 0,0 0 0,2 1 0,-1-1 0,-1 1 0,1 0 0,-1 0 0,1 0 0,-1 0 0,1 0 0,-1 0 0,0 1 0,0-1 0,1 0 0,-1 1 0,0-1 0,0 1 0,1 1 0,4 9 0,-1-1 0,0 1 0,4 18 0,-8-26 0,9 34 0,-2 0 0,-2 0 0,-1 1 0,-2 0 0,-3 57 0,-5-22 0,-29 142 0,32-208-1365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11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436 1 24575,'-6'22'0,"-127"287"0,-30 81 0,132-297-170,3 1-1,5 1 0,4 1 1,4 1-1,4 0 0,5 1 1,9 158-1,4-188-6655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12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24575,'0'0'0,"0"0"0,0 0 0,2 0 0,3 0 0,7 0 0,9 0 0,10 0 0,12 0 0,11-3 0,7-2 0,3-3 0,-7 0 0,-11 2-8191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12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0 257 24575,'13'-1'0,"-1"0"0,0-1 0,0 0 0,0-1 0,0 0 0,-1-1 0,21-10 0,74-46 0,-93 52 0,10-5 0,-1-1 0,0-2 0,-1 0 0,-1-1 0,0-1 0,-1-1 0,17-22 0,-36 41 0,0 0 0,-1 0 0,1 0 0,0 0 0,0 0 0,0 0 0,0 0 0,0 0 0,0 0 0,0 0 0,-1 0 0,1 0 0,0 0 0,0-1 0,0 1 0,0 0 0,0 0 0,0 0 0,0 0 0,0 0 0,-1 0 0,1 0 0,0 0 0,0 0 0,0 0 0,0 0 0,0 0 0,0-1 0,0 1 0,0 0 0,0 0 0,0 0 0,0 0 0,0 0 0,0 0 0,0 0 0,0-1 0,0 1 0,0 0 0,0 0 0,0 0 0,0 0 0,0 0 0,0 0 0,0 0 0,0-1 0,0 1 0,0 0 0,0 0 0,0 0 0,0 0 0,0 0 0,0 0 0,0-1 0,-19 11 0,-24 18 0,-3 9 0,-54 57 0,86-79 0,0 1 0,1 0 0,1 1 0,0 0 0,2 1 0,0 0 0,-12 28 0,21-43 0,0 0 0,0 0 0,0 0 0,1 0 0,-1 0 0,1 1 0,-1-1 0,1 0 0,0 0 0,0 0 0,1 0 0,-1 0 0,0 0 0,1 0 0,0 0 0,0 0 0,0 0 0,0 0 0,0 0 0,1 0 0,2 3 0,-1-2 0,0 0 0,1-1 0,0 0 0,0 0 0,0 0 0,0-1 0,0 1 0,0-1 0,1 0 0,-1 0 0,1 0 0,6 1 0,11 2 0,0-2 0,0 0 0,0-1 0,43-3 0,-11-4-273,-1-2 0,1-3 0,-2-2 0,64-24 0,-29 4-6553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13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298 0 24575,'0'0'0,"0"0"0,0 0 0,0 2 0,-4 6 0,-8 9 0,-13 15 0,-20 17 0,-21 18 0,-11 5 0,8-9-8191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37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24575,'0'0'0,"11"66"0,12 94 0,3 28 0,-4-9 0,-5-27 0,-3-35 0,-3-33 0,-2-28 0,-3-24-8191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38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427 212 24575,'-2'-1'0,"1"-1"0,0 1 0,-1-1 0,1 0 0,0 0 0,0 1 0,0-1 0,0 0 0,0 0 0,0 0 0,1 0 0,-1 0 0,1 0 0,-1 0 0,1 0 0,0 0 0,0 0 0,-1-1 0,2 1 0,-1 0 0,0 0 0,0 0 0,1 0 0,-1 0 0,1 0 0,0 0 0,-1 0 0,1 0 0,0 0 0,0 0 0,0 0 0,0 1 0,1-1 0,-1 0 0,0 1 0,1-1 0,2-1 0,4-5 0,1 0 0,0 1 0,0 0 0,1 1 0,17-10 0,8 1 0,0 0 0,1 3 0,0 1 0,1 1 0,0 2 0,0 2 0,44-2 0,-30 6 0,0 2 0,0 2 0,0 3 0,91 19 0,-115-17 0,1 1 0,-1 1 0,-1 1 0,0 2 0,0 0 0,-1 2 0,-1 1 0,35 27 0,-46-31 0,0 0 0,-2 1 0,1 1 0,-1 0 0,-1 0 0,-1 1 0,0 0 0,0 1 0,-2 0 0,0 0 0,0 1 0,-1 0 0,-1 0 0,-1 0 0,4 29 0,-6-25 0,-1 0 0,-1 0 0,-1 0 0,0 0 0,-1 0 0,-2 0 0,0 0 0,-1-1 0,-1 0 0,-9 22 0,3-17 0,0 0 0,-2-2 0,0 1 0,-1-2 0,-2 0 0,0-1 0,-20 18 0,-4-2 0,-1-3 0,-1-1 0,-2-3 0,-1-1 0,-1-3 0,-1-1 0,-58 19 0,5-8-195,-2-4 0,-1-5 0,-1-5 0,-1-4 0,0-5 0,-192-2 0,222-14-6631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39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13 191 24575,'7'1'0,"-1"0"0,0 1 0,0-1 0,0 1 0,0 1 0,0-1 0,6 4 0,24 9 0,-20-11 0,1-2 0,0 0 0,0-1 0,0-1 0,0-1 0,0 0 0,-1-1 0,1 0 0,0-2 0,-1 0 0,0-1 0,0 0 0,0-2 0,-1 0 0,0 0 0,0-1 0,-1-1 0,0-1 0,0 0 0,-1-1 0,0 0 0,-1-1 0,18-22 0,-28 32 0,-1 1 0,0-1 0,1 0 0,-1 0 0,0 1 0,0-1 0,0 0 0,0 0 0,0 0 0,0 0 0,-1 0 0,1 0 0,-1 0 0,1-1 0,-1 1 0,0 0 0,0 0 0,0 0 0,0 0 0,0 0 0,-1-4 0,0 4 0,0 0 0,0 0 0,-1 0 0,1 1 0,0-1 0,-1 1 0,0-1 0,1 1 0,-1-1 0,0 1 0,0 0 0,1 0 0,-1 0 0,0 0 0,0 0 0,0 0 0,-4 0 0,-7-3 0,0 2 0,-1 0 0,1 0 0,-1 1 0,-20 1 0,6 2 0,0 1 0,0 1 0,1 2 0,-48 15 0,61-16 0,0 0 0,0 1 0,1 1 0,0 0 0,0 1 0,1 0 0,0 1 0,0 1 0,1 0 0,-16 17 0,24-23 0,0 0 0,0 0 0,0 0 0,1 0 0,-1 0 0,1 0 0,0 1 0,0-1 0,1 1 0,0 0 0,-1-1 0,1 1 0,1 0 0,-1 0 0,1 0 0,0 0 0,0 0 0,1 9 0,1-7 0,1-1 0,-1 1 0,1-1 0,0 0 0,0 0 0,1 0 0,0 0 0,0-1 0,0 1 0,1-1 0,10 9 0,6 3 0,0-1 0,2-1 0,0-1 0,0-1 0,45 17 0,8-3-682,113 26-1,-72-28-6143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0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24575,'11'14'0,"0"1"0,-1 1 0,0 0 0,-1 0 0,-1 1 0,10 28 0,-8-20 0,86 244 0,-85-230 0,-2 1 0,-2 0 0,-1 0 0,-3 1 0,0 42 0,1-113 0,2 0 0,0 1 0,3 0 0,0 0 0,2 1 0,19-38 0,-10 26 0,2 1 0,1 0 0,2 2 0,44-51 0,-58 76 0,1 1 0,0 0 0,1 0 0,-1 1 0,2 1 0,0 0 0,0 1 0,0 0 0,17-5 0,-26 11 0,1 0 0,0 1 0,0 0 0,0 0 0,-1 0 0,1 0 0,0 1 0,0 0 0,0 0 0,0 1 0,0 0 0,0 0 0,0 0 0,-1 1 0,1 0 0,0 0 0,-1 0 0,1 1 0,-1-1 0,0 1 0,0 1 0,0-1 0,0 1 0,-1 0 0,0 0 0,1 0 0,5 8 0,1 4 0,0 0 0,0 1 0,-2 0 0,0 1 0,-1 0 0,-1 0 0,-1 0 0,6 25 0,-7-19 0,-1 1 0,0 0 0,-2-1 0,-1 1 0,-1 0 0,-4 28 0,10-83 0,1-1 0,1 2 0,2-1 0,1 1 0,24-46 0,-24 54 0,1 0 0,1 1 0,1 0 0,1 1 0,0 0 0,1 2 0,1 0 0,29-23 0,-41 37 0,-1 0 0,1 0 0,0 0 0,0 0 0,0 1 0,0 0 0,0 0 0,0 0 0,1 1 0,-1 0 0,0 0 0,1 0 0,0 1 0,-1 0 0,1 0 0,-1 0 0,1 0 0,-1 1 0,1 0 0,-1 0 0,0 1 0,1-1 0,7 5 0,-4-1 0,0 0 0,-1 1 0,0 1 0,0-1 0,0 1 0,-1 1 0,0-1 0,0 1 0,-1 1 0,0-1 0,9 17 0,3 10 20,-2 1 0,-1 1 0,-2 0 0,-1 0 0,7 49 0,14 197-1505,-31-252-5341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0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49 411 24575,'4'0'0,"-1"0"0,1 1 0,0-2 0,-1 1 0,1 0 0,0-1 0,-1 1 0,1-1 0,-1 0 0,1 0 0,-1-1 0,5-2 0,-7 4 0,16-8 0,0 0 0,-1-1 0,0-1 0,0-1 0,-2 0 0,1-1 0,-1 0 0,-1-1 0,0-1 0,-1 0 0,12-18 0,-10 12 0,-2-1 0,0 0 0,-1-1 0,-1 0 0,-1-1 0,-1 0 0,-1-1 0,5-25 0,-12 29 0,0 20 0,0 0 0,0 0 0,-1 0 0,1 0 0,0-1 0,0 1 0,0 0 0,0 0 0,-1 0 0,1 0 0,0 0 0,0 0 0,0-1 0,0 1 0,-1 0 0,1 0 0,0 0 0,0 0 0,0 0 0,-1 0 0,1 0 0,0 0 0,0 0 0,-1 0 0,1 0 0,0 0 0,0 0 0,0 0 0,-1 0 0,1 0 0,0 0 0,0 1 0,0-1 0,-1 0 0,1 0 0,0 0 0,0 0 0,0 0 0,0 0 0,-1 0 0,1 1 0,0-1 0,-28 31 0,-37 60 0,3 3 0,5 2 0,-68 158 0,118-238 17,0 0 0,2 1 1,0 0-1,0 0 0,2 1 0,-2 17 0,5-30-70,0 0 0,0-1 0,0 1 0,0 0 0,1-1 0,0 1 0,0-1 0,0 1 0,1-1 0,-1 1 0,1-1 0,0 0 0,0 0-1,1 0 1,-1 0 0,1 0 0,0-1 0,0 1 0,0-1 0,1 0 0,-1 1 0,1-1 0,-1-1 0,1 1 0,0-1 0,0 1 0,6 1 0,24 9-6773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1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70 24575,'-3'35'0,"-1"0"0,-2-1 0,-1 0 0,-2 0 0,-1-1 0,-2 0 0,-23 46 0,32-74 0,1 0 0,0 0 0,0 0 0,0-1 0,-1 1 0,0-1 0,0 0 0,0 0 0,0 0 0,-6 4 0,9-8 0,-1 0 0,1-1 0,-1 1 0,1 0 0,0-1 0,-1 1 0,1-1 0,-1 1 0,1-1 0,0 1 0,0-1 0,-1 1 0,1-1 0,0 1 0,0-1 0,-1 1 0,1-1 0,0 1 0,0-1 0,0 1 0,0-1 0,0 0 0,0 1 0,0-1 0,0 1 0,0-1 0,0 1 0,0-1 0,1 0 0,-1 1 0,0-1 0,0 1 0,1-1 0,2-28 0,5-14 0,1 1 0,24-64 0,-27 90 0,0 1 0,1 0 0,1 1 0,0 0 0,1 0 0,1 1 0,0 0 0,0 0 0,1 1 0,15-12 0,-23 22 0,0-1 0,1 1 0,-1 0 0,1 0 0,-1 0 0,1 0 0,-1 0 0,1 1 0,0 0 0,0 0 0,0 0 0,0 0 0,0 1 0,0-1 0,0 1 0,0 0 0,0 0 0,7 2 0,-5 0 0,-1-1 0,1 2 0,0-1 0,-1 1 0,1 0 0,-1 0 0,0 0 0,0 1 0,0 0 0,-1 0 0,6 5 0,4 8 0,0 0 0,-1 1 0,-1 1 0,0 0 0,14 34 0,-18-35 0,0-1 0,-1 2 0,-1-1 0,-1 1 0,-1 0 0,0 0 0,-2 0 0,0 1 0,-1 28 0,21-85 0,0-1 0,79-129 0,-85 145 0,0 1 0,1 0 0,2 1 0,0 1 0,24-19 0,-38 34 0,0 0 0,0 1 0,0-1 0,1 1 0,0 0 0,0 1 0,0-1 0,0 1 0,0 0 0,0 0 0,0 1 0,1 0 0,-1 0 0,0 1 0,1 0 0,-1 0 0,1 0 0,-1 1 0,9 1 0,-7 1 0,-1 0 0,1 0 0,-1 1 0,1 0 0,-1 0 0,0 0 0,-1 1 0,1 1 0,-1-1 0,0 1 0,0 0 0,0 0 0,-1 0 0,7 12 0,0 3 12,0 0 0,-1 1 0,-1 1 0,-1 0 0,-1 0 0,-1 1 0,-1 0 0,-1 0 0,3 46 0,-5 2-507,-4-1 0,-10 79 0,8-118-6331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2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0 301 24575,'0'0'0,"0"0"0,26 0 0,-11-3 0,0 0 0,-1 0 0,1-1 0,-1-1 0,0-1 0,18-9 0,77-51 0,-93 55 0,115-84 0,-113 82 0,-1-2 0,-1 0 0,28-32 0,-61 74 0,2 1 0,-19 44 0,28-57 0,1 1 0,0 0 0,1-1 0,1 2 0,1-1 0,-2 28 0,5-39 5,-1 1-1,1-1 0,0 0 1,0 0-1,1 0 0,-1 0 1,1 0-1,0 0 1,1 0-1,-1 0 0,1-1 1,0 0-1,0 1 0,0-1 1,1 0-1,-1 0 1,1-1-1,0 1 0,0-1 1,0 0-1,1 0 0,-1 0 1,1 0-1,8 3 0,8 2-298,-1-1-1,1 0 0,1-2 0,32 5 0,41 2-6531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2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1 279 24575,'0'0'0,"2"-15"0,6-10 0,0 0 0,2 0 0,0 0 0,22-34 0,-27 51 0,-1 0 0,2 0 0,-1 1 0,1 0 0,0 0 0,0 1 0,1-1 0,0 1 0,0 1 0,1-1 0,0 1 0,-1 1 0,2-1 0,-1 1 0,0 1 0,16-5 0,-19 8 5,0-1 0,1 1 0,-1 0-1,0 1 1,1-1 0,-1 1 0,0 0-1,0 1 1,1-1 0,-1 1 0,0 0-1,0 0 1,-1 1 0,1 0 0,0-1 0,-1 1-1,0 1 1,0-1 0,0 1 0,0-1-1,0 1 1,-1 0 0,6 8 0,6 9-333,-2 0 0,0 1 0,15 34 0,-26-51 160,26 57-6658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5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6 171 24575,'9'14'0,"2"1"0,0-1 0,1 0 0,1-1 0,0 0 0,0-1 0,2-1 0,-1 0 0,1-1 0,1 0 0,24 10 0,-31-16 0,0 0 0,1-1 0,-1 0 0,1-1 0,0 0 0,0 0 0,0-1 0,0 0 0,0-1 0,0 0 0,-1-1 0,1 0 0,0 0 0,0-1 0,0-1 0,-1 1 0,1-2 0,-1 1 0,0-1 0,16-10 0,-15 8 0,0-1 0,-1-1 0,0 0 0,0 0 0,-1-1 0,0 0 0,-1 0 0,0 0 0,0-1 0,-1-1 0,0 1 0,6-16 0,-11 22 0,1-1 0,-1 0 0,1 1 0,-1-1 0,0 0 0,-1 0 0,1 0 0,-1 0 0,0 1 0,-1-1 0,1 0 0,-1 0 0,0 0 0,0 0 0,0 1 0,0-1 0,-1 0 0,0 1 0,0-1 0,0 1 0,-1 0 0,0 0 0,1 0 0,-1 0 0,-1 0 0,1 0 0,0 1 0,-1 0 0,0-1 0,0 2 0,0-1 0,-5-2 0,-2-2 8,-1 1-1,0 1 1,0 0-1,0 1 1,-1 0-1,0 1 1,0 0-1,0 1 1,0 1-1,0 0 1,0 1-1,0 0 1,0 1-1,0 0 1,-24 6-1,19-2-142,0 0 0,1 1 0,-1 1 0,1 0 0,1 2 0,-1 0 0,1 0 0,1 2 0,0 0 0,-21 20 0,2 6-6691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6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0 24575,'0'4'0,"-1"-1"0,0 1 0,0 0 0,0-1 0,0 0 0,-1 1 0,1-1 0,-1 0 0,-3 4 0,-3 9 0,-21 51 0,3 0 0,3 1 0,3 2 0,-12 78 0,32-147 0,-1 1 0,1-1 0,-1 1 0,1 0 0,0-1 0,0 1 0,0 0 0,0-1 0,0 1 0,0 0 0,0-1 0,0 1 0,0 0 0,1-1 0,-1 1 0,1 0 0,0-1 0,-1 1 0,1-1 0,0 1 0,1 1 0,0-3 0,-1 0 0,1 0 0,0 0 0,0 0 0,0 0 0,0-1 0,0 1 0,-1 0 0,1-1 0,0 1 0,0-1 0,-1 0 0,1 0 0,0 0 0,-1 1 0,1-1 0,-1-1 0,1 1 0,1-2 0,46-33 0,-3-3 0,49-51 0,-51 47 0,2 1 0,52-36 0,-95 76 0,-1 0 0,1 0 0,-1 1 0,1-1 0,-1 1 0,1-1 0,0 1 0,0 0 0,0 0 0,0 0 0,0 0 0,0 1 0,0-1 0,0 1 0,0 0 0,0 0 0,0 0 0,0 0 0,0 1 0,0-1 0,0 1 0,0-1 0,4 3 0,-3 0 0,1 0 0,-1 0 0,0 1 0,0 0 0,0 0 0,0 0 0,-1 0 0,1 1 0,-1-1 0,0 1 0,-1 0 0,3 5 0,15 36-341,-2 0 0,-2 0-1,11 58 1,-13-48-6485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6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110 754 24575,'22'-2'0,"1"0"0,-1-1 0,0-1 0,-1-1 0,1-1 0,-1-1 0,0-1 0,0 0 0,21-14 0,-5 1 0,-1-2 0,-1-2 0,57-51 0,-69 55 0,-2-1 0,0-2 0,-2 0 0,0 0 0,28-53 0,-40 64 0,-1 0 0,0 0 0,-1 0 0,0-1 0,-2 0 0,1 0 0,-2 0 0,0 0 0,0 0 0,-1-1 0,-1 1 0,-1 0 0,0 0 0,-6-28 0,6 36 0,-1 0 0,0 0 0,0 0 0,0 0 0,-1 0 0,0 0 0,0 1 0,-1-1 0,1 1 0,-1 0 0,0 0 0,-1 0 0,1 1 0,-1 0 0,0-1 0,0 2 0,-7-5 0,5 5 0,0 0 0,0 0 0,0 1 0,0 0 0,-1 0 0,1 1 0,-1 0 0,1 0 0,-1 1 0,1 0 0,-1 0 0,-13 3 0,2 1 0,0 1 0,0 1 0,0 1 0,1 0 0,-1 1 0,2 1 0,-1 1 0,2 0 0,-1 2 0,-17 15 0,5 2 0,1 1 0,1 1 0,2 2 0,2 0 0,1 1 0,1 2 0,2 0 0,1 1 0,3 1 0,-18 60 0,11-13 0,3 0 0,4 1 0,-7 169 0,25-8 13,39 280-1,-10-198-1402,-27-250-5436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6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1 256 24575,'0'0'0,"0"-4"0,0-6 0,2-6 0,5-3 0,11-4 0,16-4 0,20 0 0,19 3 0,14 3 0,7 3 0,3 3 0,1 1 0,0 3 0,-3 2 0,-12-1 0,-19 3-8191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7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0 24575,'-16'21'0,"-6"8"0,2 0 0,0 1 0,3 1 0,0 1 0,2 0 0,1 1 0,-14 52 0,27-81 0,0 0 0,0 0 0,0 0 0,1-1 0,0 1 0,-1 0 0,1 0 0,1 0 0,-1 0 0,1 0 0,1 7 0,-1-9 0,0-1 0,0 1 0,0-1 0,0 0 0,0 1 0,0-1 0,0 0 0,1 0 0,-1 0 0,1 0 0,-1 0 0,0 0 0,1 0 0,0 0 0,-1-1 0,1 1 0,-1 0 0,1-1 0,0 0 0,-1 1 0,1-1 0,0 0 0,0 0 0,-1 0 0,1 0 0,0 0 0,-1 0 0,4-1 0,13-2 0,0 0 0,0-2 0,-1 0 0,1 0 0,-1-2 0,-1 0 0,1-1 0,-1-1 0,26-19 0,-16 9 0,0-1 0,-2-2 0,0 0 0,33-43 0,-57 65 0,1-1 0,-1 1 0,0 0 0,1-1 0,-1 1 0,0-1 0,1 1 0,-1-1 0,0 1 0,1 0 0,-1-1 0,1 1 0,-1 0 0,0-1 0,1 1 0,-1 0 0,1-1 0,-1 1 0,1 0 0,-1 0 0,1 0 0,0 0 0,-1 0 0,1-1 0,-1 1 0,1 0 0,-1 0 0,1 0 0,-1 0 0,1 1 0,-1-1 0,1 0 0,0 0 0,-1 0 0,1 0 0,-1 0 0,1 1 0,-1-1 0,1 0 0,-1 0 0,0 1 0,1-1 0,-1 0 0,1 1 0,-1-1 0,0 1 0,1-1 0,-1 0 0,0 1 0,1-1 0,-1 1 0,0-1 0,1 1 0,-1-1 0,0 1 0,0-1 0,0 1 0,0-1 0,0 1 0,1 0 0,-1 0 0,11 45 0,-9-35 0,2 10 0,-2-11 0,0 0 0,1 1 0,0-1 0,1 0 0,6 12 0,-9-20 0,0 0 0,0 0 0,0 0 0,1-1 0,-1 1 0,1 0 0,-1-1 0,1 1 0,0-1 0,-1 0 0,1 0 0,0 1 0,0-1 0,0 0 0,0-1 0,0 1 0,0 0 0,0 0 0,0-1 0,0 1 0,0-1 0,1 0 0,-1 0 0,0 0 0,0 0 0,0 0 0,0 0 0,1 0 0,-1-1 0,0 1 0,3-2 0,17-7 0,-1 0 0,-1-1 0,0-1 0,0-1 0,-1-1 0,-1 0 0,23-23 0,-20 18 0,0 1 0,1 1 0,0 1 0,43-21 0,-61 35 0,-1 0 0,0 0 0,0 1 0,1-1 0,-1 1 0,0 0 0,1 0 0,-1 0 0,0 0 0,1 0 0,-1 1 0,0 0 0,0-1 0,1 1 0,-1 0 0,0 1 0,0-1 0,0 0 0,0 1 0,0 0 0,-1 0 0,1 0 0,4 3 0,7 8 0,-1 0 0,0 1 0,13 19 0,10 9 0,-29-35-80,0 0 0,0 0-1,1-1 1,0 0 0,0-1-1,1 1 1,-1-1 0,1-1-1,0 0 1,0 0 0,1-1 0,-1 0-1,1-1 1,0 0 0,-1 0-1,12 0 1,15-4-6746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7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1 24575,'0'0'0,"-3"2"0,-4 3 0,-6 2 0,-3 3 0,0 4 0,-1 4 0,6 0 0,4-2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8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334 1 24575,'0'0'0,"0"2"0,0 5 0,-4 10 0,-6 18 0,-6 25 0,-6 36 0,-6 31 0,-5 25 0,-3 15 0,-2 7 0,3-3 0,3-6 0,6-10 0,4-17 0,4-26 0,5-31-8191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48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24575,'0'0'0,"2"0"0,7-2 0,10 0 0,11-3 0,11 0 0,13-2 0,5 1 0,1 2 0,0 0 0,-7 2 0,-8 1 0,-11 1 0,-12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0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332 190 24575,'0'0'0,"-2"21"0,-89 368 0,34-60 0,-12 61 0,67-380 0,-1 0 0,0 0 0,0 0 0,-1 0 0,-9 16 0,13-26 0,-1 1 0,1 0 0,-1 0 0,1-1 0,-1 1 0,1 0 0,-1-1 0,0 1 0,1 0 0,-1-1 0,0 1 0,1-1 0,-1 1 0,0-1 0,0 0 0,1 1 0,-1-1 0,0 0 0,0 1 0,0-1 0,1 0 0,-1 0 0,0 0 0,0 0 0,0 0 0,0 0 0,0 0 0,-1 0 0,0-1 0,0-1 0,0 1 0,0-1 0,0 0 0,1 0 0,-1 0 0,1 0 0,-1 0 0,1 0 0,-1 0 0,1 0 0,0 0 0,0-1 0,0 1 0,-1-5 0,-7-22 0,1 0 0,1 0 0,2-1 0,-3-59 0,11-127 0,4 119 0,35-171 0,-29 214 0,2 1 0,2 0 0,3 2 0,42-81 0,-50 112 0,0 1 0,1 0 0,1 1 0,1 1 0,0 0 0,1 1 0,1 1 0,1 0 0,0 1 0,1 1 0,22-11 0,-31 18 0,0 2 0,0-1 0,1 1 0,0 1 0,0 0 0,0 0 0,0 1 0,0 1 0,0 0 0,0 0 0,1 1 0,-1 1 0,0 0 0,1 0 0,-1 1 0,0 0 0,0 1 0,0 1 0,-1-1 0,1 2 0,-1-1 0,0 2 0,18 11 0,-18-9 0,0 0 0,-1 0 0,1 1 0,-2 0 0,0 0 0,0 1 0,0 0 0,-1 1 0,-1 0 0,0 0 0,0 0 0,-1 0 0,-1 1 0,0 0 0,0 0 0,-1 0 0,-1 1 0,0-1 0,-1 1 0,0-1 0,-1 1 0,-1 15 0,-1-5 0,-2-1 0,0 1 0,-1-1 0,-1-1 0,-1 1 0,-2-1 0,0 0 0,0-1 0,-2 0 0,-1 0 0,-21 27 0,10-20-341,-1-1 0,0-1-1,-36 26 1,4-10-6485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0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16 174 24575,'-12'33'0,"11"-30"0,0 1 0,1-1 0,-1 0 0,1 1 0,0-1 0,0 1 0,0-1 0,0 1 0,0-1 0,1 1 0,0-1 0,0 0 0,0 1 0,0-1 0,0 0 0,0 0 0,1 0 0,2 5 0,0-4 0,-1 0 0,1-1 0,0 1 0,-1-1 0,1 0 0,1 0 0,-1 0 0,0-1 0,1 1 0,0-1 0,6 2 0,3 1 0,1-1 0,0-1 0,0 0 0,1-1 0,-1-1 0,0-1 0,22-1 0,-8-3 0,1-1 0,-1-2 0,0-1 0,-1-1 0,1-1 0,-2-2 0,0 0 0,0-2 0,-2-1 0,1-1 0,-2-2 0,0 0 0,-1-1 0,-1-1 0,21-26 0,-41 43 0,1 0 0,0-1 0,-1 1 0,0-1 0,0 1 0,0-1 0,0 0 0,-1 0 0,0 0 0,1 0 0,-1 0 0,0-5 0,-1 7 0,0 0 0,-1 1 0,1-1 0,-1 0 0,1 1 0,-1-1 0,1 0 0,-1 1 0,0-1 0,0 1 0,0-1 0,0 1 0,0 0 0,0-1 0,0 1 0,-1 0 0,1 0 0,0 0 0,-1 0 0,1 0 0,-1 0 0,1 0 0,-1 0 0,1 0 0,-1 1 0,0-1 0,1 1 0,-1-1 0,0 1 0,1 0 0,-4-1 0,-13-2 14,0 1-1,-1 1 0,1 0 0,0 1 1,0 1-1,-1 1 0,1 1 1,-24 6-1,0 3-508,0 1 0,-54 26 0,38-11-6331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1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0 24575,'-8'36'0,"5"-20"0,-37 196 0,36-181 0,1-1 0,2 1 0,1 0 0,9 61 0,-8-88 0,-1 1 0,1-1 0,0 0 0,0 0 0,1 0 0,-1 1 0,1-1 0,0-1 0,0 1 0,0 0 0,1 0 0,-1-1 0,1 1 0,0-1 0,0 0 0,0 0 0,0 0 0,7 4 0,-6-5 0,0-1 0,0 0 0,1 1 0,-1-2 0,0 1 0,0 0 0,1-1 0,-1 0 0,0 0 0,1 0 0,-1 0 0,0-1 0,1 0 0,-1 0 0,0 0 0,0 0 0,0-1 0,7-3 0,9-5 0,-1 0 0,-1-2 0,0 0 0,0-1 0,-1-1 0,-1-1 0,-1 0 0,25-30 0,-13 9 0,-2 0 0,-1-2 0,25-51 0,-43 76 0,-3 8 0,0 0 0,0-1 0,0 1 0,-1-1 0,0 0 0,0 1 0,-1-1 0,0 0 0,0 0 0,1-10 0,-15 48 0,6-6-151,1 0-1,1 0 0,1 1 0,1-1 1,2 1-1,0-1 0,2 1 1,5 31-1,1-25-6674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1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75 24575,'2'2'0,"-1"0"0,1 0 0,-1 1 0,1-1 0,-1 1 0,0-1 0,0 1 0,0-1 0,0 1 0,0 3 0,0-3 0,10 35 0,-3-1 0,-1 1 0,-1 1 0,-2-1 0,-2 1 0,-2-1 0,-1 1 0,-2-1 0,-9 42 0,-2-27 0,13-50 0,0-1 0,0 1 0,0 0 0,0-1 0,0 0 0,-1 1 0,1-1 0,-1 0 0,0 1 0,0-1 0,0 0 0,0 0 0,0-1 0,0 1 0,0 0 0,-5 2 0,6-4 0,0 0 0,0 0 0,0 0 0,0 0 0,0 0 0,0 0 0,0 0 0,0-1 0,0 1 0,0 0 0,0-1 0,0 1 0,0 0 0,0-1 0,0 1 0,0-1 0,0 0 0,1 1 0,-1-1 0,0 0 0,0 1 0,1-1 0,-1 0 0,0 0 0,1 0 0,-1 0 0,1 0 0,-1 1 0,1-1 0,-1 0 0,1 0 0,0 0 0,-1 0 0,1 0 0,0 0 0,0 0 0,0-1 0,0 0 0,-7-43 0,7 19 0,1 0 0,0 0 0,2 1 0,1-1 0,1 0 0,1 1 0,2 0 0,0 1 0,2 0 0,0 0 0,2 1 0,0 0 0,2 1 0,17-22 0,-20 30 0,1 0 0,1 0 0,0 2 0,0 0 0,2 0 0,-1 1 0,1 1 0,1 0 0,0 2 0,0-1 0,1 2 0,0 0 0,0 1 0,1 1 0,0 1 0,0 0 0,0 1 0,0 1 0,0 1 0,31 1 0,-7 5-1365,-9 0-5461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3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0 910 24575,'0'0'0,"0"0"0,0 0 0,14 0 0,10-3 0,1-2 0,-2 0 0,1-1 0,-1-1 0,1-1 0,34-19 0,128-79 0,-164 92 0,56-35 0,-3-4 0,77-69 0,-121 94 0,-2 0 0,-1-3 0,-2 0 0,0-1 0,-3-2 0,0 0 0,20-46 0,-36 66 0,-1 0 0,-1-1 0,-1 0 0,0 0 0,-1 0 0,2-20 0,-4 32 0,-1 0 0,0 0 0,1 0 0,-1 0 0,-1 0 0,1 0 0,0 0 0,-1 0 0,1 0 0,-1 0 0,0 0 0,0 0 0,0 0 0,-1 0 0,1 1 0,0-1 0,-1 0 0,0 1 0,0-1 0,0 1 0,0 0 0,0 0 0,0 0 0,0 0 0,-1 0 0,1 0 0,-1 0 0,0 1 0,1 0 0,-1-1 0,0 1 0,0 0 0,0 0 0,1 0 0,-1 1 0,0-1 0,0 1 0,-4-1 0,-2 1 0,1 1 0,0 0 0,-1 0 0,1 1 0,0 0 0,0 0 0,0 1 0,1 0 0,-1 0 0,0 1 0,1 0 0,0 0 0,0 1 0,0-1 0,1 2 0,-10 9 0,-2 2 0,2 1 0,0 0 0,2 1 0,-20 33 0,13-13-124,2 0 0,2 1 0,1 1 0,2 0 0,2 2 0,2-1-1,2 1 1,2 0 0,1 1 0,2 57 0,5-50-6702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3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0 24575,'0'0'0,"-4"2"0,-13 10 0,-16 17 0,-13 19 0,-10 16 0,-6 18 0,3 2 0,11-13-8191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3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14 162 24575,'16'36'0,"-11"-27"0,0 0 0,1 0 0,0 0 0,0-1 0,1 1 0,0-2 0,0 1 0,1-1 0,0 0 0,0-1 0,1 1 0,0-2 0,0 1 0,0-1 0,0-1 0,1 0 0,0 0 0,0-1 0,0 0 0,1-1 0,-1 0 0,0 0 0,1-1 0,-1-1 0,1 0 0,-1 0 0,1-1 0,-1 0 0,1-1 0,-1 0 0,0-1 0,0 0 0,0 0 0,0-1 0,0-1 0,14-8 0,-16 8 0,0 0 0,0-1 0,-1 1 0,0-2 0,0 1 0,-1-1 0,1 0 0,-1 0 0,-1-1 0,1 1 0,-2-1 0,1-1 0,-1 1 0,5-13 0,-8 16 0,1 0 0,-1 0 0,0 0 0,-1 0 0,1 0 0,-1 0 0,0 0 0,0-1 0,-1 1 0,0 0 0,0 0 0,0 0 0,0 0 0,-1 0 0,1 0 0,-2 1 0,1-1 0,0 0 0,-1 1 0,0 0 0,0-1 0,0 1 0,0 0 0,-1 1 0,1-1 0,-1 1 0,-7-6 0,2 3 7,1 1 0,-1-1-1,0 2 1,0-1 0,-1 1-1,0 1 1,1 0-1,-1 0 1,0 1 0,0 0-1,-1 1 1,1 0 0,0 0-1,0 1 1,-1 1 0,1 0-1,-17 3 1,5 1-219,-1 1 0,1 1 0,1 2-1,-1 0 1,2 1 0,-35 21 0,4 4-6614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4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0 24575,'-10'22'0,"-23"49"0,2 2 0,5 0 0,-25 104 0,-23 236 0,51-225 0,1 340 0,23-614 0,5 0 0,3 0 0,32-137 0,-17 126 0,5 2 0,4 0 0,4 3 0,84-153 0,-114 232 0,2 0 0,0 0 0,0 1 0,1 0 0,1 1 0,13-12 0,-22 21 0,1 0 0,-1 0 0,1 1 0,0-1 0,-1 1 0,1 0 0,0 0 0,0 0 0,-1 0 0,1 0 0,0 1 0,0-1 0,0 1 0,0 0 0,6 0 0,-6 1 0,0 0 0,0 0 0,0 0 0,0 0 0,0 1 0,0 0 0,0-1 0,-1 1 0,1 0 0,0 0 0,-1 0 0,0 1 0,1-1 0,-1 0 0,0 1 0,0 0 0,2 4 0,4 7-57,-2-1 0,1 1 1,-2 0-1,0 0 0,-1 1 0,0-1 0,-1 1 0,-1 0 0,0 0 0,-1 0 0,-1 0 1,0 0-1,-1 0 0,0 0 0,-2 0 0,0 0 0,0 0 0,-1-1 0,-1 0 1,-1 0-1,0 0 0,0 0 0,-13 18 0,1-10-6769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4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62 278 24575,'9'0'0,"0"1"0,0-2 0,0 1 0,-1-1 0,1-1 0,0 1 0,0-2 0,-1 1 0,14-7 0,-6 4 0,34-12 0,80-39 0,-110 46 0,-1-1 0,0-1 0,0-1 0,-1 0 0,-1-1 0,26-28 0,-42 41 0,1 0 0,-1-1 0,0 1 0,1 0 0,-1 0 0,0-1 0,0 1 0,0-1 0,0 1 0,-1-1 0,1 0 0,0 1 0,-1-1 0,1 0 0,-1 1 0,1-1 0,-1 0 0,0 0 0,0 1 0,1-1 0,-2 0 0,1 0 0,0 0 0,0 1 0,0-1 0,-1 0 0,1 1 0,-1-1 0,1 0 0,-2-2 0,0 2 0,0 1 0,0-1 0,0 1 0,0 0 0,-1 0 0,1 0 0,0 0 0,-1 0 0,1 0 0,0 0 0,-1 1 0,1-1 0,-1 1 0,1 0 0,-1 0 0,1 0 0,-1 0 0,1 0 0,-1 0 0,1 1 0,-5 1 0,-14 3 0,1 2 0,0 0 0,1 1 0,-1 1 0,2 1 0,-1 0 0,1 2 0,-29 24 0,4 1 0,1 2 0,-36 46 0,77-85-5,-14 17-189,0-1 0,1 2-1,1 0 1,1 1 0,1 0-1,-12 26 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5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430 0 24575,'-2'0'0,"-10"2"0,-17 5 0,-26 8 0,-23 10 0,-14 7 0,3 0 0,17-5-8191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5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0 24575,'2'2'0,"-1"-1"0,1 0 0,-1 1 0,0-1 0,0 1 0,0 0 0,0-1 0,0 1 0,0 0 0,0 0 0,0 0 0,0 2 0,1 0 0,8 28 0,0 0 0,-2 0 0,-2 1 0,-1 0 0,-1 0 0,-2 0 0,-1 0 0,-2 1 0,-1-1 0,-2 0 0,-8 37 0,7-51 0,0 1 0,-2-1 0,-12 29 0,15-41 0,1 0 0,-2 0 0,1 0 0,-1-1 0,1 1 0,-2-1 0,1-1 0,-1 1 0,0-1 0,0 0 0,-13 9 0,18-13 0,-1 0 0,1-1 0,-1 1 0,1 0 0,-1 0 0,0-1 0,1 1 0,-1-1 0,1 0 0,-1 1 0,0-1 0,0 0 0,1 0 0,-1 0 0,0 0 0,1 0 0,-1 0 0,0-1 0,1 1 0,-1-1 0,0 1 0,1-1 0,-1 1 0,1-1 0,-1 0 0,1 0 0,-1 0 0,1 0 0,-1 0 0,1 0 0,0 0 0,0 0 0,-1 0 0,1-1 0,0 1 0,0 0 0,0-1 0,1 1 0,-1-1 0,0 1 0,0-1 0,1 0 0,-1 1 0,1-1 0,-1-2 0,-1-5 0,0 0 0,0 1 0,1-1 0,0 0 0,1 0 0,-1 0 0,3-14 0,4-5 0,1 0 0,1 0 0,1 1 0,1 0 0,2 1 0,0 0 0,25-36 0,-18 33 0,2 1 0,0 1 0,2 1 0,1 1 0,52-42 0,-65 59-114,1 0 1,0 1-1,0 1 0,0 0 0,1 1 1,0 0-1,0 1 0,0 0 0,1 1 1,-1 1-1,18-2 0,4 2-6712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5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0 24575,'-11'21'0,"-28"39"0,17-30 0,1 2 0,2 0 0,2 1 0,-24 59 0,41-91 0,0-1 0,0 1 0,0-1 0,-1 1 0,1-1 0,0 1 0,0-1 0,0 1 0,0-1 0,0 1 0,0-1 0,0 1 0,0-1 0,0 1 0,0-1 0,0 1 0,0-1 0,0 1 0,0-1 0,0 1 0,1-1 0,-1 1 0,0-1 0,0 1 0,0-1 0,1 1 0,-1-1 0,0 0 0,1 1 0,-1-1 0,0 1 0,1-1 0,0 1 0,18-3 0,27-19 0,-42 19 0,56-31 0,-1-3 0,-2-3 0,76-67 0,-133 106 0,1-1 0,-1 1 0,0 0 0,1-1 0,-1 1 0,0 0 0,0-1 0,1 1 0,-1 0 0,1 0 0,-1-1 0,0 1 0,1 0 0,-1 0 0,1 0 0,-1-1 0,0 1 0,1 0 0,-1 0 0,1 0 0,-1 0 0,1 0 0,-1 0 0,1 0 0,-1 0 0,0 0 0,1 0 0,-1 0 0,1 0 0,-1 0 0,1 0 0,-1 0 0,0 1 0,1-1 0,-1 0 0,1 0 0,-1 1 0,0-1 0,1 0 0,-1 0 0,1 1 0,5 24 0,-7 46 0,0-57 0,0-5-94,0 21-541,5 52-1,-2-67-6190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6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0 24575,'-1'17'0,"-14"76"0,-50 167 0,26-118 0,22-77 0,-41 179 0,48-187 0,1 1 0,0 73 0,11-108-1365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6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0 178 24575,'0'0'0,"0"0"0,2-4 0,3-6 0,7-6 0,8-4 0,10-3 0,7 0 0,7 2 0,7 3 0,5 1 0,-2 3 0,-11 2-8191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7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0 386 24575,'10'-1'0,"-1"0"0,0-1 0,0 0 0,0 0 0,-1-1 0,1 0 0,0 0 0,-1-1 0,14-8 0,66-50 0,-83 58 0,32-26 0,-2-1 0,-2-2 0,0-1 0,-3-2 0,50-75 0,-76 99 0,-15 18 0,-20 20 0,-13 19 0,1 1 0,3 2 0,2 2 0,3 2 0,-48 88 0,78-129 0,0-1 0,0 0 0,1 1 0,1 0 0,0 0 0,0 0 0,-1 12 0,4-20 0,0-1 0,0 0 0,0 1 0,0-1 0,0 0 0,1 1 0,-1-1 0,1 0 0,-1 1 0,1-1 0,0 0 0,0 0 0,0 0 0,0 0 0,0 0 0,1 0 0,-1 0 0,1 0 0,-1 0 0,1-1 0,0 1 0,-1 0 0,1-1 0,0 0 0,0 1 0,0-1 0,0 0 0,0 0 0,1 0 0,-1 0 0,0 0 0,0-1 0,1 1 0,-1-1 0,0 0 0,1 1 0,-1-1 0,0 0 0,1 0 0,2-1 0,14 1 0,0-1 0,-1-2 0,1 0 0,0 0 0,-1-2 0,0 0 0,0-2 0,0 1 0,24-15 0,17-11 0,69-52 0,53-55 0,-187 151 0,0 1 0,2 0 0,-1 0 0,2 0 0,0 1 0,0-1 0,1 1 0,0 17 0,2-27 0,0 0 0,-1-1 0,2 1 0,-1 0 0,0-1 0,1 1 0,0 0 0,-1-1 0,2 1 0,-1 0 0,0-1 0,1 1 0,-1-1 0,1 0 0,0 0 0,0 0 0,0 0 0,1 0 0,-1 0 0,1 0 0,0-1 0,-1 1 0,1-1 0,0 0 0,0 1 0,1-2 0,-1 1 0,0 0 0,1-1 0,-1 1 0,1-1 0,-1 0 0,1 0 0,0 0 0,4 0 0,5-1 0,0 0 0,0-1 0,0-1 0,-1 0 0,1 0 0,0-1 0,-1-1 0,1 0 0,-1-1 0,-1 0 0,1-1 0,18-12 0,9-8 0,0-2 0,35-35 0,-58 50 0,-2-1 0,1-1 0,13-18 0,-37 110 0,2-46-120,-9 67 373,15-90-389,0-1-1,1 1 1,1 0 0,-1 0 0,1-1 0,1 1 0,-1 0-1,1-1 1,0 0 0,5 10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7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 86 24575,'-3'31'0,"-1"-1"0,-1 1 0,-1-1 0,-17 46 0,7-24 0,8-18 0,-20 60 0,25-87 0,0 0 0,0 0 0,-1 0 0,1 0 0,-1 0 0,-1-1 0,1 0 0,-1 0 0,-9 9 0,13-14 0,0 0 0,0 0 0,0 0 0,0 0 0,0-1 0,0 1 0,0 0 0,-1 0 0,1-1 0,0 1 0,0-1 0,-1 1 0,1-1 0,0 0 0,0 1 0,-1-1 0,1 0 0,0 0 0,-1 0 0,1 0 0,0 0 0,-1 0 0,1 0 0,0 0 0,-1-1 0,1 1 0,0-1 0,-2 0 0,1 0 0,1-1 0,-1 1 0,1-1 0,-1 0 0,1 0 0,0 0 0,0 0 0,-1 0 0,2 0 0,-1 0 0,0 0 0,0 0 0,0-1 0,0-3 0,-1-5 0,1-1 0,0 1 0,0-1 0,1 1 0,2-16 0,2 9 0,1-1 0,1 1 0,0 0 0,2 1 0,0 0 0,0 0 0,2 1 0,0 0 0,1 0 0,0 1 0,2 1 0,-1 0 0,29-23 0,-13 14 0,2 1 0,0 2 0,0 1 0,2 1 0,1 2 0,46-16 0,-59 25-151,1 1-1,0 1 0,-1 2 0,2 0 1,-1 0-1,0 2 0,0 1 1,29 3-1,-11 2-6674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8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24575,'140'9'0,"-29"0"0,739-1-510,-722-8-345,-67 0-5971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8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0 24575,'63'66'0,"-3"2"0,-2 3 0,74 122 0,-98-136 0,-3 3 0,-3 0 0,-2 2 0,-2 0 0,22 103 0,-40-138 0,-1 0 0,-2 0 0,0 1 0,-2-1 0,-1 1 0,-2-1 0,-5 35 0,4-48 0,0 0 0,-1-1 0,-1 1 0,0-1 0,0 0 0,-2-1 0,0 1 0,0-1 0,-1-1 0,0 1 0,-1-2 0,0 1 0,-1-1 0,0 0 0,-1-1 0,-12 9 0,-1-4 0,0 0 0,-1-2 0,-1-1 0,0-1 0,-1-1 0,0-1 0,0-1 0,0-2 0,-1 0 0,0-2 0,0-2 0,0 0 0,0-2 0,0 0 0,0-2 0,0-2 0,1 0 0,0-2 0,0-1 0,-52-22 0,71 25 0,-1 1 0,1-1 0,0-1 0,0 0 0,1 0 0,-1 0 0,2-1 0,-1 0 0,1-1 0,-7-8 0,11 12 0,0 1 0,0-1 0,0 0 0,1 0 0,-1 1 0,1-1 0,0 0 0,0 0 0,0 0 0,1 0 0,0 0 0,-1 0 0,1 0 0,1-1 0,-1 1 0,0 0 0,1 0 0,0 0 0,0 0 0,0 1 0,1-1 0,-1 0 0,1 0 0,0 1 0,0-1 0,4-5 0,3-2-227,1 1-1,0-1 1,1 2-1,0 0 1,23-16-1,15-6-6598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5:59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24575,'139'5'0,"32"-1"0,98-22 134,-57 2-1633,-193 15-5327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24575,'0'0'0,"41"-5"0,64-7 0,35-4 0,11-2 0,-4 1 0,-15 0 0,-21 4 0,-20 6 0,-24 4 0,-23 2-8191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3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0 24575,'0'0'0,"0"0"0,0 0 0,16 18 0,27 43 0,-2 1 0,56 114 0,-80-137 0,0 1 0,-3 1 0,-2 1 0,-1 0 0,-2 0 0,3 47 0,-10-77 0,-1 1 0,-1 0 0,0-1 0,-1 1 0,0 0 0,-1-1 0,0 1 0,-1-1 0,-1 0 0,0 1 0,0-2 0,-1 1 0,-1 0 0,0-1 0,0 0 0,-1-1 0,-1 1 0,0-1 0,0-1 0,-1 1 0,0-2 0,0 1 0,-1-1 0,0 0 0,-1-1 0,0-1 0,0 1 0,-14 5 0,4-4 0,0 0 0,-1-1 0,0-2 0,0 0 0,-1-1 0,1-1 0,-44 0 0,53-3 0,1-1 0,0 0 0,0 0 0,-1-1 0,1-1 0,0 0 0,1-1 0,-1 0 0,1 0 0,0-2 0,0 1 0,0-1 0,0-1 0,1 0 0,0 0 0,-9-11 0,15 14 0,0 0 0,0 0 0,1 0 0,0-1 0,0 1 0,0-1 0,0 0 0,1 0 0,0 0 0,0 0 0,0 0 0,1-1 0,0 1 0,0-1 0,0 1 0,0-1 0,1 1 0,0-1 0,0 1 0,1-1 0,-1 1 0,1-1 0,1 1 0,-1 0 0,1-1 0,-1 1 0,1 0 0,1 0 0,5-9 0,-3 6 0,1 1 0,0-1 0,1 1 0,-1 0 0,1 0 0,1 1 0,0-1 0,-1 2 0,2-1 0,-1 1 0,1 1 0,-1 0 0,1 0 0,1 0 0,-1 1 0,12-2 0,1 2-114,-1 2 1,1 0-1,-1 2 0,1 0 0,-1 1 1,1 1-1,-1 1 0,0 1 0,0 1 1,-1 1-1,28 13 0,9 6-6712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4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24575,'0'0'0,"0"0"0,0 0 0,32 0 0,79-3 0,-40 1 0,112 9 0,-173-5-273,0 0 0,0 0 0,0 1 0,18 8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6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24575,'20'556'0,"0"46"0,-21-577-1365,1-7-5461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7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0 24575,'2'23'0,"0"-1"0,2 0 0,10 38 0,2 6 0,-4-2 0,33 232 0,-41-255 0,-2 0 0,-2 0 0,-2-1 0,-1 1 0,-11 50 0,10-75 0,-1 0 0,-1 0 0,0 0 0,-1 0 0,0-1 0,-1 0 0,-1-1 0,0 0 0,-16 17 0,21-26 0,0 0 0,0-1 0,-1 0 0,0 0 0,0 0 0,0 0 0,0-1 0,0 0 0,-1 0 0,1 0 0,-1-1 0,0 0 0,0 0 0,0 0 0,0-1 0,0 0 0,0 0 0,0-1 0,0 1 0,-1-1 0,1 0 0,0-1 0,0 0 0,0 0 0,0 0 0,0-1 0,0 0 0,-8-3 0,7 2 0,1-1 0,-1 0 0,1 0 0,0 0 0,0-1 0,1 1 0,-1-1 0,1-1 0,0 1 0,1-1 0,-1 0 0,1 0 0,0 0 0,1-1 0,-1 1 0,1-1 0,0 0 0,1 0 0,0 0 0,0 0 0,0 0 0,1 0 0,0-1 0,1 1 0,0 0 0,0-1 0,1-9 0,0 5 0,1-1 0,0 1 0,1-1 0,0 1 0,1 0 0,0 0 0,1 0 0,0 1 0,1 0 0,0 0 0,1 0 0,0 1 0,1 0 0,0 0 0,11-11 0,-6 12-68,0 0 0,1 0-1,-1 1 1,2 1 0,-1 0 0,1 1-1,0 1 1,0 0 0,0 1 0,1 1-1,0 0 1,0 1 0,-1 1 0,1 0-1,0 1 1,0 1 0,0 1 0,0 0-1,28 8 1,-28-6-6758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24575,'0'0'0,"0"0"0,0 0 0,0 0 0,0 0 0,0 0 0,2 3 0,3 4 0,3 4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8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24575,'0'0'0,"0"2"0,0 5 0,0 8 0,0 10 0,0 11 0,0 15 0,0 12 0,0 8 0,0 0 0,0-3 0,0-9 0,2-10 0,1-11 0,0-12-8191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8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24575,'0'0'0,"0"11"0,-1 67 0,-11 79 0,7-122 0,-1-1 0,-2 1 0,-2-1 0,-22 54 0,55-153 0,-13 31 0,19-39 0,-21 56 0,0 1 0,2 0 0,0 0 0,21-24 0,-29 37 0,1 0 0,0 0 0,0 1 0,0-1 0,1 1 0,-1 0 0,1-1 0,-1 2 0,1-1 0,0 0 0,0 1 0,4-2 0,-5 3 0,-1 0 0,1 0 0,0 0 0,-1 0 0,1 0 0,-1 1 0,1-1 0,0 1 0,-1 0 0,1-1 0,-1 1 0,1 0 0,-1 1 0,0-1 0,1 0 0,-1 1 0,0-1 0,0 1 0,0 0 0,3 3 0,6 7 0,0 1 0,-1 0 0,0 1 0,-1 0 0,-1 1 0,0 0 0,-1 0 0,5 17 0,1 5 0,-3 0 0,9 52 0,-20-89 0,1 1 0,1 0 0,-1 0 0,0-1 0,0 1 0,0 0 0,0-1 0,0 1 0,1 0 0,-1-1 0,0 1 0,1 0 0,-1-1 0,0 1 0,1-1 0,-1 1 0,1-1 0,-1 1 0,1-1 0,-1 1 0,1-1 0,-1 1 0,1-1 0,-1 0 0,1 1 0,0-1 0,-1 0 0,2 1 0,18-9 0,22-34 0,-35 34 0,147-183 0,-56 64 0,-96 125 0,-1-1 0,1 1 0,0 0 0,0 0 0,0 0 0,0 0 0,1 0 0,-1 0 0,1 1 0,-1-1 0,1 1 0,-1-1 0,1 1 0,5-2 0,-7 4 0,1-1 0,0 0 0,-1 1 0,1-1 0,0 1 0,-1-1 0,1 1 0,-1 0 0,1-1 0,-1 1 0,1 0 0,-1 0 0,0 0 0,1 0 0,-1 1 0,0-1 0,0 0 0,0 1 0,0-1 0,0 0 0,0 1 0,0-1 0,0 1 0,0-1 0,0 4 0,10 19 13,0 1-1,-2-1 0,-1 2 0,-2-1 1,6 33-1,8 138-546,-15-135-371,-1-10-5921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39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24575,'3'4'0,"0"0"0,-1 1 0,0-1 0,0 0 0,0 1 0,0-1 0,1 8 0,7 14 0,7 6 0,1-1 0,1 0 0,2-2 0,1 0 0,2-1 0,0-2 0,48 40 0,-2-12 0,150 89 0,-208-137 0,-3-1 0,0 0 0,-1 1 0,1 0 0,14 14 0,-21-19 0,0 1 0,-1 0 0,1 0 0,-1 0 0,1 1 0,-1-1 0,0 0 0,0 1 0,0-1 0,0 0 0,0 1 0,-1-1 0,1 1 0,-1-1 0,1 1 0,-1-1 0,0 1 0,0 0 0,0-1 0,-1 1 0,1-1 0,0 1 0,-1-1 0,0 1 0,-1 3 0,-5 9 0,0 0 0,-1-1 0,-1 0 0,0-1 0,-21 24 0,-67 60 0,62-63 0,-50 47-1365,8-9-5461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40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24575,'0'0'0,"0"0"0,0 0 0,0 0 0,22 0 0,723-12-1365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41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24575,'0'0'0,"20"0"0,441 0-1365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45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24575,'0'0'0,"4"22"0,9 36 0,5 29 0,5 12 0,1-2 0,-3-10 0,-1-14 0,-3-15 0,-4-17 0,-5-14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46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 1 24575,'-1'3'0,"-1"0"0,1 0 0,-1 0 0,1-1 0,-1 1 0,0 0 0,0-1 0,0 0 0,-4 4 0,-5 7 0,-25 45 0,2 1 0,3 2 0,3 1 0,-25 78 0,-59 271 0,22-71 0,-88 163 81,-42 143-1527,216-629-5380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47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24575,'0'0'0,"0"0"0,16 15 0,-7-9 0,1-1 0,0 0 0,1-1 0,-1 0 0,1 0 0,0-2 0,-1 1 0,1-1 0,1-1 0,-1 0 0,19 0 0,-3 1 0,698-6 0,-271-9 0,-444 13-1365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49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24575,'18'341'0,"0"13"0,-19-296 0,-2 1 0,-3-2 0,-3 1 0,-17 62 0,129-289 0,21-7 0,-101 149 0,1 0 0,1 1 0,2 2 0,28-22 0,-51 43 0,1-1 0,-1 1 0,1 1 0,-1-1 0,1 1 0,0-1 0,0 1 0,0 1 0,0-1 0,0 1 0,1 0 0,-1 0 0,0 0 0,1 1 0,9 0 0,-11 1 0,0 0 0,0 0 0,0 1 0,0 0 0,-1 0 0,1 0 0,-1 0 0,1 0 0,-1 1 0,0-1 0,0 1 0,0 0 0,0 0 0,0 0 0,-1 0 0,1 0 0,-1 1 0,0-1 0,0 1 0,0 0 0,1 5 0,6 15 0,0 1 0,-2-1 0,-1 1 0,-1 0 0,2 41 0,-3 131 0,-4-188 0,0 47-227,-3 0-1,-3 0 1,-2 0-1,-2-1 1,-19 56-1,23-94-6598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0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24575,'0'0'0,"0"0"0,12 0 0,289-51 121,-2 0-1607,-278 49-5340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1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24575,'0'0'0,"0"0"0,0 0 0,0 0 0,0 0 0,0 0 0,0 0 0,26 16 0,-21-11 0,0 0 0,-1 1 0,1 0 0,-1 0 0,0 0 0,-1 1 0,1-1 0,-1 1 0,-1 0 0,1 0 0,-1 0 0,0 0 0,-1 0 0,0 0 0,0 0 0,0 1 0,-1-1 0,0 0 0,0 1 0,-3 12 0,-1 8 0,-2-1 0,0 1 0,-2-1 0,-11 27 0,3-18 0,-24 42 0,100-75 0,60 1 0,-71-4 0,0 2 0,-1 2 0,1 2 0,86 22 0,-105-14-1365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3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37 24575,'-39'-2'0,"0"-1"0,-41-10 0,37 5 0,-56-2 0,94 10 0,0 0 0,0 1 0,1-1 0,-1 1 0,0 0 0,1 1 0,-1-1 0,1 1 0,-1 0 0,1 0 0,0 0 0,0 0 0,0 1 0,0 0 0,0 0 0,1 0 0,-1 0 0,1 1 0,0-1 0,0 1 0,0 0 0,0 0 0,1 0 0,-1 0 0,1 0 0,0 1 0,0-1 0,-2 9 0,-1 6 0,0 1 0,1-1 0,1 1 0,1 0 0,0 33 0,8 59 0,5-1 0,28 123 0,14 141 0,-53-273 0,-1-66 0,1 1 0,6 40 0,-5-75 0,-1 0 0,1 0 0,0 0 0,0 0 0,0 0 0,0 0 0,0 0 0,0 0 0,0 0 0,1 0 0,-1-1 0,1 1 0,-1 0 0,1-1 0,0 0 0,-1 1 0,1-1 0,0 0 0,0 0 0,0 0 0,0 0 0,0 0 0,0 0 0,0-1 0,0 1 0,1-1 0,-1 1 0,0-1 0,2 0 0,11 1 0,0 0 0,-1-1 0,23-3 0,-9 1 0,172-1-1365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4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24575,'1'8'0,"0"1"0,1-1 0,0 0 0,0 0 0,1 0 0,0-1 0,8 15 0,-1 0 0,90 180 0,-65-140 0,-4 1 0,-2 2 0,-2 1 0,19 83 0,-43-137 0,-1 1 0,0-1 0,-2 1 0,1 0 0,-1 0 0,-1 0 0,-1-1 0,1 1 0,-2 0 0,0-1 0,0 0 0,-1 1 0,-1-1 0,-7 14 0,8-19 0,-1 0 0,1 0 0,-1-1 0,0 0 0,-1 0 0,1 0 0,-1 0 0,-1-1 0,1 0 0,-1 0 0,0-1 0,0 0 0,0 0 0,0 0 0,-1-1 0,1 0 0,-1-1 0,0 1 0,0-2 0,0 1 0,0-1 0,0 0 0,-10-1 0,14 0 0,1 0 0,0 0 0,0-1 0,-1 1 0,1-1 0,0 0 0,0 0 0,0 0 0,0-1 0,0 1 0,0-1 0,0 1 0,0-1 0,1 0 0,-1 0 0,1 0 0,-5-5 0,3 2 0,0-1 0,0 1 0,1-1 0,-1 0 0,1 0 0,1 0 0,-1-1 0,-2-9 0,3 4 0,-1 1 0,1-1 0,1 0 0,0 0 0,1 0 0,0 0 0,1 0 0,0 1 0,6-22 0,-6 30 4,0 0 0,0 0 0,0 0 0,1 0 0,-1 0 0,1 0-1,0 0 1,0 0 0,0 1 0,0-1 0,0 1 0,1 0 0,-1-1 0,1 1-1,-1 0 1,1 0 0,0 1 0,0-1 0,4-1 0,2 0-101,1 1-1,-1 0 1,0 0 0,0 1 0,14 1 0,-1-2-763,0 0-5966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4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24575,'0'0'0,"0"0"0,0 0 0,2 3 0,1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5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 24575,'0'0'0,"0"2"0,-2 3 0,-5 6 0,-11 11 0,-7 17 0,-8 20 0,-3 18 0,1 11 0,5 6 0,10 3 0,13 3 0,13-2 0,11-14 0,2-22-8191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24575,'5'101'0,"23"135"0,-15-164 0,-4 2 0,-3-1 0,-3 1 0,-8 82 0,3-135 0,-2 0 0,-7 25 0,10-41 0,0-1 0,0 0 0,-1 0 0,0 1 0,1-1 0,-2 0 0,1-1 0,0 1 0,-1 0 0,0-1 0,1 1 0,-2-1 0,1 0 0,0 0 0,0 0 0,-1 0 0,-6 3 0,9-6 0,0 1 0,0-1 0,0 0 0,0 0 0,0 0 0,0 0 0,0 0 0,0 0 0,0 0 0,0 0 0,0 0 0,0 0 0,0 0 0,0-1 0,0 1 0,0 0 0,0-1 0,0 1 0,0-1 0,1 1 0,-1-1 0,0 1 0,0-1 0,0 0 0,1 1 0,-1-1 0,0 0 0,1 0 0,-1 1 0,1-1 0,-1 0 0,1 0 0,-1 0 0,1 0 0,-1 0 0,1 0 0,0 0 0,0 0 0,-1 0 0,1 0 0,0 0 0,0 0 0,0 0 0,0-1 0,-1-47 0,2 34 0,2 0 0,0 0 0,1 1 0,1-1 0,0 1 0,9-18 0,-12 27 0,1 0 0,0 1 0,-1-1 0,1 1 0,1 0 0,-1 0 0,1 0 0,-1 1 0,1-1 0,0 1 0,0 0 0,1 0 0,-1 0 0,1 1 0,-1-1 0,1 1 0,0 0 0,0 0 0,0 1 0,0 0 0,9-2 0,-2 2-1365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24575,'0'0'0,"0"2"0,2 4 0,1 1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24575,'0'0'0,"0"0"0,0 0 0,2 0 0,7 2 0,9 3 0,12 3 0,14 2 0,15-1 0,9-1 0,8-5 0,1-7 0,-4-5 0,-8-3 0,-13-2 0,-15 2-8191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6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24575,'0'0'0,"0"3"0,2 4 0,3 10 0,3 13 0,0 12 0,-2 10 0,1 6 0,1 7 0,1 3 0,2-2 0,1-3 0,-2-9 0,-2-12-8191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0 24575,'0'0'0,"0"0"0,0 3 0,0 4 0,-2 12 0,-3 18 0,-3 18 0,-2 15 0,-1 9 0,0 8 0,5 1 0,4-10 0,1-18-8191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6:57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24575,'0'0'0,"2"2"0,3 8 0,7 12 0,8 16 0,7 18 0,4 19 0,0 19 0,-5 14 0,-9 9 0,-13 7 0,-19 10 0,-14-9 0,-1-24-8191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01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24575,'36'25'0,"-21"-20"0,0 0 0,0 0 0,0-1 0,0-1 0,1-1 0,17 1 0,101-2 0,-73-2 0,364 0-1365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03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24575,'1'16'0,"1"1"0,0-1 0,2 0 0,6 19 0,5 30 0,-4 15 0,-5 1 0,-4 109 0,-2-190 0,0 1 0,0-1 0,0 0 0,0 0 0,0 0 0,0 0 0,0 0 0,0 1 0,0-1 0,0 0 0,0 0 0,0 0 0,0 0 0,0 0 0,1 1 0,-1-1 0,0 0 0,0 0 0,0 0 0,0 0 0,0 0 0,0 0 0,0 0 0,1 0 0,-1 1 0,0-1 0,0 0 0,0 0 0,0 0 0,0 0 0,1 0 0,-1 0 0,0 0 0,0 0 0,0 0 0,0 0 0,1 0 0,-1 0 0,0 0 0,0 0 0,0 0 0,0 0 0,0 0 0,1 0 0,-1 0 0,0 0 0,0 0 0,0 0 0,0-1 0,0 1 0,1 0 0,-1 0 0,0 0 0,0 0 0,0 0 0,0 0 0,0 0 0,0-1 0,0 1 0,1 0 0,-1 0 0,0 0 0,0 0 0,0 0 0,0-1 0,0 1 0,0 0 0,0 0 0,17-18 0,17-24 0,5-9 0,50-51 0,-75 88 0,0 0 0,1 1 0,1 1 0,0 1 0,1 0 0,0 1 0,37-16 0,-48 24 0,-1 0 0,0 0 0,1 1 0,0 0 0,-1 0 0,1 0 0,0 1 0,0 0 0,-1 0 0,1 0 0,0 1 0,-1 0 0,1 0 0,0 0 0,-1 1 0,1 0 0,8 4 0,-7-2 0,1 1 0,-1 0 0,-1 1 0,1-1 0,-1 1 0,0 1 0,0-1 0,0 1 0,-1 0 0,7 12 0,1 7 0,-1-1 0,-2 2 0,0 0 0,-2 0 0,-1 0 0,5 32 0,-8-28 0,-2 0 0,-1 40 0,1-77 0,0 0 0,0 0 0,0 0 0,1 0 0,0 1 0,4-7 0,4-9 0,5-14 0,23-51 0,85-135 0,-119 213 0,1 0 0,0 0 0,1 0 0,0 1 0,0 0 0,0 1 0,1-1 0,0 1 0,16-9 0,-21 14 0,1-1 0,-1 1 0,0 0 0,1 0 0,-1 1 0,1-1 0,-1 1 0,1 0 0,-1-1 0,1 2 0,-1-1 0,1 0 0,-1 1 0,1-1 0,-1 1 0,0 0 0,1 0 0,-1 1 0,0-1 0,0 0 0,1 1 0,-1 0 0,-1 0 0,1 0 0,0 0 0,0 0 0,-1 1 0,1-1 0,-1 1 0,0 0 0,3 3 0,8 12 0,-1 1 0,0 0 0,-1 1 0,-2 1 0,0-1 0,-1 1 0,7 27 0,-2 6 0,12 99 0,-15 66-1365,-11-165-5461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0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1 24575,'0'0'0,"0"0"0,0 0 0,-16 3 0,-4 5 0,0 1 0,1 1 0,0 1 0,1 0 0,0 2 0,0 0 0,2 1 0,0 0 0,0 1 0,1 1 0,1 1 0,1 0 0,1 1 0,0 0 0,1 1 0,1 0 0,0 1 0,2 0 0,1 0 0,0 1 0,1-1 0,1 2 0,1-1 0,1 0 0,1 1 0,1 0 0,1-1 0,1 1 0,1 0 0,5 26 0,2-17 12,1-1 0,1 0 0,1-1 0,2 0 0,1-1 0,1 0 0,1-2 0,1 0 0,25 26 0,-15-21-224,2-2 0,0-1 0,2-1-1,1-2 1,1-1 0,54 28 0,-23-20-6614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05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24575,'0'381'0,"41"-433"0,-18 20 0,2 0 0,1 1 0,1 2 0,1 1 0,54-41 0,-79 66 0,0 1 0,1 0 0,-1 0 0,1 0 0,0 0 0,-1 1 0,1 0 0,0-1 0,0 1 0,0 0 0,0 1 0,0-1 0,0 1 0,0 0 0,0 0 0,0 0 0,0 0 0,7 2 0,-7 0 0,1 0 0,-1 0 0,1 1 0,-1-1 0,0 1 0,0 0 0,0 0 0,0 0 0,-1 1 0,0-1 0,1 1 0,-1 0 0,3 5 0,7 14 0,-1 0 0,-1 0 0,-1 1 0,11 43 0,-15-47 0,6 26 0,-10-34 0,1 1 0,0-1 0,1 1 0,1-1 0,0 0 0,9 16 0,-13-28 0,-1 1 0,1-1 0,-1 1 0,1-1 0,0 1 0,-1-1 0,1 1 0,0-1 0,-1 1 0,1-1 0,0 0 0,0 1 0,-1-1 0,1 0 0,0 0 0,0 0 0,0 1 0,-1-1 0,1 0 0,0 0 0,0 0 0,0 0 0,-1 0 0,1-1 0,0 1 0,0 0 0,0 0 0,-1 0 0,1-1 0,0 1 0,0 0 0,-1-1 0,1 1 0,0-1 0,-1 1 0,1-1 0,-1 1 0,1-1 0,0 0 0,28-29 0,-24 24 0,93-117 0,-61 74 0,2 1 0,1 2 0,63-54 0,-101 98 0,0 0 0,-1 1 0,1-1 0,0 1 0,0 0 0,0-1 0,0 1 0,0 0 0,0 0 0,1 0 0,-1 0 0,0 1 0,0-1 0,1 1 0,-1-1 0,0 1 0,1 0 0,-1 0 0,1 0 0,-1 0 0,0 0 0,5 1 0,-4 1 0,0 0 0,-1 0 0,1 0 0,-1 0 0,1 0 0,-1 1 0,0-1 0,0 1 0,0 0 0,0 0 0,0-1 0,0 1 0,-1 0 0,0 0 0,3 7 0,14 48-71,-2 1-1,-2 0 0,6 70 1,-10-62-1008,-2-15-5747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05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24575,'0'0'0,"0"0"0,0 0 0,21 5 0,42 2 0,0-2 0,109-6 0,-67-2 0,-61 3-1365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06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24575,'13'295'0,"-13"-256"-120,-5 184-1125,2-196-5581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07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24575,'0'0'0,"31"27"0,21 12 0,-1 2 0,-2 3 0,-2 1 0,68 85 0,-89-95 0,-1 1 0,-2 1 0,-2 0 0,-1 2 0,-2 0 0,-2 2 0,-1 0 0,8 42 0,-13-37 0,-3 1 0,-2 0 0,-1 0 0,-3 0 0,-2 0 0,-2 1 0,-2-2 0,-2 1 0,-1 0 0,-3-2 0,-2 1 0,-2-1 0,-2-1 0,-2-1 0,-25 42 0,36-72-341,0-1 0,-1 0-1,-13 12 1,4-6-6485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0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24575,'15'1'0,"-1"0"0,0 1 0,24 8 0,22 2 0,117 1 0,207-11 0,-192-4 0,-94 2 0,1243-26 0,369 16 0,-830 20 0,483-42 0,8-1 0,-1237 33 0,1767 36 0,100-2 0,16-53 0,-1564 7 0,137-1 0,-593 63 0,1 88-1365,-1-115-5461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1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24575,'0'0'0,"0"0"0,0 0 0,0 0 0,0 0 0,0 0 0,15 15 0,-8-7 0,-1 0 0,-1 1 0,0-1 0,0 1 0,-1 0 0,0 0 0,0 1 0,3 14 0,14 84 0,-15-70 0,42 467 0,-43 6 0,-5-214 0,-1-260-170,3 0-1,0 0 0,3 1 1,1-2-1,2 1 0,1-1 1,21 53-1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0 24575,'41'52'0,"-3"2"0,-2 2 0,50 104 0,-65-114 0,-3 0 0,-2 2 0,-2 0 0,-2 0 0,9 78 0,-18-97 0,-2-1 0,-1 1 0,-1-1 0,-2 1 0,0-1 0,-2 0 0,-2 0 0,-11 33 0,13-48 0,0-1 0,-1 0 0,0 0 0,-1-1 0,-1 0 0,1 0 0,-2-1 0,-15 16 0,16-20 0,1 0 0,-1 0 0,0-1 0,-1 0 0,0 0 0,1-1 0,-1 0 0,-1 0 0,1-1 0,0-1 0,-1 0 0,-18 3 0,21-5 0,0 0 0,1 0 0,-1 0 0,0-1 0,1 0 0,-1 0 0,1-1 0,-1 0 0,1 0 0,0 0 0,0-1 0,0 0 0,0 0 0,0-1 0,1 1 0,-1-1 0,1 0 0,0-1 0,0 1 0,1-1 0,-1 0 0,1 0 0,0-1 0,0 1 0,1-1 0,0 0 0,0 0 0,0 0 0,1 0 0,0 0 0,0-1 0,0 1 0,1-1 0,0 1 0,0-1 0,1 0 0,-1 1 0,2-1 0,-1 0 0,1 1 0,0-1 0,0 1 0,1-1 0,-1 1 0,2-1 0,-1 1 0,1 0 0,0 0 0,0 0 0,8-10 0,2 1 0,2 1 0,-1 1 0,2 1 0,0 0 0,0 0 0,1 2 0,1 0 0,-1 1 0,2 1 0,32-10 0,-9 5 0,2 2 0,0 2 0,76-7 0,22 16-1365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5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24575,'0'0'0,"0"0"0,0 0 0,2 3 0,3 1 0,1 4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6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24575,'0'0'0,"0"0"0,0 2 0,0 5 0,0 8 0,0 12 0,0 13 0,0 11 0,3 13 0,2 9 0,2 4 0,1-7 0,-1-14-8191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24575,'1'6'0,"0"-1"0,0 0 0,0 1 0,1-1 0,0 0 0,0 0 0,5 8 0,4 9 0,25 75 0,-12-30 0,55 110 0,-78-175 0,0 0 0,-1 0 0,1-1 0,0 1 0,0 0 0,0-1 0,1 1 0,-1-1 0,0 1 0,0-1 0,1 0 0,-1 0 0,1 1 0,-1-1 0,1 0 0,0 0 0,-1 0 0,1 0 0,0-1 0,0 1 0,0 0 0,-1-1 0,5 1 0,-3-2 0,0 0 0,0 0 0,0 0 0,0 0 0,0 0 0,0-1 0,0 0 0,0 1 0,-1-1 0,1 0 0,-1-1 0,1 1 0,2-4 0,66-75 0,-58 63 0,1 1 0,1 0 0,0 1 0,2 1 0,-1 0 0,35-22 0,-49 36 0,0 0 0,0 0 0,0 1 0,1-1 0,-1 0 0,0 1 0,0 0 0,1-1 0,-1 1 0,0 0 0,1 0 0,-1 0 0,0 1 0,0-1 0,1 1 0,-1-1 0,0 1 0,0 0 0,0-1 0,0 1 0,1 0 0,-1 1 0,-1-1 0,1 0 0,0 0 0,0 1 0,0-1 0,-1 1 0,1 0 0,-1 0 0,3 2 0,5 8 0,-1-1 0,0 1 0,11 24 0,-15-27 0,50 108 0,21 40 0,-74-155 0,0 0 0,0 0 0,0 1 0,1-1 0,-1 0 0,1 0 0,0 0 0,-1 0 0,1 0 0,0-1 0,0 1 0,0-1 0,0 1 0,1-1 0,-1 1 0,0-1 0,0 0 0,1 0 0,-1 0 0,1-1 0,-1 1 0,1-1 0,-1 1 0,1-1 0,2 0 0,1-1 0,-1 0 0,0 0 0,0-1 0,0 0 0,0 0 0,0 0 0,-1-1 0,1 0 0,-1 1 0,0-2 0,6-4 0,28-25 0,62-72 0,-62 62 0,48-41 0,-85 84 0,-1-1 0,1 1 0,-1-1 0,1 1 0,-1-1 0,1 1 0,0-1 0,-1 1 0,1-1 0,0 1 0,-1 0 0,1-1 0,0 1 0,0 0 0,-1 0 0,1-1 0,0 1 0,0 0 0,-1 0 0,1 0 0,0 0 0,0 0 0,0 0 0,-1 0 0,1 0 0,0 1 0,0-1 0,-1 0 0,1 0 0,0 1 0,1-1 0,-1 2 0,0-1 0,0 1 0,0-1 0,0 1 0,0 0 0,0-1 0,0 1 0,0 0 0,0 0 0,-1-1 0,1 1 0,0 4 0,4 67 0,-5-64 0,1 25-120,10 164-1125,-6-166-5581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7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24575,'599'0'-1365,"-576"0"-5461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8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24575,'0'0'0,"0"2"0,0 3 0,0 7 0,0 8 0,0 11 0,0 14 0,0 13 0,0 11 0,0 6 0,0-1 0,0-5 0,0-7 0,0-12 0,0-15-8191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27:19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67 24575,'-1'-4'0,"0"1"0,0-1 0,0 0 0,0 1 0,-1-1 0,0 1 0,0-1 0,-2-3 0,1 4 0,0 0 0,0 1 0,0-1 0,0 1 0,0 0 0,0 0 0,0 0 0,-1 0 0,1 0 0,-1 1 0,1-1 0,-1 1 0,0 0 0,0 0 0,1 1 0,-1-1 0,0 1 0,0 0 0,0 0 0,-7 1 0,11-1 0,-1 1 0,1-1 0,-1 1 0,1-1 0,0 1 0,-1-1 0,1 1 0,-1-1 0,1 1 0,0 0 0,0-1 0,-1 1 0,1-1 0,0 1 0,0 0 0,0-1 0,0 1 0,-1 0 0,1-1 0,0 1 0,0 0 0,0-1 0,1 1 0,-1 0 0,0-1 0,0 1 0,0 0 0,0-1 0,1 1 0,-1 0 0,0-1 0,1 1 0,-1-1 0,0 1 0,1-1 0,-1 1 0,1 0 0,16 29 0,-16-29 0,22 33 0,2 0 0,2-2 0,1-1 0,1-2 0,2-1 0,0-1 0,2-1 0,53 31 0,-3-10 0,2-4 0,142 52 0,-141-67 0,-85-27 0,0 0 0,-1-1 0,1 1 0,-1 0 0,1 0 0,-1 0 0,1 0 0,-1 0 0,0 0 0,1 0 0,-1 0 0,0 0 0,0 0 0,0 0 0,0 0 0,0 0 0,0 0 0,0 0 0,0 0 0,0 1 0,0-1 0,-1 0 0,1 0 0,0 0 0,-1-1 0,1 1 0,-1 2 0,-15 34 0,13-31 0,-52 102 0,-104 152 0,80-137 0,-41 63-455,-7-4 0,-157 172 0,217-283-6371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F071A-1EFF-4EE9-8F51-6A8406E57C43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1225550"/>
            <a:ext cx="5878513" cy="33067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16463"/>
            <a:ext cx="5389563" cy="38576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09100"/>
            <a:ext cx="2919413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09100"/>
            <a:ext cx="2919412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A7398-5466-404B-9ECA-C3B0C6272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5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E5D5-88D2-4BFC-957A-ED5155E714D8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306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384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8631-8EF9-4904-9EB4-C1956948C90C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97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B8600-B20C-402F-AE04-6FEF9A98E32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842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74633-099C-4103-B7C5-C0C6159CB82D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279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A686-3DEB-4ACB-B865-841EEAE138ED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53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A7B5-2082-4047-B5C5-38D9782533C7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0891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4A379-E67C-464B-BB4E-4EDA89BC2F24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91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97B56-C21D-484F-813F-C84C1619ED3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975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0126-69CF-42F0-BB2E-8B8E9ACC8474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08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94912-3CD3-4327-8279-6EFB0F38D40A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6457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D77AA-8BB6-47DF-8C3C-BCBDB0AF3AB2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8082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2F2A-16A2-4B8A-B37A-CE2BABBCC7B8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1916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A5BDA-816F-4ED6-985D-D15AD243900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6091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1F42-E07F-47D7-90FF-086F0C06D190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9438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  <a:prstGeom prst="rect">
            <a:avLst/>
          </a:prstGeo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B213-27F3-4419-B695-1E635E06FC11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1272" y="6190858"/>
            <a:ext cx="7619999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/>
          <a:lstStyle/>
          <a:p>
            <a:fld id="{56106C8F-2F7F-4E04-A1B3-431C8FF2B6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306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B99AD-BF73-49DB-94AE-9848567F432D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701922E-342C-1E2D-B678-8D7F5455E383}"/>
              </a:ext>
            </a:extLst>
          </p:cNvPr>
          <p:cNvSpPr txBox="1"/>
          <p:nvPr userDrawn="1"/>
        </p:nvSpPr>
        <p:spPr>
          <a:xfrm rot="19831698">
            <a:off x="-244728" y="3280192"/>
            <a:ext cx="12769533" cy="461665"/>
          </a:xfrm>
          <a:prstGeom prst="rect">
            <a:avLst/>
          </a:prstGeom>
          <a:solidFill>
            <a:srgbClr val="FFCCCC">
              <a:alpha val="30000"/>
            </a:srgbClr>
          </a:solidFill>
        </p:spPr>
        <p:txBody>
          <a:bodyPr wrap="square" rtlCol="0">
            <a:spAutoFit/>
          </a:bodyPr>
          <a:lstStyle/>
          <a:p>
            <a:r>
              <a:rPr lang="en-CA" sz="2400" b="1" kern="1200" spc="700" baseline="0" dirty="0">
                <a:solidFill>
                  <a:srgbClr val="C00000">
                    <a:alpha val="31000"/>
                  </a:srgbClr>
                </a:solidFill>
                <a:latin typeface="Bradley Hand ITC" panose="03070402050302030203" pitchFamily="66" charset="0"/>
              </a:rPr>
              <a:t>Mr. BOUTALEB Habib, Initiation </a:t>
            </a:r>
            <a:r>
              <a:rPr lang="en-CA" sz="2400" b="1" kern="1200" spc="700" baseline="0" dirty="0" err="1">
                <a:solidFill>
                  <a:srgbClr val="C00000">
                    <a:alpha val="31000"/>
                  </a:srgbClr>
                </a:solidFill>
                <a:latin typeface="Bradley Hand ITC" panose="03070402050302030203" pitchFamily="66" charset="0"/>
              </a:rPr>
              <a:t>en</a:t>
            </a:r>
            <a:r>
              <a:rPr lang="en-CA" sz="2400" b="1" kern="1200" spc="700" baseline="0" dirty="0">
                <a:solidFill>
                  <a:srgbClr val="C00000">
                    <a:alpha val="31000"/>
                  </a:srgbClr>
                </a:solidFill>
                <a:latin typeface="Bradley Hand ITC" panose="03070402050302030203" pitchFamily="66" charset="0"/>
              </a:rPr>
              <a:t> </a:t>
            </a:r>
            <a:r>
              <a:rPr lang="en-CA" sz="2400" b="1" kern="1200" spc="700" baseline="0" dirty="0" err="1">
                <a:solidFill>
                  <a:srgbClr val="C00000">
                    <a:alpha val="31000"/>
                  </a:srgbClr>
                </a:solidFill>
                <a:latin typeface="Bradley Hand ITC" panose="03070402050302030203" pitchFamily="66" charset="0"/>
              </a:rPr>
              <a:t>Mécanique</a:t>
            </a:r>
            <a:r>
              <a:rPr lang="en-CA" sz="2400" b="1" kern="1200" spc="700" baseline="0" dirty="0">
                <a:solidFill>
                  <a:srgbClr val="C00000">
                    <a:alpha val="31000"/>
                  </a:srgbClr>
                </a:solidFill>
                <a:latin typeface="Bradley Hand ITC" panose="03070402050302030203" pitchFamily="66" charset="0"/>
              </a:rPr>
              <a:t> </a:t>
            </a:r>
            <a:r>
              <a:rPr lang="en-CA" sz="2400" b="1" kern="1200" spc="700" baseline="0" dirty="0" err="1">
                <a:solidFill>
                  <a:srgbClr val="C00000">
                    <a:alpha val="31000"/>
                  </a:srgbClr>
                </a:solidFill>
                <a:latin typeface="Bradley Hand ITC" panose="03070402050302030203" pitchFamily="66" charset="0"/>
              </a:rPr>
              <a:t>Quantique</a:t>
            </a:r>
            <a:r>
              <a:rPr lang="en-CA" sz="2400" b="1" kern="1200" spc="700" baseline="0" dirty="0">
                <a:solidFill>
                  <a:srgbClr val="C00000">
                    <a:alpha val="31000"/>
                  </a:srgbClr>
                </a:solidFill>
                <a:latin typeface="Bradley Hand ITC" panose="03070402050302030203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896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customXml" Target="../ink/ink6.xml"/><Relationship Id="rId18" Type="http://schemas.openxmlformats.org/officeDocument/2006/relationships/image" Target="../media/image29.png"/><Relationship Id="rId26" Type="http://schemas.openxmlformats.org/officeDocument/2006/relationships/image" Target="../media/image3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2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21.png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5.xml"/><Relationship Id="rId24" Type="http://schemas.openxmlformats.org/officeDocument/2006/relationships/image" Target="../media/image3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34.png"/><Relationship Id="rId10" Type="http://schemas.openxmlformats.org/officeDocument/2006/relationships/image" Target="../media/image25.png"/><Relationship Id="rId19" Type="http://schemas.openxmlformats.org/officeDocument/2006/relationships/customXml" Target="../ink/ink9.xml"/><Relationship Id="rId4" Type="http://schemas.openxmlformats.org/officeDocument/2006/relationships/image" Target="../media/image22.png"/><Relationship Id="rId9" Type="http://schemas.openxmlformats.org/officeDocument/2006/relationships/customXml" Target="../ink/ink4.xml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customXml" Target="../ink/ink13.xml"/><Relationship Id="rId30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21" Type="http://schemas.openxmlformats.org/officeDocument/2006/relationships/customXml" Target="../ink/ink24.xml"/><Relationship Id="rId42" Type="http://schemas.openxmlformats.org/officeDocument/2006/relationships/image" Target="../media/image72.png"/><Relationship Id="rId47" Type="http://schemas.openxmlformats.org/officeDocument/2006/relationships/customXml" Target="../ink/ink37.xml"/><Relationship Id="rId63" Type="http://schemas.openxmlformats.org/officeDocument/2006/relationships/customXml" Target="../ink/ink45.xml"/><Relationship Id="rId68" Type="http://schemas.openxmlformats.org/officeDocument/2006/relationships/image" Target="../media/image85.png"/><Relationship Id="rId84" Type="http://schemas.openxmlformats.org/officeDocument/2006/relationships/image" Target="../media/image93.png"/><Relationship Id="rId89" Type="http://schemas.openxmlformats.org/officeDocument/2006/relationships/customXml" Target="../ink/ink58.xml"/><Relationship Id="rId16" Type="http://schemas.openxmlformats.org/officeDocument/2006/relationships/image" Target="../media/image59.png"/><Relationship Id="rId11" Type="http://schemas.openxmlformats.org/officeDocument/2006/relationships/customXml" Target="../ink/ink19.xml"/><Relationship Id="rId32" Type="http://schemas.openxmlformats.org/officeDocument/2006/relationships/image" Target="../media/image67.png"/><Relationship Id="rId37" Type="http://schemas.openxmlformats.org/officeDocument/2006/relationships/customXml" Target="../ink/ink32.xml"/><Relationship Id="rId53" Type="http://schemas.openxmlformats.org/officeDocument/2006/relationships/customXml" Target="../ink/ink40.xml"/><Relationship Id="rId58" Type="http://schemas.openxmlformats.org/officeDocument/2006/relationships/image" Target="../media/image80.png"/><Relationship Id="rId74" Type="http://schemas.openxmlformats.org/officeDocument/2006/relationships/image" Target="../media/image88.png"/><Relationship Id="rId79" Type="http://schemas.openxmlformats.org/officeDocument/2006/relationships/customXml" Target="../ink/ink53.xml"/><Relationship Id="rId102" Type="http://schemas.openxmlformats.org/officeDocument/2006/relationships/image" Target="../media/image102.png"/><Relationship Id="rId5" Type="http://schemas.openxmlformats.org/officeDocument/2006/relationships/customXml" Target="../ink/ink16.xml"/><Relationship Id="rId90" Type="http://schemas.openxmlformats.org/officeDocument/2006/relationships/image" Target="../media/image96.png"/><Relationship Id="rId95" Type="http://schemas.openxmlformats.org/officeDocument/2006/relationships/customXml" Target="../ink/ink61.xml"/><Relationship Id="rId22" Type="http://schemas.openxmlformats.org/officeDocument/2006/relationships/image" Target="../media/image62.png"/><Relationship Id="rId27" Type="http://schemas.openxmlformats.org/officeDocument/2006/relationships/customXml" Target="../ink/ink27.xml"/><Relationship Id="rId43" Type="http://schemas.openxmlformats.org/officeDocument/2006/relationships/customXml" Target="../ink/ink35.xml"/><Relationship Id="rId48" Type="http://schemas.openxmlformats.org/officeDocument/2006/relationships/image" Target="../media/image75.png"/><Relationship Id="rId64" Type="http://schemas.openxmlformats.org/officeDocument/2006/relationships/image" Target="../media/image83.png"/><Relationship Id="rId69" Type="http://schemas.openxmlformats.org/officeDocument/2006/relationships/customXml" Target="../ink/ink48.xml"/><Relationship Id="rId80" Type="http://schemas.openxmlformats.org/officeDocument/2006/relationships/image" Target="../media/image91.png"/><Relationship Id="rId85" Type="http://schemas.openxmlformats.org/officeDocument/2006/relationships/customXml" Target="../ink/ink56.xml"/><Relationship Id="rId12" Type="http://schemas.openxmlformats.org/officeDocument/2006/relationships/image" Target="../media/image57.png"/><Relationship Id="rId17" Type="http://schemas.openxmlformats.org/officeDocument/2006/relationships/customXml" Target="../ink/ink22.xml"/><Relationship Id="rId33" Type="http://schemas.openxmlformats.org/officeDocument/2006/relationships/customXml" Target="../ink/ink30.xml"/><Relationship Id="rId38" Type="http://schemas.openxmlformats.org/officeDocument/2006/relationships/image" Target="../media/image70.png"/><Relationship Id="rId59" Type="http://schemas.openxmlformats.org/officeDocument/2006/relationships/customXml" Target="../ink/ink43.xml"/><Relationship Id="rId103" Type="http://schemas.openxmlformats.org/officeDocument/2006/relationships/customXml" Target="../ink/ink65.xml"/><Relationship Id="rId20" Type="http://schemas.openxmlformats.org/officeDocument/2006/relationships/image" Target="../media/image61.png"/><Relationship Id="rId41" Type="http://schemas.openxmlformats.org/officeDocument/2006/relationships/customXml" Target="../ink/ink34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51.xml"/><Relationship Id="rId83" Type="http://schemas.openxmlformats.org/officeDocument/2006/relationships/customXml" Target="../ink/ink55.xml"/><Relationship Id="rId88" Type="http://schemas.openxmlformats.org/officeDocument/2006/relationships/image" Target="../media/image95.png"/><Relationship Id="rId91" Type="http://schemas.openxmlformats.org/officeDocument/2006/relationships/customXml" Target="../ink/ink59.xml"/><Relationship Id="rId9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5" Type="http://schemas.openxmlformats.org/officeDocument/2006/relationships/customXml" Target="../ink/ink21.xml"/><Relationship Id="rId23" Type="http://schemas.openxmlformats.org/officeDocument/2006/relationships/customXml" Target="../ink/ink25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38.xml"/><Relationship Id="rId57" Type="http://schemas.openxmlformats.org/officeDocument/2006/relationships/customXml" Target="../ink/ink42.xml"/><Relationship Id="rId106" Type="http://schemas.openxmlformats.org/officeDocument/2006/relationships/image" Target="../media/image104.png"/><Relationship Id="rId10" Type="http://schemas.openxmlformats.org/officeDocument/2006/relationships/image" Target="../media/image56.png"/><Relationship Id="rId31" Type="http://schemas.openxmlformats.org/officeDocument/2006/relationships/customXml" Target="../ink/ink29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46.xml"/><Relationship Id="rId73" Type="http://schemas.openxmlformats.org/officeDocument/2006/relationships/customXml" Target="../ink/ink50.xml"/><Relationship Id="rId78" Type="http://schemas.openxmlformats.org/officeDocument/2006/relationships/image" Target="../media/image90.png"/><Relationship Id="rId81" Type="http://schemas.openxmlformats.org/officeDocument/2006/relationships/customXml" Target="../ink/ink54.xml"/><Relationship Id="rId86" Type="http://schemas.openxmlformats.org/officeDocument/2006/relationships/image" Target="../media/image94.png"/><Relationship Id="rId94" Type="http://schemas.openxmlformats.org/officeDocument/2006/relationships/image" Target="../media/image98.png"/><Relationship Id="rId99" Type="http://schemas.openxmlformats.org/officeDocument/2006/relationships/customXml" Target="../ink/ink63.xml"/><Relationship Id="rId101" Type="http://schemas.openxmlformats.org/officeDocument/2006/relationships/customXml" Target="../ink/ink64.xml"/><Relationship Id="rId4" Type="http://schemas.openxmlformats.org/officeDocument/2006/relationships/image" Target="../media/image53.png"/><Relationship Id="rId9" Type="http://schemas.openxmlformats.org/officeDocument/2006/relationships/customXml" Target="../ink/ink18.xml"/><Relationship Id="rId13" Type="http://schemas.openxmlformats.org/officeDocument/2006/relationships/customXml" Target="../ink/ink20.xml"/><Relationship Id="rId18" Type="http://schemas.openxmlformats.org/officeDocument/2006/relationships/image" Target="../media/image60.png"/><Relationship Id="rId39" Type="http://schemas.openxmlformats.org/officeDocument/2006/relationships/customXml" Target="../ink/ink33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41.xml"/><Relationship Id="rId76" Type="http://schemas.openxmlformats.org/officeDocument/2006/relationships/image" Target="../media/image89.png"/><Relationship Id="rId97" Type="http://schemas.openxmlformats.org/officeDocument/2006/relationships/customXml" Target="../ink/ink62.xml"/><Relationship Id="rId104" Type="http://schemas.openxmlformats.org/officeDocument/2006/relationships/image" Target="../media/image103.png"/><Relationship Id="rId7" Type="http://schemas.openxmlformats.org/officeDocument/2006/relationships/customXml" Target="../ink/ink17.xml"/><Relationship Id="rId71" Type="http://schemas.openxmlformats.org/officeDocument/2006/relationships/customXml" Target="../ink/ink49.xml"/><Relationship Id="rId92" Type="http://schemas.openxmlformats.org/officeDocument/2006/relationships/image" Target="../media/image97.png"/><Relationship Id="rId2" Type="http://schemas.openxmlformats.org/officeDocument/2006/relationships/image" Target="../media/image52.png"/><Relationship Id="rId29" Type="http://schemas.openxmlformats.org/officeDocument/2006/relationships/customXml" Target="../ink/ink28.xml"/><Relationship Id="rId24" Type="http://schemas.openxmlformats.org/officeDocument/2006/relationships/image" Target="../media/image63.png"/><Relationship Id="rId40" Type="http://schemas.openxmlformats.org/officeDocument/2006/relationships/image" Target="../media/image71.png"/><Relationship Id="rId45" Type="http://schemas.openxmlformats.org/officeDocument/2006/relationships/customXml" Target="../ink/ink36.xml"/><Relationship Id="rId66" Type="http://schemas.openxmlformats.org/officeDocument/2006/relationships/image" Target="../media/image84.png"/><Relationship Id="rId87" Type="http://schemas.openxmlformats.org/officeDocument/2006/relationships/customXml" Target="../ink/ink57.xml"/><Relationship Id="rId61" Type="http://schemas.openxmlformats.org/officeDocument/2006/relationships/customXml" Target="../ink/ink44.xml"/><Relationship Id="rId82" Type="http://schemas.openxmlformats.org/officeDocument/2006/relationships/image" Target="../media/image92.png"/><Relationship Id="rId19" Type="http://schemas.openxmlformats.org/officeDocument/2006/relationships/customXml" Target="../ink/ink23.xml"/><Relationship Id="rId14" Type="http://schemas.openxmlformats.org/officeDocument/2006/relationships/image" Target="../media/image58.png"/><Relationship Id="rId30" Type="http://schemas.openxmlformats.org/officeDocument/2006/relationships/image" Target="../media/image66.png"/><Relationship Id="rId35" Type="http://schemas.openxmlformats.org/officeDocument/2006/relationships/customXml" Target="../ink/ink31.xml"/><Relationship Id="rId56" Type="http://schemas.openxmlformats.org/officeDocument/2006/relationships/image" Target="../media/image79.png"/><Relationship Id="rId77" Type="http://schemas.openxmlformats.org/officeDocument/2006/relationships/customXml" Target="../ink/ink52.xml"/><Relationship Id="rId100" Type="http://schemas.openxmlformats.org/officeDocument/2006/relationships/image" Target="../media/image101.png"/><Relationship Id="rId105" Type="http://schemas.openxmlformats.org/officeDocument/2006/relationships/customXml" Target="../ink/ink66.xml"/><Relationship Id="rId8" Type="http://schemas.openxmlformats.org/officeDocument/2006/relationships/image" Target="../media/image55.png"/><Relationship Id="rId51" Type="http://schemas.openxmlformats.org/officeDocument/2006/relationships/customXml" Target="../ink/ink39.xml"/><Relationship Id="rId72" Type="http://schemas.openxmlformats.org/officeDocument/2006/relationships/image" Target="../media/image87.png"/><Relationship Id="rId93" Type="http://schemas.openxmlformats.org/officeDocument/2006/relationships/customXml" Target="../ink/ink60.xml"/><Relationship Id="rId98" Type="http://schemas.openxmlformats.org/officeDocument/2006/relationships/image" Target="../media/image100.png"/><Relationship Id="rId3" Type="http://schemas.openxmlformats.org/officeDocument/2006/relationships/customXml" Target="../ink/ink15.xml"/><Relationship Id="rId25" Type="http://schemas.openxmlformats.org/officeDocument/2006/relationships/customXml" Target="../ink/ink26.xml"/><Relationship Id="rId46" Type="http://schemas.openxmlformats.org/officeDocument/2006/relationships/image" Target="../media/image74.png"/><Relationship Id="rId67" Type="http://schemas.openxmlformats.org/officeDocument/2006/relationships/customXml" Target="../ink/ink4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9.xml"/><Relationship Id="rId21" Type="http://schemas.openxmlformats.org/officeDocument/2006/relationships/image" Target="../media/image124.png"/><Relationship Id="rId42" Type="http://schemas.openxmlformats.org/officeDocument/2006/relationships/customXml" Target="../ink/ink87.xml"/><Relationship Id="rId47" Type="http://schemas.openxmlformats.org/officeDocument/2006/relationships/image" Target="../media/image137.png"/><Relationship Id="rId63" Type="http://schemas.openxmlformats.org/officeDocument/2006/relationships/image" Target="../media/image145.png"/><Relationship Id="rId68" Type="http://schemas.openxmlformats.org/officeDocument/2006/relationships/customXml" Target="../ink/ink100.xml"/><Relationship Id="rId2" Type="http://schemas.openxmlformats.org/officeDocument/2006/relationships/customXml" Target="../ink/ink67.xml"/><Relationship Id="rId16" Type="http://schemas.openxmlformats.org/officeDocument/2006/relationships/customXml" Target="../ink/ink74.xml"/><Relationship Id="rId29" Type="http://schemas.openxmlformats.org/officeDocument/2006/relationships/image" Target="../media/image128.png"/><Relationship Id="rId11" Type="http://schemas.openxmlformats.org/officeDocument/2006/relationships/image" Target="../media/image119.png"/><Relationship Id="rId24" Type="http://schemas.openxmlformats.org/officeDocument/2006/relationships/customXml" Target="../ink/ink78.xml"/><Relationship Id="rId32" Type="http://schemas.openxmlformats.org/officeDocument/2006/relationships/customXml" Target="../ink/ink82.xml"/><Relationship Id="rId37" Type="http://schemas.openxmlformats.org/officeDocument/2006/relationships/image" Target="../media/image132.png"/><Relationship Id="rId40" Type="http://schemas.openxmlformats.org/officeDocument/2006/relationships/customXml" Target="../ink/ink86.xml"/><Relationship Id="rId45" Type="http://schemas.openxmlformats.org/officeDocument/2006/relationships/image" Target="../media/image136.png"/><Relationship Id="rId53" Type="http://schemas.openxmlformats.org/officeDocument/2006/relationships/image" Target="../media/image140.png"/><Relationship Id="rId58" Type="http://schemas.openxmlformats.org/officeDocument/2006/relationships/customXml" Target="../ink/ink95.xml"/><Relationship Id="rId66" Type="http://schemas.openxmlformats.org/officeDocument/2006/relationships/customXml" Target="../ink/ink99.xml"/><Relationship Id="rId74" Type="http://schemas.openxmlformats.org/officeDocument/2006/relationships/customXml" Target="../ink/ink103.xml"/><Relationship Id="rId5" Type="http://schemas.openxmlformats.org/officeDocument/2006/relationships/image" Target="../media/image116.png"/><Relationship Id="rId61" Type="http://schemas.openxmlformats.org/officeDocument/2006/relationships/image" Target="../media/image144.png"/><Relationship Id="rId19" Type="http://schemas.openxmlformats.org/officeDocument/2006/relationships/image" Target="../media/image123.png"/><Relationship Id="rId14" Type="http://schemas.openxmlformats.org/officeDocument/2006/relationships/customXml" Target="../ink/ink73.xml"/><Relationship Id="rId22" Type="http://schemas.openxmlformats.org/officeDocument/2006/relationships/customXml" Target="../ink/ink77.xml"/><Relationship Id="rId27" Type="http://schemas.openxmlformats.org/officeDocument/2006/relationships/image" Target="../media/image127.png"/><Relationship Id="rId30" Type="http://schemas.openxmlformats.org/officeDocument/2006/relationships/customXml" Target="../ink/ink81.xml"/><Relationship Id="rId35" Type="http://schemas.openxmlformats.org/officeDocument/2006/relationships/image" Target="../media/image131.png"/><Relationship Id="rId43" Type="http://schemas.openxmlformats.org/officeDocument/2006/relationships/image" Target="../media/image135.png"/><Relationship Id="rId48" Type="http://schemas.openxmlformats.org/officeDocument/2006/relationships/customXml" Target="../ink/ink90.xml"/><Relationship Id="rId56" Type="http://schemas.openxmlformats.org/officeDocument/2006/relationships/customXml" Target="../ink/ink94.xml"/><Relationship Id="rId64" Type="http://schemas.openxmlformats.org/officeDocument/2006/relationships/customXml" Target="../ink/ink98.xml"/><Relationship Id="rId69" Type="http://schemas.openxmlformats.org/officeDocument/2006/relationships/image" Target="../media/image148.png"/><Relationship Id="rId8" Type="http://schemas.openxmlformats.org/officeDocument/2006/relationships/customXml" Target="../ink/ink70.xml"/><Relationship Id="rId51" Type="http://schemas.openxmlformats.org/officeDocument/2006/relationships/image" Target="../media/image139.png"/><Relationship Id="rId72" Type="http://schemas.openxmlformats.org/officeDocument/2006/relationships/customXml" Target="../ink/ink102.xml"/><Relationship Id="rId3" Type="http://schemas.openxmlformats.org/officeDocument/2006/relationships/image" Target="../media/image115.png"/><Relationship Id="rId12" Type="http://schemas.openxmlformats.org/officeDocument/2006/relationships/customXml" Target="../ink/ink72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33" Type="http://schemas.openxmlformats.org/officeDocument/2006/relationships/image" Target="../media/image130.png"/><Relationship Id="rId38" Type="http://schemas.openxmlformats.org/officeDocument/2006/relationships/customXml" Target="../ink/ink85.xml"/><Relationship Id="rId46" Type="http://schemas.openxmlformats.org/officeDocument/2006/relationships/customXml" Target="../ink/ink89.xml"/><Relationship Id="rId59" Type="http://schemas.openxmlformats.org/officeDocument/2006/relationships/image" Target="../media/image143.png"/><Relationship Id="rId67" Type="http://schemas.openxmlformats.org/officeDocument/2006/relationships/image" Target="../media/image147.png"/><Relationship Id="rId20" Type="http://schemas.openxmlformats.org/officeDocument/2006/relationships/customXml" Target="../ink/ink76.xml"/><Relationship Id="rId41" Type="http://schemas.openxmlformats.org/officeDocument/2006/relationships/image" Target="../media/image134.png"/><Relationship Id="rId54" Type="http://schemas.openxmlformats.org/officeDocument/2006/relationships/customXml" Target="../ink/ink93.xml"/><Relationship Id="rId62" Type="http://schemas.openxmlformats.org/officeDocument/2006/relationships/customXml" Target="../ink/ink97.xml"/><Relationship Id="rId70" Type="http://schemas.openxmlformats.org/officeDocument/2006/relationships/customXml" Target="../ink/ink101.xml"/><Relationship Id="rId75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80.xml"/><Relationship Id="rId36" Type="http://schemas.openxmlformats.org/officeDocument/2006/relationships/customXml" Target="../ink/ink84.xml"/><Relationship Id="rId49" Type="http://schemas.openxmlformats.org/officeDocument/2006/relationships/image" Target="../media/image138.png"/><Relationship Id="rId57" Type="http://schemas.openxmlformats.org/officeDocument/2006/relationships/image" Target="../media/image142.png"/><Relationship Id="rId10" Type="http://schemas.openxmlformats.org/officeDocument/2006/relationships/customXml" Target="../ink/ink71.xml"/><Relationship Id="rId31" Type="http://schemas.openxmlformats.org/officeDocument/2006/relationships/image" Target="../media/image129.png"/><Relationship Id="rId44" Type="http://schemas.openxmlformats.org/officeDocument/2006/relationships/customXml" Target="../ink/ink88.xml"/><Relationship Id="rId52" Type="http://schemas.openxmlformats.org/officeDocument/2006/relationships/customXml" Target="../ink/ink92.xml"/><Relationship Id="rId60" Type="http://schemas.openxmlformats.org/officeDocument/2006/relationships/customXml" Target="../ink/ink96.xml"/><Relationship Id="rId65" Type="http://schemas.openxmlformats.org/officeDocument/2006/relationships/image" Target="../media/image146.png"/><Relationship Id="rId73" Type="http://schemas.openxmlformats.org/officeDocument/2006/relationships/image" Target="../media/image150.png"/><Relationship Id="rId4" Type="http://schemas.openxmlformats.org/officeDocument/2006/relationships/customXml" Target="../ink/ink68.xml"/><Relationship Id="rId9" Type="http://schemas.openxmlformats.org/officeDocument/2006/relationships/image" Target="../media/image118.png"/><Relationship Id="rId13" Type="http://schemas.openxmlformats.org/officeDocument/2006/relationships/image" Target="../media/image120.png"/><Relationship Id="rId18" Type="http://schemas.openxmlformats.org/officeDocument/2006/relationships/customXml" Target="../ink/ink75.xml"/><Relationship Id="rId39" Type="http://schemas.openxmlformats.org/officeDocument/2006/relationships/image" Target="../media/image133.png"/><Relationship Id="rId34" Type="http://schemas.openxmlformats.org/officeDocument/2006/relationships/customXml" Target="../ink/ink83.xml"/><Relationship Id="rId50" Type="http://schemas.openxmlformats.org/officeDocument/2006/relationships/customXml" Target="../ink/ink91.xml"/><Relationship Id="rId55" Type="http://schemas.openxmlformats.org/officeDocument/2006/relationships/image" Target="../media/image141.png"/><Relationship Id="rId7" Type="http://schemas.openxmlformats.org/officeDocument/2006/relationships/image" Target="../media/image117.png"/><Relationship Id="rId71" Type="http://schemas.openxmlformats.org/officeDocument/2006/relationships/image" Target="../media/image1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4.xml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6.png"/><Relationship Id="rId21" Type="http://schemas.openxmlformats.org/officeDocument/2006/relationships/image" Target="../media/image168.png"/><Relationship Id="rId42" Type="http://schemas.openxmlformats.org/officeDocument/2006/relationships/customXml" Target="../ink/ink125.xml"/><Relationship Id="rId63" Type="http://schemas.openxmlformats.org/officeDocument/2006/relationships/image" Target="../media/image189.png"/><Relationship Id="rId84" Type="http://schemas.openxmlformats.org/officeDocument/2006/relationships/customXml" Target="../ink/ink146.xml"/><Relationship Id="rId138" Type="http://schemas.openxmlformats.org/officeDocument/2006/relationships/customXml" Target="../ink/ink173.xml"/><Relationship Id="rId159" Type="http://schemas.openxmlformats.org/officeDocument/2006/relationships/image" Target="../media/image236.png"/><Relationship Id="rId170" Type="http://schemas.openxmlformats.org/officeDocument/2006/relationships/customXml" Target="../ink/ink189.xml"/><Relationship Id="rId107" Type="http://schemas.openxmlformats.org/officeDocument/2006/relationships/image" Target="../media/image211.png"/><Relationship Id="rId11" Type="http://schemas.openxmlformats.org/officeDocument/2006/relationships/image" Target="../media/image163.png"/><Relationship Id="rId32" Type="http://schemas.openxmlformats.org/officeDocument/2006/relationships/customXml" Target="../ink/ink120.xml"/><Relationship Id="rId53" Type="http://schemas.openxmlformats.org/officeDocument/2006/relationships/image" Target="../media/image184.png"/><Relationship Id="rId74" Type="http://schemas.openxmlformats.org/officeDocument/2006/relationships/customXml" Target="../ink/ink141.xml"/><Relationship Id="rId128" Type="http://schemas.openxmlformats.org/officeDocument/2006/relationships/customXml" Target="../ink/ink168.xml"/><Relationship Id="rId149" Type="http://schemas.openxmlformats.org/officeDocument/2006/relationships/image" Target="../media/image231.png"/><Relationship Id="rId5" Type="http://schemas.openxmlformats.org/officeDocument/2006/relationships/image" Target="../media/image160.png"/><Relationship Id="rId95" Type="http://schemas.openxmlformats.org/officeDocument/2006/relationships/image" Target="../media/image205.png"/><Relationship Id="rId160" Type="http://schemas.openxmlformats.org/officeDocument/2006/relationships/customXml" Target="../ink/ink184.xml"/><Relationship Id="rId22" Type="http://schemas.openxmlformats.org/officeDocument/2006/relationships/customXml" Target="../ink/ink115.xml"/><Relationship Id="rId43" Type="http://schemas.openxmlformats.org/officeDocument/2006/relationships/image" Target="../media/image179.png"/><Relationship Id="rId64" Type="http://schemas.openxmlformats.org/officeDocument/2006/relationships/customXml" Target="../ink/ink136.xml"/><Relationship Id="rId118" Type="http://schemas.openxmlformats.org/officeDocument/2006/relationships/customXml" Target="../ink/ink163.xml"/><Relationship Id="rId139" Type="http://schemas.openxmlformats.org/officeDocument/2006/relationships/image" Target="../media/image226.png"/><Relationship Id="rId85" Type="http://schemas.openxmlformats.org/officeDocument/2006/relationships/image" Target="../media/image200.png"/><Relationship Id="rId150" Type="http://schemas.openxmlformats.org/officeDocument/2006/relationships/customXml" Target="../ink/ink179.xml"/><Relationship Id="rId171" Type="http://schemas.openxmlformats.org/officeDocument/2006/relationships/image" Target="../media/image242.png"/><Relationship Id="rId12" Type="http://schemas.openxmlformats.org/officeDocument/2006/relationships/customXml" Target="../ink/ink110.xml"/><Relationship Id="rId33" Type="http://schemas.openxmlformats.org/officeDocument/2006/relationships/image" Target="../media/image174.png"/><Relationship Id="rId108" Type="http://schemas.openxmlformats.org/officeDocument/2006/relationships/customXml" Target="../ink/ink158.xml"/><Relationship Id="rId129" Type="http://schemas.openxmlformats.org/officeDocument/2006/relationships/image" Target="../media/image222.png"/><Relationship Id="rId54" Type="http://schemas.openxmlformats.org/officeDocument/2006/relationships/customXml" Target="../ink/ink131.xml"/><Relationship Id="rId75" Type="http://schemas.openxmlformats.org/officeDocument/2006/relationships/image" Target="../media/image195.png"/><Relationship Id="rId96" Type="http://schemas.openxmlformats.org/officeDocument/2006/relationships/customXml" Target="../ink/ink152.xml"/><Relationship Id="rId140" Type="http://schemas.openxmlformats.org/officeDocument/2006/relationships/customXml" Target="../ink/ink174.xml"/><Relationship Id="rId161" Type="http://schemas.openxmlformats.org/officeDocument/2006/relationships/image" Target="../media/image237.png"/><Relationship Id="rId6" Type="http://schemas.openxmlformats.org/officeDocument/2006/relationships/customXml" Target="../ink/ink107.xml"/><Relationship Id="rId23" Type="http://schemas.openxmlformats.org/officeDocument/2006/relationships/image" Target="../media/image169.png"/><Relationship Id="rId28" Type="http://schemas.openxmlformats.org/officeDocument/2006/relationships/customXml" Target="../ink/ink118.xml"/><Relationship Id="rId49" Type="http://schemas.openxmlformats.org/officeDocument/2006/relationships/image" Target="../media/image182.png"/><Relationship Id="rId114" Type="http://schemas.openxmlformats.org/officeDocument/2006/relationships/customXml" Target="../ink/ink161.xml"/><Relationship Id="rId119" Type="http://schemas.openxmlformats.org/officeDocument/2006/relationships/image" Target="../media/image217.png"/><Relationship Id="rId44" Type="http://schemas.openxmlformats.org/officeDocument/2006/relationships/customXml" Target="../ink/ink126.xml"/><Relationship Id="rId60" Type="http://schemas.openxmlformats.org/officeDocument/2006/relationships/customXml" Target="../ink/ink134.xml"/><Relationship Id="rId65" Type="http://schemas.openxmlformats.org/officeDocument/2006/relationships/image" Target="../media/image190.png"/><Relationship Id="rId81" Type="http://schemas.openxmlformats.org/officeDocument/2006/relationships/image" Target="../media/image198.png"/><Relationship Id="rId86" Type="http://schemas.openxmlformats.org/officeDocument/2006/relationships/customXml" Target="../ink/ink147.xml"/><Relationship Id="rId130" Type="http://schemas.openxmlformats.org/officeDocument/2006/relationships/customXml" Target="../ink/ink169.xml"/><Relationship Id="rId135" Type="http://schemas.openxmlformats.org/officeDocument/2006/relationships/image" Target="../media/image224.png"/><Relationship Id="rId151" Type="http://schemas.openxmlformats.org/officeDocument/2006/relationships/image" Target="../media/image232.png"/><Relationship Id="rId156" Type="http://schemas.openxmlformats.org/officeDocument/2006/relationships/customXml" Target="../ink/ink182.xml"/><Relationship Id="rId177" Type="http://schemas.openxmlformats.org/officeDocument/2006/relationships/image" Target="../media/image245.png"/><Relationship Id="rId172" Type="http://schemas.openxmlformats.org/officeDocument/2006/relationships/customXml" Target="../ink/ink190.xml"/><Relationship Id="rId13" Type="http://schemas.openxmlformats.org/officeDocument/2006/relationships/image" Target="../media/image164.png"/><Relationship Id="rId18" Type="http://schemas.openxmlformats.org/officeDocument/2006/relationships/customXml" Target="../ink/ink113.xml"/><Relationship Id="rId39" Type="http://schemas.openxmlformats.org/officeDocument/2006/relationships/image" Target="../media/image177.png"/><Relationship Id="rId109" Type="http://schemas.openxmlformats.org/officeDocument/2006/relationships/image" Target="../media/image212.png"/><Relationship Id="rId34" Type="http://schemas.openxmlformats.org/officeDocument/2006/relationships/customXml" Target="../ink/ink121.xml"/><Relationship Id="rId50" Type="http://schemas.openxmlformats.org/officeDocument/2006/relationships/customXml" Target="../ink/ink129.xml"/><Relationship Id="rId55" Type="http://schemas.openxmlformats.org/officeDocument/2006/relationships/image" Target="../media/image185.png"/><Relationship Id="rId76" Type="http://schemas.openxmlformats.org/officeDocument/2006/relationships/customXml" Target="../ink/ink142.xml"/><Relationship Id="rId97" Type="http://schemas.openxmlformats.org/officeDocument/2006/relationships/image" Target="../media/image206.png"/><Relationship Id="rId104" Type="http://schemas.openxmlformats.org/officeDocument/2006/relationships/customXml" Target="../ink/ink156.xml"/><Relationship Id="rId120" Type="http://schemas.openxmlformats.org/officeDocument/2006/relationships/customXml" Target="../ink/ink164.xml"/><Relationship Id="rId125" Type="http://schemas.openxmlformats.org/officeDocument/2006/relationships/image" Target="../media/image220.png"/><Relationship Id="rId141" Type="http://schemas.openxmlformats.org/officeDocument/2006/relationships/image" Target="../media/image227.png"/><Relationship Id="rId146" Type="http://schemas.openxmlformats.org/officeDocument/2006/relationships/customXml" Target="../ink/ink177.xml"/><Relationship Id="rId167" Type="http://schemas.openxmlformats.org/officeDocument/2006/relationships/image" Target="../media/image240.png"/><Relationship Id="rId7" Type="http://schemas.openxmlformats.org/officeDocument/2006/relationships/image" Target="../media/image161.png"/><Relationship Id="rId71" Type="http://schemas.openxmlformats.org/officeDocument/2006/relationships/image" Target="../media/image193.png"/><Relationship Id="rId92" Type="http://schemas.openxmlformats.org/officeDocument/2006/relationships/customXml" Target="../ink/ink150.xml"/><Relationship Id="rId162" Type="http://schemas.openxmlformats.org/officeDocument/2006/relationships/customXml" Target="../ink/ink185.xml"/><Relationship Id="rId2" Type="http://schemas.openxmlformats.org/officeDocument/2006/relationships/customXml" Target="../ink/ink105.xml"/><Relationship Id="rId29" Type="http://schemas.openxmlformats.org/officeDocument/2006/relationships/image" Target="../media/image172.png"/><Relationship Id="rId24" Type="http://schemas.openxmlformats.org/officeDocument/2006/relationships/customXml" Target="../ink/ink116.xml"/><Relationship Id="rId40" Type="http://schemas.openxmlformats.org/officeDocument/2006/relationships/customXml" Target="../ink/ink124.xml"/><Relationship Id="rId45" Type="http://schemas.openxmlformats.org/officeDocument/2006/relationships/image" Target="../media/image180.png"/><Relationship Id="rId66" Type="http://schemas.openxmlformats.org/officeDocument/2006/relationships/customXml" Target="../ink/ink137.xml"/><Relationship Id="rId87" Type="http://schemas.openxmlformats.org/officeDocument/2006/relationships/image" Target="../media/image201.png"/><Relationship Id="rId110" Type="http://schemas.openxmlformats.org/officeDocument/2006/relationships/customXml" Target="../ink/ink159.xml"/><Relationship Id="rId115" Type="http://schemas.openxmlformats.org/officeDocument/2006/relationships/image" Target="../media/image215.png"/><Relationship Id="rId131" Type="http://schemas.openxmlformats.org/officeDocument/2006/relationships/image" Target="../media/image117.png"/><Relationship Id="rId136" Type="http://schemas.openxmlformats.org/officeDocument/2006/relationships/customXml" Target="../ink/ink172.xml"/><Relationship Id="rId157" Type="http://schemas.openxmlformats.org/officeDocument/2006/relationships/image" Target="../media/image235.png"/><Relationship Id="rId178" Type="http://schemas.openxmlformats.org/officeDocument/2006/relationships/customXml" Target="../ink/ink193.xml"/><Relationship Id="rId61" Type="http://schemas.openxmlformats.org/officeDocument/2006/relationships/image" Target="../media/image188.png"/><Relationship Id="rId82" Type="http://schemas.openxmlformats.org/officeDocument/2006/relationships/customXml" Target="../ink/ink145.xml"/><Relationship Id="rId152" Type="http://schemas.openxmlformats.org/officeDocument/2006/relationships/customXml" Target="../ink/ink180.xml"/><Relationship Id="rId173" Type="http://schemas.openxmlformats.org/officeDocument/2006/relationships/image" Target="../media/image243.png"/><Relationship Id="rId19" Type="http://schemas.openxmlformats.org/officeDocument/2006/relationships/image" Target="../media/image167.png"/><Relationship Id="rId14" Type="http://schemas.openxmlformats.org/officeDocument/2006/relationships/customXml" Target="../ink/ink111.xml"/><Relationship Id="rId30" Type="http://schemas.openxmlformats.org/officeDocument/2006/relationships/customXml" Target="../ink/ink119.xml"/><Relationship Id="rId35" Type="http://schemas.openxmlformats.org/officeDocument/2006/relationships/image" Target="../media/image175.png"/><Relationship Id="rId56" Type="http://schemas.openxmlformats.org/officeDocument/2006/relationships/customXml" Target="../ink/ink132.xml"/><Relationship Id="rId77" Type="http://schemas.openxmlformats.org/officeDocument/2006/relationships/image" Target="../media/image196.png"/><Relationship Id="rId100" Type="http://schemas.openxmlformats.org/officeDocument/2006/relationships/customXml" Target="../ink/ink154.xml"/><Relationship Id="rId105" Type="http://schemas.openxmlformats.org/officeDocument/2006/relationships/image" Target="../media/image210.png"/><Relationship Id="rId126" Type="http://schemas.openxmlformats.org/officeDocument/2006/relationships/customXml" Target="../ink/ink167.xml"/><Relationship Id="rId147" Type="http://schemas.openxmlformats.org/officeDocument/2006/relationships/image" Target="../media/image230.png"/><Relationship Id="rId168" Type="http://schemas.openxmlformats.org/officeDocument/2006/relationships/customXml" Target="../ink/ink188.xml"/><Relationship Id="rId8" Type="http://schemas.openxmlformats.org/officeDocument/2006/relationships/customXml" Target="../ink/ink108.xml"/><Relationship Id="rId51" Type="http://schemas.openxmlformats.org/officeDocument/2006/relationships/image" Target="../media/image183.png"/><Relationship Id="rId72" Type="http://schemas.openxmlformats.org/officeDocument/2006/relationships/customXml" Target="../ink/ink140.xml"/><Relationship Id="rId93" Type="http://schemas.openxmlformats.org/officeDocument/2006/relationships/image" Target="../media/image204.png"/><Relationship Id="rId98" Type="http://schemas.openxmlformats.org/officeDocument/2006/relationships/customXml" Target="../ink/ink153.xml"/><Relationship Id="rId121" Type="http://schemas.openxmlformats.org/officeDocument/2006/relationships/image" Target="../media/image218.png"/><Relationship Id="rId142" Type="http://schemas.openxmlformats.org/officeDocument/2006/relationships/customXml" Target="../ink/ink175.xml"/><Relationship Id="rId163" Type="http://schemas.openxmlformats.org/officeDocument/2006/relationships/image" Target="../media/image238.png"/><Relationship Id="rId3" Type="http://schemas.openxmlformats.org/officeDocument/2006/relationships/image" Target="../media/image159.png"/><Relationship Id="rId25" Type="http://schemas.openxmlformats.org/officeDocument/2006/relationships/image" Target="../media/image170.png"/><Relationship Id="rId46" Type="http://schemas.openxmlformats.org/officeDocument/2006/relationships/customXml" Target="../ink/ink127.xml"/><Relationship Id="rId67" Type="http://schemas.openxmlformats.org/officeDocument/2006/relationships/image" Target="../media/image191.png"/><Relationship Id="rId116" Type="http://schemas.openxmlformats.org/officeDocument/2006/relationships/customXml" Target="../ink/ink162.xml"/><Relationship Id="rId137" Type="http://schemas.openxmlformats.org/officeDocument/2006/relationships/image" Target="../media/image225.png"/><Relationship Id="rId158" Type="http://schemas.openxmlformats.org/officeDocument/2006/relationships/customXml" Target="../ink/ink183.xml"/><Relationship Id="rId20" Type="http://schemas.openxmlformats.org/officeDocument/2006/relationships/customXml" Target="../ink/ink114.xml"/><Relationship Id="rId41" Type="http://schemas.openxmlformats.org/officeDocument/2006/relationships/image" Target="../media/image178.png"/><Relationship Id="rId62" Type="http://schemas.openxmlformats.org/officeDocument/2006/relationships/customXml" Target="../ink/ink135.xml"/><Relationship Id="rId83" Type="http://schemas.openxmlformats.org/officeDocument/2006/relationships/image" Target="../media/image199.png"/><Relationship Id="rId88" Type="http://schemas.openxmlformats.org/officeDocument/2006/relationships/customXml" Target="../ink/ink148.xml"/><Relationship Id="rId111" Type="http://schemas.openxmlformats.org/officeDocument/2006/relationships/image" Target="../media/image213.png"/><Relationship Id="rId132" Type="http://schemas.openxmlformats.org/officeDocument/2006/relationships/customXml" Target="../ink/ink170.xml"/><Relationship Id="rId153" Type="http://schemas.openxmlformats.org/officeDocument/2006/relationships/image" Target="../media/image233.png"/><Relationship Id="rId174" Type="http://schemas.openxmlformats.org/officeDocument/2006/relationships/customXml" Target="../ink/ink191.xml"/><Relationship Id="rId179" Type="http://schemas.openxmlformats.org/officeDocument/2006/relationships/image" Target="../media/image246.png"/><Relationship Id="rId15" Type="http://schemas.openxmlformats.org/officeDocument/2006/relationships/image" Target="../media/image165.png"/><Relationship Id="rId36" Type="http://schemas.openxmlformats.org/officeDocument/2006/relationships/customXml" Target="../ink/ink122.xml"/><Relationship Id="rId57" Type="http://schemas.openxmlformats.org/officeDocument/2006/relationships/image" Target="../media/image186.png"/><Relationship Id="rId106" Type="http://schemas.openxmlformats.org/officeDocument/2006/relationships/customXml" Target="../ink/ink157.xml"/><Relationship Id="rId127" Type="http://schemas.openxmlformats.org/officeDocument/2006/relationships/image" Target="../media/image221.png"/><Relationship Id="rId10" Type="http://schemas.openxmlformats.org/officeDocument/2006/relationships/customXml" Target="../ink/ink109.xml"/><Relationship Id="rId31" Type="http://schemas.openxmlformats.org/officeDocument/2006/relationships/image" Target="../media/image173.png"/><Relationship Id="rId52" Type="http://schemas.openxmlformats.org/officeDocument/2006/relationships/customXml" Target="../ink/ink130.xml"/><Relationship Id="rId73" Type="http://schemas.openxmlformats.org/officeDocument/2006/relationships/image" Target="../media/image194.png"/><Relationship Id="rId78" Type="http://schemas.openxmlformats.org/officeDocument/2006/relationships/customXml" Target="../ink/ink143.xml"/><Relationship Id="rId94" Type="http://schemas.openxmlformats.org/officeDocument/2006/relationships/customXml" Target="../ink/ink151.xml"/><Relationship Id="rId99" Type="http://schemas.openxmlformats.org/officeDocument/2006/relationships/image" Target="../media/image207.png"/><Relationship Id="rId101" Type="http://schemas.openxmlformats.org/officeDocument/2006/relationships/image" Target="../media/image208.png"/><Relationship Id="rId122" Type="http://schemas.openxmlformats.org/officeDocument/2006/relationships/customXml" Target="../ink/ink165.xml"/><Relationship Id="rId143" Type="http://schemas.openxmlformats.org/officeDocument/2006/relationships/image" Target="../media/image228.png"/><Relationship Id="rId148" Type="http://schemas.openxmlformats.org/officeDocument/2006/relationships/customXml" Target="../ink/ink178.xml"/><Relationship Id="rId164" Type="http://schemas.openxmlformats.org/officeDocument/2006/relationships/customXml" Target="../ink/ink186.xml"/><Relationship Id="rId169" Type="http://schemas.openxmlformats.org/officeDocument/2006/relationships/image" Target="../media/image241.png"/><Relationship Id="rId4" Type="http://schemas.openxmlformats.org/officeDocument/2006/relationships/customXml" Target="../ink/ink106.xml"/><Relationship Id="rId9" Type="http://schemas.openxmlformats.org/officeDocument/2006/relationships/image" Target="../media/image162.png"/><Relationship Id="rId26" Type="http://schemas.openxmlformats.org/officeDocument/2006/relationships/customXml" Target="../ink/ink117.xml"/><Relationship Id="rId47" Type="http://schemas.openxmlformats.org/officeDocument/2006/relationships/image" Target="../media/image181.png"/><Relationship Id="rId68" Type="http://schemas.openxmlformats.org/officeDocument/2006/relationships/customXml" Target="../ink/ink138.xml"/><Relationship Id="rId89" Type="http://schemas.openxmlformats.org/officeDocument/2006/relationships/image" Target="../media/image202.png"/><Relationship Id="rId112" Type="http://schemas.openxmlformats.org/officeDocument/2006/relationships/customXml" Target="../ink/ink160.xml"/><Relationship Id="rId133" Type="http://schemas.openxmlformats.org/officeDocument/2006/relationships/image" Target="../media/image223.png"/><Relationship Id="rId154" Type="http://schemas.openxmlformats.org/officeDocument/2006/relationships/customXml" Target="../ink/ink181.xml"/><Relationship Id="rId175" Type="http://schemas.openxmlformats.org/officeDocument/2006/relationships/image" Target="../media/image244.png"/><Relationship Id="rId16" Type="http://schemas.openxmlformats.org/officeDocument/2006/relationships/customXml" Target="../ink/ink112.xml"/><Relationship Id="rId37" Type="http://schemas.openxmlformats.org/officeDocument/2006/relationships/image" Target="../media/image176.png"/><Relationship Id="rId58" Type="http://schemas.openxmlformats.org/officeDocument/2006/relationships/customXml" Target="../ink/ink133.xml"/><Relationship Id="rId79" Type="http://schemas.openxmlformats.org/officeDocument/2006/relationships/image" Target="../media/image197.png"/><Relationship Id="rId102" Type="http://schemas.openxmlformats.org/officeDocument/2006/relationships/customXml" Target="../ink/ink155.xml"/><Relationship Id="rId123" Type="http://schemas.openxmlformats.org/officeDocument/2006/relationships/image" Target="../media/image219.png"/><Relationship Id="rId144" Type="http://schemas.openxmlformats.org/officeDocument/2006/relationships/customXml" Target="../ink/ink176.xml"/><Relationship Id="rId90" Type="http://schemas.openxmlformats.org/officeDocument/2006/relationships/customXml" Target="../ink/ink149.xml"/><Relationship Id="rId165" Type="http://schemas.openxmlformats.org/officeDocument/2006/relationships/image" Target="../media/image239.png"/><Relationship Id="rId27" Type="http://schemas.openxmlformats.org/officeDocument/2006/relationships/image" Target="../media/image171.png"/><Relationship Id="rId48" Type="http://schemas.openxmlformats.org/officeDocument/2006/relationships/customXml" Target="../ink/ink128.xml"/><Relationship Id="rId69" Type="http://schemas.openxmlformats.org/officeDocument/2006/relationships/image" Target="../media/image192.png"/><Relationship Id="rId113" Type="http://schemas.openxmlformats.org/officeDocument/2006/relationships/image" Target="../media/image214.png"/><Relationship Id="rId134" Type="http://schemas.openxmlformats.org/officeDocument/2006/relationships/customXml" Target="../ink/ink171.xml"/><Relationship Id="rId80" Type="http://schemas.openxmlformats.org/officeDocument/2006/relationships/customXml" Target="../ink/ink144.xml"/><Relationship Id="rId155" Type="http://schemas.openxmlformats.org/officeDocument/2006/relationships/image" Target="../media/image234.png"/><Relationship Id="rId176" Type="http://schemas.openxmlformats.org/officeDocument/2006/relationships/customXml" Target="../ink/ink192.xml"/><Relationship Id="rId17" Type="http://schemas.openxmlformats.org/officeDocument/2006/relationships/image" Target="../media/image166.png"/><Relationship Id="rId38" Type="http://schemas.openxmlformats.org/officeDocument/2006/relationships/customXml" Target="../ink/ink123.xml"/><Relationship Id="rId59" Type="http://schemas.openxmlformats.org/officeDocument/2006/relationships/image" Target="../media/image187.png"/><Relationship Id="rId103" Type="http://schemas.openxmlformats.org/officeDocument/2006/relationships/image" Target="../media/image209.png"/><Relationship Id="rId124" Type="http://schemas.openxmlformats.org/officeDocument/2006/relationships/customXml" Target="../ink/ink166.xml"/><Relationship Id="rId70" Type="http://schemas.openxmlformats.org/officeDocument/2006/relationships/customXml" Target="../ink/ink139.xml"/><Relationship Id="rId91" Type="http://schemas.openxmlformats.org/officeDocument/2006/relationships/image" Target="../media/image203.png"/><Relationship Id="rId145" Type="http://schemas.openxmlformats.org/officeDocument/2006/relationships/image" Target="../media/image229.png"/><Relationship Id="rId166" Type="http://schemas.openxmlformats.org/officeDocument/2006/relationships/customXml" Target="../ink/ink18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52.xml"/><Relationship Id="rId299" Type="http://schemas.openxmlformats.org/officeDocument/2006/relationships/image" Target="../media/image304.png"/><Relationship Id="rId21" Type="http://schemas.openxmlformats.org/officeDocument/2006/relationships/image" Target="../media/image1690.png"/><Relationship Id="rId63" Type="http://schemas.openxmlformats.org/officeDocument/2006/relationships/customXml" Target="../ink/ink225.xml"/><Relationship Id="rId159" Type="http://schemas.openxmlformats.org/officeDocument/2006/relationships/customXml" Target="../ink/ink273.xml"/><Relationship Id="rId324" Type="http://schemas.openxmlformats.org/officeDocument/2006/relationships/image" Target="../media/image316.png"/><Relationship Id="rId366" Type="http://schemas.openxmlformats.org/officeDocument/2006/relationships/image" Target="../media/image337.png"/><Relationship Id="rId170" Type="http://schemas.openxmlformats.org/officeDocument/2006/relationships/customXml" Target="../ink/ink279.xml"/><Relationship Id="rId226" Type="http://schemas.openxmlformats.org/officeDocument/2006/relationships/customXml" Target="../ink/ink308.xml"/><Relationship Id="rId433" Type="http://schemas.openxmlformats.org/officeDocument/2006/relationships/customXml" Target="../ink/ink415.xml"/><Relationship Id="rId268" Type="http://schemas.openxmlformats.org/officeDocument/2006/relationships/image" Target="../media/image289.png"/><Relationship Id="rId475" Type="http://schemas.openxmlformats.org/officeDocument/2006/relationships/image" Target="../media/image390.png"/><Relationship Id="rId32" Type="http://schemas.openxmlformats.org/officeDocument/2006/relationships/image" Target="../media/image1740.png"/><Relationship Id="rId74" Type="http://schemas.openxmlformats.org/officeDocument/2006/relationships/image" Target="../media/image1950.png"/><Relationship Id="rId128" Type="http://schemas.openxmlformats.org/officeDocument/2006/relationships/image" Target="../media/image2220.png"/><Relationship Id="rId335" Type="http://schemas.openxmlformats.org/officeDocument/2006/relationships/customXml" Target="../ink/ink365.xml"/><Relationship Id="rId377" Type="http://schemas.openxmlformats.org/officeDocument/2006/relationships/customXml" Target="../ink/ink386.xml"/><Relationship Id="rId5" Type="http://schemas.openxmlformats.org/officeDocument/2006/relationships/image" Target="../media/image1610.png"/><Relationship Id="rId181" Type="http://schemas.openxmlformats.org/officeDocument/2006/relationships/image" Target="../media/image248.png"/><Relationship Id="rId237" Type="http://schemas.openxmlformats.org/officeDocument/2006/relationships/image" Target="../media/image275.png"/><Relationship Id="rId402" Type="http://schemas.openxmlformats.org/officeDocument/2006/relationships/image" Target="../media/image355.png"/><Relationship Id="rId279" Type="http://schemas.openxmlformats.org/officeDocument/2006/relationships/customXml" Target="../ink/ink336.xml"/><Relationship Id="rId444" Type="http://schemas.openxmlformats.org/officeDocument/2006/relationships/customXml" Target="../ink/ink421.xml"/><Relationship Id="rId43" Type="http://schemas.openxmlformats.org/officeDocument/2006/relationships/customXml" Target="../ink/ink215.xml"/><Relationship Id="rId139" Type="http://schemas.openxmlformats.org/officeDocument/2006/relationships/customXml" Target="../ink/ink263.xml"/><Relationship Id="rId290" Type="http://schemas.openxmlformats.org/officeDocument/2006/relationships/customXml" Target="../ink/ink342.xml"/><Relationship Id="rId304" Type="http://schemas.openxmlformats.org/officeDocument/2006/relationships/customXml" Target="../ink/ink349.xml"/><Relationship Id="rId346" Type="http://schemas.openxmlformats.org/officeDocument/2006/relationships/image" Target="../media/image327.png"/><Relationship Id="rId388" Type="http://schemas.openxmlformats.org/officeDocument/2006/relationships/image" Target="../media/image348.png"/><Relationship Id="rId85" Type="http://schemas.openxmlformats.org/officeDocument/2006/relationships/customXml" Target="../ink/ink236.xml"/><Relationship Id="rId150" Type="http://schemas.openxmlformats.org/officeDocument/2006/relationships/image" Target="../media/image2330.png"/><Relationship Id="rId192" Type="http://schemas.openxmlformats.org/officeDocument/2006/relationships/image" Target="../media/image253.png"/><Relationship Id="rId206" Type="http://schemas.openxmlformats.org/officeDocument/2006/relationships/image" Target="../media/image260.png"/><Relationship Id="rId413" Type="http://schemas.openxmlformats.org/officeDocument/2006/relationships/customXml" Target="../ink/ink405.xml"/><Relationship Id="rId248" Type="http://schemas.openxmlformats.org/officeDocument/2006/relationships/image" Target="../media/image280.png"/><Relationship Id="rId455" Type="http://schemas.openxmlformats.org/officeDocument/2006/relationships/image" Target="../media/image380.png"/><Relationship Id="rId12" Type="http://schemas.openxmlformats.org/officeDocument/2006/relationships/customXml" Target="../ink/ink199.xml"/><Relationship Id="rId108" Type="http://schemas.openxmlformats.org/officeDocument/2006/relationships/image" Target="../media/image2120.png"/><Relationship Id="rId315" Type="http://schemas.openxmlformats.org/officeDocument/2006/relationships/customXml" Target="../ink/ink355.xml"/><Relationship Id="rId357" Type="http://schemas.openxmlformats.org/officeDocument/2006/relationships/customXml" Target="../ink/ink376.xml"/><Relationship Id="rId54" Type="http://schemas.openxmlformats.org/officeDocument/2006/relationships/image" Target="../media/image1850.png"/><Relationship Id="rId96" Type="http://schemas.openxmlformats.org/officeDocument/2006/relationships/image" Target="../media/image2060.png"/><Relationship Id="rId161" Type="http://schemas.openxmlformats.org/officeDocument/2006/relationships/customXml" Target="../ink/ink274.xml"/><Relationship Id="rId217" Type="http://schemas.openxmlformats.org/officeDocument/2006/relationships/customXml" Target="../ink/ink303.xml"/><Relationship Id="rId399" Type="http://schemas.openxmlformats.org/officeDocument/2006/relationships/customXml" Target="../ink/ink397.xml"/><Relationship Id="rId259" Type="http://schemas.openxmlformats.org/officeDocument/2006/relationships/image" Target="../media/image285.png"/><Relationship Id="rId424" Type="http://schemas.openxmlformats.org/officeDocument/2006/relationships/image" Target="../media/image365.png"/><Relationship Id="rId466" Type="http://schemas.openxmlformats.org/officeDocument/2006/relationships/customXml" Target="../ink/ink432.xml"/><Relationship Id="rId23" Type="http://schemas.openxmlformats.org/officeDocument/2006/relationships/image" Target="../media/image1700.png"/><Relationship Id="rId119" Type="http://schemas.openxmlformats.org/officeDocument/2006/relationships/customXml" Target="../ink/ink253.xml"/><Relationship Id="rId270" Type="http://schemas.openxmlformats.org/officeDocument/2006/relationships/image" Target="../media/image290.png"/><Relationship Id="rId326" Type="http://schemas.openxmlformats.org/officeDocument/2006/relationships/image" Target="../media/image317.png"/><Relationship Id="rId65" Type="http://schemas.openxmlformats.org/officeDocument/2006/relationships/customXml" Target="../ink/ink226.xml"/><Relationship Id="rId130" Type="http://schemas.openxmlformats.org/officeDocument/2006/relationships/image" Target="../media/image2230.png"/><Relationship Id="rId368" Type="http://schemas.openxmlformats.org/officeDocument/2006/relationships/image" Target="../media/image338.png"/><Relationship Id="rId172" Type="http://schemas.openxmlformats.org/officeDocument/2006/relationships/customXml" Target="../ink/ink280.xml"/><Relationship Id="rId228" Type="http://schemas.openxmlformats.org/officeDocument/2006/relationships/customXml" Target="../ink/ink309.xml"/><Relationship Id="rId435" Type="http://schemas.openxmlformats.org/officeDocument/2006/relationships/customXml" Target="../ink/ink416.xml"/><Relationship Id="rId477" Type="http://schemas.openxmlformats.org/officeDocument/2006/relationships/image" Target="../media/image391.png"/><Relationship Id="rId281" Type="http://schemas.openxmlformats.org/officeDocument/2006/relationships/customXml" Target="../ink/ink337.xml"/><Relationship Id="rId337" Type="http://schemas.openxmlformats.org/officeDocument/2006/relationships/customXml" Target="../ink/ink366.xml"/><Relationship Id="rId34" Type="http://schemas.openxmlformats.org/officeDocument/2006/relationships/image" Target="../media/image1750.png"/><Relationship Id="rId76" Type="http://schemas.openxmlformats.org/officeDocument/2006/relationships/image" Target="../media/image1960.png"/><Relationship Id="rId141" Type="http://schemas.openxmlformats.org/officeDocument/2006/relationships/customXml" Target="../ink/ink264.xml"/><Relationship Id="rId379" Type="http://schemas.openxmlformats.org/officeDocument/2006/relationships/customXml" Target="../ink/ink387.xml"/><Relationship Id="rId7" Type="http://schemas.openxmlformats.org/officeDocument/2006/relationships/image" Target="../media/image1620.png"/><Relationship Id="rId183" Type="http://schemas.openxmlformats.org/officeDocument/2006/relationships/image" Target="../media/image249.png"/><Relationship Id="rId239" Type="http://schemas.openxmlformats.org/officeDocument/2006/relationships/image" Target="../media/image276.png"/><Relationship Id="rId390" Type="http://schemas.openxmlformats.org/officeDocument/2006/relationships/image" Target="../media/image349.png"/><Relationship Id="rId404" Type="http://schemas.openxmlformats.org/officeDocument/2006/relationships/image" Target="../media/image356.png"/><Relationship Id="rId446" Type="http://schemas.openxmlformats.org/officeDocument/2006/relationships/customXml" Target="../ink/ink422.xml"/><Relationship Id="rId250" Type="http://schemas.openxmlformats.org/officeDocument/2006/relationships/customXml" Target="../ink/ink321.xml"/><Relationship Id="rId292" Type="http://schemas.openxmlformats.org/officeDocument/2006/relationships/customXml" Target="../ink/ink343.xml"/><Relationship Id="rId306" Type="http://schemas.openxmlformats.org/officeDocument/2006/relationships/customXml" Target="../ink/ink350.xml"/><Relationship Id="rId45" Type="http://schemas.openxmlformats.org/officeDocument/2006/relationships/customXml" Target="../ink/ink216.xml"/><Relationship Id="rId87" Type="http://schemas.openxmlformats.org/officeDocument/2006/relationships/customXml" Target="../ink/ink237.xml"/><Relationship Id="rId110" Type="http://schemas.openxmlformats.org/officeDocument/2006/relationships/image" Target="../media/image2130.png"/><Relationship Id="rId348" Type="http://schemas.openxmlformats.org/officeDocument/2006/relationships/image" Target="../media/image328.png"/><Relationship Id="rId152" Type="http://schemas.openxmlformats.org/officeDocument/2006/relationships/image" Target="../media/image2340.png"/><Relationship Id="rId194" Type="http://schemas.openxmlformats.org/officeDocument/2006/relationships/image" Target="../media/image254.png"/><Relationship Id="rId208" Type="http://schemas.openxmlformats.org/officeDocument/2006/relationships/image" Target="../media/image261.png"/><Relationship Id="rId415" Type="http://schemas.openxmlformats.org/officeDocument/2006/relationships/customXml" Target="../ink/ink406.xml"/><Relationship Id="rId457" Type="http://schemas.openxmlformats.org/officeDocument/2006/relationships/image" Target="../media/image381.png"/><Relationship Id="rId261" Type="http://schemas.openxmlformats.org/officeDocument/2006/relationships/image" Target="../media/image286.png"/><Relationship Id="rId14" Type="http://schemas.openxmlformats.org/officeDocument/2006/relationships/customXml" Target="../ink/ink200.xml"/><Relationship Id="rId56" Type="http://schemas.openxmlformats.org/officeDocument/2006/relationships/image" Target="../media/image1860.png"/><Relationship Id="rId317" Type="http://schemas.openxmlformats.org/officeDocument/2006/relationships/customXml" Target="../ink/ink356.xml"/><Relationship Id="rId359" Type="http://schemas.openxmlformats.org/officeDocument/2006/relationships/customXml" Target="../ink/ink377.xml"/><Relationship Id="rId98" Type="http://schemas.openxmlformats.org/officeDocument/2006/relationships/image" Target="../media/image2070.png"/><Relationship Id="rId121" Type="http://schemas.openxmlformats.org/officeDocument/2006/relationships/customXml" Target="../ink/ink254.xml"/><Relationship Id="rId163" Type="http://schemas.openxmlformats.org/officeDocument/2006/relationships/customXml" Target="../ink/ink275.xml"/><Relationship Id="rId219" Type="http://schemas.openxmlformats.org/officeDocument/2006/relationships/customXml" Target="../ink/ink304.xml"/><Relationship Id="rId370" Type="http://schemas.openxmlformats.org/officeDocument/2006/relationships/image" Target="../media/image339.png"/><Relationship Id="rId426" Type="http://schemas.openxmlformats.org/officeDocument/2006/relationships/image" Target="../media/image366.png"/><Relationship Id="rId230" Type="http://schemas.openxmlformats.org/officeDocument/2006/relationships/customXml" Target="../ink/ink310.xml"/><Relationship Id="rId468" Type="http://schemas.openxmlformats.org/officeDocument/2006/relationships/customXml" Target="../ink/ink433.xml"/><Relationship Id="rId25" Type="http://schemas.openxmlformats.org/officeDocument/2006/relationships/customXml" Target="../ink/ink206.xml"/><Relationship Id="rId67" Type="http://schemas.openxmlformats.org/officeDocument/2006/relationships/customXml" Target="../ink/ink227.xml"/><Relationship Id="rId272" Type="http://schemas.openxmlformats.org/officeDocument/2006/relationships/image" Target="../media/image291.png"/><Relationship Id="rId328" Type="http://schemas.openxmlformats.org/officeDocument/2006/relationships/image" Target="../media/image318.png"/><Relationship Id="rId132" Type="http://schemas.openxmlformats.org/officeDocument/2006/relationships/image" Target="../media/image2240.png"/><Relationship Id="rId174" Type="http://schemas.openxmlformats.org/officeDocument/2006/relationships/customXml" Target="../ink/ink281.xml"/><Relationship Id="rId381" Type="http://schemas.openxmlformats.org/officeDocument/2006/relationships/customXml" Target="../ink/ink388.xml"/><Relationship Id="rId241" Type="http://schemas.openxmlformats.org/officeDocument/2006/relationships/image" Target="../media/image277.png"/><Relationship Id="rId437" Type="http://schemas.openxmlformats.org/officeDocument/2006/relationships/customXml" Target="../ink/ink417.xml"/><Relationship Id="rId479" Type="http://schemas.openxmlformats.org/officeDocument/2006/relationships/image" Target="../media/image392.png"/><Relationship Id="rId36" Type="http://schemas.openxmlformats.org/officeDocument/2006/relationships/image" Target="../media/image1760.png"/><Relationship Id="rId283" Type="http://schemas.openxmlformats.org/officeDocument/2006/relationships/customXml" Target="../ink/ink338.xml"/><Relationship Id="rId339" Type="http://schemas.openxmlformats.org/officeDocument/2006/relationships/customXml" Target="../ink/ink367.xml"/><Relationship Id="rId78" Type="http://schemas.openxmlformats.org/officeDocument/2006/relationships/image" Target="../media/image1970.png"/><Relationship Id="rId101" Type="http://schemas.openxmlformats.org/officeDocument/2006/relationships/customXml" Target="../ink/ink244.xml"/><Relationship Id="rId143" Type="http://schemas.openxmlformats.org/officeDocument/2006/relationships/customXml" Target="../ink/ink265.xml"/><Relationship Id="rId185" Type="http://schemas.openxmlformats.org/officeDocument/2006/relationships/customXml" Target="../ink/ink287.xml"/><Relationship Id="rId350" Type="http://schemas.openxmlformats.org/officeDocument/2006/relationships/image" Target="../media/image329.png"/><Relationship Id="rId406" Type="http://schemas.openxmlformats.org/officeDocument/2006/relationships/customXml" Target="../ink/ink401.xml"/><Relationship Id="rId9" Type="http://schemas.openxmlformats.org/officeDocument/2006/relationships/image" Target="../media/image1630.png"/><Relationship Id="rId210" Type="http://schemas.openxmlformats.org/officeDocument/2006/relationships/image" Target="../media/image262.png"/><Relationship Id="rId392" Type="http://schemas.openxmlformats.org/officeDocument/2006/relationships/image" Target="../media/image350.png"/><Relationship Id="rId448" Type="http://schemas.openxmlformats.org/officeDocument/2006/relationships/customXml" Target="../ink/ink423.xml"/><Relationship Id="rId252" Type="http://schemas.openxmlformats.org/officeDocument/2006/relationships/customXml" Target="../ink/ink322.xml"/><Relationship Id="rId294" Type="http://schemas.openxmlformats.org/officeDocument/2006/relationships/customXml" Target="../ink/ink344.xml"/><Relationship Id="rId308" Type="http://schemas.openxmlformats.org/officeDocument/2006/relationships/image" Target="../media/image308.png"/><Relationship Id="rId47" Type="http://schemas.openxmlformats.org/officeDocument/2006/relationships/customXml" Target="../ink/ink217.xml"/><Relationship Id="rId89" Type="http://schemas.openxmlformats.org/officeDocument/2006/relationships/customXml" Target="../ink/ink238.xml"/><Relationship Id="rId112" Type="http://schemas.openxmlformats.org/officeDocument/2006/relationships/image" Target="../media/image2140.png"/><Relationship Id="rId154" Type="http://schemas.openxmlformats.org/officeDocument/2006/relationships/image" Target="../media/image2350.png"/><Relationship Id="rId361" Type="http://schemas.openxmlformats.org/officeDocument/2006/relationships/customXml" Target="../ink/ink378.xml"/><Relationship Id="rId196" Type="http://schemas.openxmlformats.org/officeDocument/2006/relationships/image" Target="../media/image255.png"/><Relationship Id="rId417" Type="http://schemas.openxmlformats.org/officeDocument/2006/relationships/customXml" Target="../ink/ink407.xml"/><Relationship Id="rId459" Type="http://schemas.openxmlformats.org/officeDocument/2006/relationships/image" Target="../media/image382.png"/><Relationship Id="rId16" Type="http://schemas.openxmlformats.org/officeDocument/2006/relationships/customXml" Target="../ink/ink201.xml"/><Relationship Id="rId221" Type="http://schemas.openxmlformats.org/officeDocument/2006/relationships/customXml" Target="../ink/ink305.xml"/><Relationship Id="rId263" Type="http://schemas.openxmlformats.org/officeDocument/2006/relationships/customXml" Target="../ink/ink328.xml"/><Relationship Id="rId319" Type="http://schemas.openxmlformats.org/officeDocument/2006/relationships/customXml" Target="../ink/ink357.xml"/><Relationship Id="rId470" Type="http://schemas.openxmlformats.org/officeDocument/2006/relationships/customXml" Target="../ink/ink434.xml"/><Relationship Id="rId58" Type="http://schemas.openxmlformats.org/officeDocument/2006/relationships/image" Target="../media/image1870.png"/><Relationship Id="rId123" Type="http://schemas.openxmlformats.org/officeDocument/2006/relationships/customXml" Target="../ink/ink255.xml"/><Relationship Id="rId330" Type="http://schemas.openxmlformats.org/officeDocument/2006/relationships/image" Target="../media/image319.png"/><Relationship Id="rId165" Type="http://schemas.openxmlformats.org/officeDocument/2006/relationships/customXml" Target="../ink/ink276.xml"/><Relationship Id="rId372" Type="http://schemas.openxmlformats.org/officeDocument/2006/relationships/image" Target="../media/image340.png"/><Relationship Id="rId428" Type="http://schemas.openxmlformats.org/officeDocument/2006/relationships/image" Target="../media/image367.png"/><Relationship Id="rId232" Type="http://schemas.openxmlformats.org/officeDocument/2006/relationships/customXml" Target="../ink/ink311.xml"/><Relationship Id="rId274" Type="http://schemas.openxmlformats.org/officeDocument/2006/relationships/image" Target="../media/image292.png"/><Relationship Id="rId27" Type="http://schemas.openxmlformats.org/officeDocument/2006/relationships/customXml" Target="../ink/ink207.xml"/><Relationship Id="rId69" Type="http://schemas.openxmlformats.org/officeDocument/2006/relationships/customXml" Target="../ink/ink228.xml"/><Relationship Id="rId134" Type="http://schemas.openxmlformats.org/officeDocument/2006/relationships/image" Target="../media/image2250.png"/><Relationship Id="rId80" Type="http://schemas.openxmlformats.org/officeDocument/2006/relationships/image" Target="../media/image1980.png"/><Relationship Id="rId176" Type="http://schemas.openxmlformats.org/officeDocument/2006/relationships/customXml" Target="../ink/ink282.xml"/><Relationship Id="rId341" Type="http://schemas.openxmlformats.org/officeDocument/2006/relationships/customXml" Target="../ink/ink368.xml"/><Relationship Id="rId383" Type="http://schemas.openxmlformats.org/officeDocument/2006/relationships/customXml" Target="../ink/ink389.xml"/><Relationship Id="rId439" Type="http://schemas.openxmlformats.org/officeDocument/2006/relationships/customXml" Target="../ink/ink418.xml"/><Relationship Id="rId201" Type="http://schemas.openxmlformats.org/officeDocument/2006/relationships/customXml" Target="../ink/ink295.xml"/><Relationship Id="rId243" Type="http://schemas.openxmlformats.org/officeDocument/2006/relationships/image" Target="../media/image278.png"/><Relationship Id="rId285" Type="http://schemas.openxmlformats.org/officeDocument/2006/relationships/customXml" Target="../ink/ink339.xml"/><Relationship Id="rId450" Type="http://schemas.openxmlformats.org/officeDocument/2006/relationships/customXml" Target="../ink/ink424.xml"/><Relationship Id="rId38" Type="http://schemas.openxmlformats.org/officeDocument/2006/relationships/image" Target="../media/image1770.png"/><Relationship Id="rId103" Type="http://schemas.openxmlformats.org/officeDocument/2006/relationships/customXml" Target="../ink/ink245.xml"/><Relationship Id="rId310" Type="http://schemas.openxmlformats.org/officeDocument/2006/relationships/image" Target="../media/image309.png"/><Relationship Id="rId91" Type="http://schemas.openxmlformats.org/officeDocument/2006/relationships/customXml" Target="../ink/ink239.xml"/><Relationship Id="rId145" Type="http://schemas.openxmlformats.org/officeDocument/2006/relationships/customXml" Target="../ink/ink266.xml"/><Relationship Id="rId187" Type="http://schemas.openxmlformats.org/officeDocument/2006/relationships/customXml" Target="../ink/ink288.xml"/><Relationship Id="rId352" Type="http://schemas.openxmlformats.org/officeDocument/2006/relationships/image" Target="../media/image330.png"/><Relationship Id="rId394" Type="http://schemas.openxmlformats.org/officeDocument/2006/relationships/image" Target="../media/image351.png"/><Relationship Id="rId408" Type="http://schemas.openxmlformats.org/officeDocument/2006/relationships/customXml" Target="../ink/ink402.xml"/><Relationship Id="rId212" Type="http://schemas.openxmlformats.org/officeDocument/2006/relationships/image" Target="../media/image263.png"/><Relationship Id="rId254" Type="http://schemas.openxmlformats.org/officeDocument/2006/relationships/customXml" Target="../ink/ink323.xml"/><Relationship Id="rId49" Type="http://schemas.openxmlformats.org/officeDocument/2006/relationships/customXml" Target="../ink/ink218.xml"/><Relationship Id="rId114" Type="http://schemas.openxmlformats.org/officeDocument/2006/relationships/image" Target="../media/image2150.png"/><Relationship Id="rId296" Type="http://schemas.openxmlformats.org/officeDocument/2006/relationships/customXml" Target="../ink/ink345.xml"/><Relationship Id="rId461" Type="http://schemas.openxmlformats.org/officeDocument/2006/relationships/image" Target="../media/image383.png"/><Relationship Id="rId60" Type="http://schemas.openxmlformats.org/officeDocument/2006/relationships/image" Target="../media/image1880.png"/><Relationship Id="rId156" Type="http://schemas.openxmlformats.org/officeDocument/2006/relationships/image" Target="../media/image2360.png"/><Relationship Id="rId198" Type="http://schemas.openxmlformats.org/officeDocument/2006/relationships/image" Target="../media/image256.png"/><Relationship Id="rId321" Type="http://schemas.openxmlformats.org/officeDocument/2006/relationships/customXml" Target="../ink/ink358.xml"/><Relationship Id="rId363" Type="http://schemas.openxmlformats.org/officeDocument/2006/relationships/customXml" Target="../ink/ink379.xml"/><Relationship Id="rId419" Type="http://schemas.openxmlformats.org/officeDocument/2006/relationships/customXml" Target="../ink/ink408.xml"/><Relationship Id="rId223" Type="http://schemas.openxmlformats.org/officeDocument/2006/relationships/customXml" Target="../ink/ink306.xml"/><Relationship Id="rId430" Type="http://schemas.openxmlformats.org/officeDocument/2006/relationships/image" Target="../media/image368.png"/><Relationship Id="rId18" Type="http://schemas.openxmlformats.org/officeDocument/2006/relationships/customXml" Target="../ink/ink202.xml"/><Relationship Id="rId265" Type="http://schemas.openxmlformats.org/officeDocument/2006/relationships/customXml" Target="../ink/ink329.xml"/><Relationship Id="rId472" Type="http://schemas.openxmlformats.org/officeDocument/2006/relationships/customXml" Target="../ink/ink435.xml"/><Relationship Id="rId125" Type="http://schemas.openxmlformats.org/officeDocument/2006/relationships/customXml" Target="../ink/ink256.xml"/><Relationship Id="rId167" Type="http://schemas.openxmlformats.org/officeDocument/2006/relationships/image" Target="../media/image2410.png"/><Relationship Id="rId332" Type="http://schemas.openxmlformats.org/officeDocument/2006/relationships/image" Target="../media/image320.png"/><Relationship Id="rId374" Type="http://schemas.openxmlformats.org/officeDocument/2006/relationships/image" Target="../media/image341.png"/><Relationship Id="rId71" Type="http://schemas.openxmlformats.org/officeDocument/2006/relationships/customXml" Target="../ink/ink229.xml"/><Relationship Id="rId234" Type="http://schemas.openxmlformats.org/officeDocument/2006/relationships/customXml" Target="../ink/ink312.xml"/><Relationship Id="rId2" Type="http://schemas.openxmlformats.org/officeDocument/2006/relationships/customXml" Target="../ink/ink194.xml"/><Relationship Id="rId29" Type="http://schemas.openxmlformats.org/officeDocument/2006/relationships/customXml" Target="../ink/ink208.xml"/><Relationship Id="rId276" Type="http://schemas.openxmlformats.org/officeDocument/2006/relationships/image" Target="../media/image293.png"/><Relationship Id="rId441" Type="http://schemas.openxmlformats.org/officeDocument/2006/relationships/customXml" Target="../ink/ink419.xml"/><Relationship Id="rId40" Type="http://schemas.openxmlformats.org/officeDocument/2006/relationships/image" Target="../media/image1780.png"/><Relationship Id="rId136" Type="http://schemas.openxmlformats.org/officeDocument/2006/relationships/image" Target="../media/image2260.png"/><Relationship Id="rId178" Type="http://schemas.openxmlformats.org/officeDocument/2006/relationships/customXml" Target="../ink/ink283.xml"/><Relationship Id="rId301" Type="http://schemas.openxmlformats.org/officeDocument/2006/relationships/image" Target="../media/image305.png"/><Relationship Id="rId343" Type="http://schemas.openxmlformats.org/officeDocument/2006/relationships/customXml" Target="../ink/ink369.xml"/><Relationship Id="rId82" Type="http://schemas.openxmlformats.org/officeDocument/2006/relationships/image" Target="../media/image1990.png"/><Relationship Id="rId203" Type="http://schemas.openxmlformats.org/officeDocument/2006/relationships/customXml" Target="../ink/ink296.xml"/><Relationship Id="rId385" Type="http://schemas.openxmlformats.org/officeDocument/2006/relationships/customXml" Target="../ink/ink390.xml"/><Relationship Id="rId245" Type="http://schemas.openxmlformats.org/officeDocument/2006/relationships/customXml" Target="../ink/ink318.xml"/><Relationship Id="rId287" Type="http://schemas.openxmlformats.org/officeDocument/2006/relationships/customXml" Target="../ink/ink340.xml"/><Relationship Id="rId410" Type="http://schemas.openxmlformats.org/officeDocument/2006/relationships/customXml" Target="../ink/ink403.xml"/><Relationship Id="rId452" Type="http://schemas.openxmlformats.org/officeDocument/2006/relationships/customXml" Target="../ink/ink425.xml"/><Relationship Id="rId105" Type="http://schemas.openxmlformats.org/officeDocument/2006/relationships/customXml" Target="../ink/ink246.xml"/><Relationship Id="rId147" Type="http://schemas.openxmlformats.org/officeDocument/2006/relationships/customXml" Target="../ink/ink267.xml"/><Relationship Id="rId312" Type="http://schemas.openxmlformats.org/officeDocument/2006/relationships/image" Target="../media/image310.png"/><Relationship Id="rId354" Type="http://schemas.openxmlformats.org/officeDocument/2006/relationships/image" Target="../media/image331.png"/><Relationship Id="rId51" Type="http://schemas.openxmlformats.org/officeDocument/2006/relationships/customXml" Target="../ink/ink219.xml"/><Relationship Id="rId72" Type="http://schemas.openxmlformats.org/officeDocument/2006/relationships/image" Target="../media/image1940.png"/><Relationship Id="rId93" Type="http://schemas.openxmlformats.org/officeDocument/2006/relationships/customXml" Target="../ink/ink240.xml"/><Relationship Id="rId189" Type="http://schemas.openxmlformats.org/officeDocument/2006/relationships/customXml" Target="../ink/ink289.xml"/><Relationship Id="rId375" Type="http://schemas.openxmlformats.org/officeDocument/2006/relationships/customXml" Target="../ink/ink385.xml"/><Relationship Id="rId396" Type="http://schemas.openxmlformats.org/officeDocument/2006/relationships/image" Target="../media/image352.png"/><Relationship Id="rId3" Type="http://schemas.openxmlformats.org/officeDocument/2006/relationships/image" Target="../media/image1600.png"/><Relationship Id="rId214" Type="http://schemas.openxmlformats.org/officeDocument/2006/relationships/image" Target="../media/image264.png"/><Relationship Id="rId235" Type="http://schemas.openxmlformats.org/officeDocument/2006/relationships/image" Target="../media/image274.png"/><Relationship Id="rId256" Type="http://schemas.openxmlformats.org/officeDocument/2006/relationships/customXml" Target="../ink/ink324.xml"/><Relationship Id="rId277" Type="http://schemas.openxmlformats.org/officeDocument/2006/relationships/customXml" Target="../ink/ink335.xml"/><Relationship Id="rId298" Type="http://schemas.openxmlformats.org/officeDocument/2006/relationships/customXml" Target="../ink/ink346.xml"/><Relationship Id="rId400" Type="http://schemas.openxmlformats.org/officeDocument/2006/relationships/image" Target="../media/image354.png"/><Relationship Id="rId421" Type="http://schemas.openxmlformats.org/officeDocument/2006/relationships/customXml" Target="../ink/ink409.xml"/><Relationship Id="rId442" Type="http://schemas.openxmlformats.org/officeDocument/2006/relationships/customXml" Target="../ink/ink420.xml"/><Relationship Id="rId463" Type="http://schemas.openxmlformats.org/officeDocument/2006/relationships/image" Target="../media/image384.png"/><Relationship Id="rId116" Type="http://schemas.openxmlformats.org/officeDocument/2006/relationships/image" Target="../media/image2160.png"/><Relationship Id="rId137" Type="http://schemas.openxmlformats.org/officeDocument/2006/relationships/customXml" Target="../ink/ink262.xml"/><Relationship Id="rId158" Type="http://schemas.openxmlformats.org/officeDocument/2006/relationships/image" Target="../media/image2370.png"/><Relationship Id="rId302" Type="http://schemas.openxmlformats.org/officeDocument/2006/relationships/customXml" Target="../ink/ink348.xml"/><Relationship Id="rId323" Type="http://schemas.openxmlformats.org/officeDocument/2006/relationships/customXml" Target="../ink/ink359.xml"/><Relationship Id="rId344" Type="http://schemas.openxmlformats.org/officeDocument/2006/relationships/image" Target="../media/image326.png"/><Relationship Id="rId20" Type="http://schemas.openxmlformats.org/officeDocument/2006/relationships/customXml" Target="../ink/ink203.xml"/><Relationship Id="rId41" Type="http://schemas.openxmlformats.org/officeDocument/2006/relationships/customXml" Target="../ink/ink214.xml"/><Relationship Id="rId62" Type="http://schemas.openxmlformats.org/officeDocument/2006/relationships/image" Target="../media/image1890.png"/><Relationship Id="rId83" Type="http://schemas.openxmlformats.org/officeDocument/2006/relationships/customXml" Target="../ink/ink235.xml"/><Relationship Id="rId179" Type="http://schemas.openxmlformats.org/officeDocument/2006/relationships/image" Target="../media/image2470.png"/><Relationship Id="rId365" Type="http://schemas.openxmlformats.org/officeDocument/2006/relationships/customXml" Target="../ink/ink380.xml"/><Relationship Id="rId386" Type="http://schemas.openxmlformats.org/officeDocument/2006/relationships/image" Target="../media/image347.png"/><Relationship Id="rId190" Type="http://schemas.openxmlformats.org/officeDocument/2006/relationships/image" Target="../media/image252.png"/><Relationship Id="rId204" Type="http://schemas.openxmlformats.org/officeDocument/2006/relationships/image" Target="../media/image259.png"/><Relationship Id="rId225" Type="http://schemas.openxmlformats.org/officeDocument/2006/relationships/customXml" Target="../ink/ink307.xml"/><Relationship Id="rId246" Type="http://schemas.openxmlformats.org/officeDocument/2006/relationships/image" Target="../media/image279.png"/><Relationship Id="rId267" Type="http://schemas.openxmlformats.org/officeDocument/2006/relationships/customXml" Target="../ink/ink330.xml"/><Relationship Id="rId288" Type="http://schemas.openxmlformats.org/officeDocument/2006/relationships/customXml" Target="../ink/ink341.xml"/><Relationship Id="rId411" Type="http://schemas.openxmlformats.org/officeDocument/2006/relationships/customXml" Target="../ink/ink404.xml"/><Relationship Id="rId432" Type="http://schemas.openxmlformats.org/officeDocument/2006/relationships/image" Target="../media/image369.png"/><Relationship Id="rId453" Type="http://schemas.openxmlformats.org/officeDocument/2006/relationships/image" Target="../media/image379.png"/><Relationship Id="rId474" Type="http://schemas.openxmlformats.org/officeDocument/2006/relationships/customXml" Target="../ink/ink436.xml"/><Relationship Id="rId106" Type="http://schemas.openxmlformats.org/officeDocument/2006/relationships/image" Target="../media/image2110.png"/><Relationship Id="rId127" Type="http://schemas.openxmlformats.org/officeDocument/2006/relationships/customXml" Target="../ink/ink257.xml"/><Relationship Id="rId313" Type="http://schemas.openxmlformats.org/officeDocument/2006/relationships/customXml" Target="../ink/ink354.xml"/><Relationship Id="rId10" Type="http://schemas.openxmlformats.org/officeDocument/2006/relationships/customXml" Target="../ink/ink198.xml"/><Relationship Id="rId31" Type="http://schemas.openxmlformats.org/officeDocument/2006/relationships/customXml" Target="../ink/ink209.xml"/><Relationship Id="rId52" Type="http://schemas.openxmlformats.org/officeDocument/2006/relationships/image" Target="../media/image1840.png"/><Relationship Id="rId73" Type="http://schemas.openxmlformats.org/officeDocument/2006/relationships/customXml" Target="../ink/ink230.xml"/><Relationship Id="rId94" Type="http://schemas.openxmlformats.org/officeDocument/2006/relationships/image" Target="../media/image2050.png"/><Relationship Id="rId148" Type="http://schemas.openxmlformats.org/officeDocument/2006/relationships/image" Target="../media/image2320.png"/><Relationship Id="rId169" Type="http://schemas.openxmlformats.org/officeDocument/2006/relationships/image" Target="../media/image2420.png"/><Relationship Id="rId334" Type="http://schemas.openxmlformats.org/officeDocument/2006/relationships/image" Target="../media/image321.png"/><Relationship Id="rId355" Type="http://schemas.openxmlformats.org/officeDocument/2006/relationships/customXml" Target="../ink/ink375.xml"/><Relationship Id="rId376" Type="http://schemas.openxmlformats.org/officeDocument/2006/relationships/image" Target="../media/image342.png"/><Relationship Id="rId397" Type="http://schemas.openxmlformats.org/officeDocument/2006/relationships/customXml" Target="../ink/ink396.xml"/><Relationship Id="rId4" Type="http://schemas.openxmlformats.org/officeDocument/2006/relationships/customXml" Target="../ink/ink195.xml"/><Relationship Id="rId180" Type="http://schemas.openxmlformats.org/officeDocument/2006/relationships/customXml" Target="../ink/ink284.xml"/><Relationship Id="rId215" Type="http://schemas.openxmlformats.org/officeDocument/2006/relationships/customXml" Target="../ink/ink302.xml"/><Relationship Id="rId236" Type="http://schemas.openxmlformats.org/officeDocument/2006/relationships/customXml" Target="../ink/ink313.xml"/><Relationship Id="rId257" Type="http://schemas.openxmlformats.org/officeDocument/2006/relationships/image" Target="../media/image284.png"/><Relationship Id="rId278" Type="http://schemas.openxmlformats.org/officeDocument/2006/relationships/image" Target="../media/image294.png"/><Relationship Id="rId401" Type="http://schemas.openxmlformats.org/officeDocument/2006/relationships/customXml" Target="../ink/ink398.xml"/><Relationship Id="rId422" Type="http://schemas.openxmlformats.org/officeDocument/2006/relationships/image" Target="../media/image364.png"/><Relationship Id="rId443" Type="http://schemas.openxmlformats.org/officeDocument/2006/relationships/image" Target="../media/image374.png"/><Relationship Id="rId464" Type="http://schemas.openxmlformats.org/officeDocument/2006/relationships/customXml" Target="../ink/ink431.xml"/><Relationship Id="rId303" Type="http://schemas.openxmlformats.org/officeDocument/2006/relationships/image" Target="../media/image306.png"/><Relationship Id="rId42" Type="http://schemas.openxmlformats.org/officeDocument/2006/relationships/image" Target="../media/image1790.png"/><Relationship Id="rId84" Type="http://schemas.openxmlformats.org/officeDocument/2006/relationships/image" Target="../media/image2000.png"/><Relationship Id="rId138" Type="http://schemas.openxmlformats.org/officeDocument/2006/relationships/image" Target="../media/image2270.png"/><Relationship Id="rId345" Type="http://schemas.openxmlformats.org/officeDocument/2006/relationships/customXml" Target="../ink/ink370.xml"/><Relationship Id="rId387" Type="http://schemas.openxmlformats.org/officeDocument/2006/relationships/customXml" Target="../ink/ink391.xml"/><Relationship Id="rId191" Type="http://schemas.openxmlformats.org/officeDocument/2006/relationships/customXml" Target="../ink/ink290.xml"/><Relationship Id="rId205" Type="http://schemas.openxmlformats.org/officeDocument/2006/relationships/customXml" Target="../ink/ink297.xml"/><Relationship Id="rId247" Type="http://schemas.openxmlformats.org/officeDocument/2006/relationships/customXml" Target="../ink/ink319.xml"/><Relationship Id="rId412" Type="http://schemas.openxmlformats.org/officeDocument/2006/relationships/image" Target="../media/image359.png"/><Relationship Id="rId107" Type="http://schemas.openxmlformats.org/officeDocument/2006/relationships/customXml" Target="../ink/ink247.xml"/><Relationship Id="rId289" Type="http://schemas.openxmlformats.org/officeDocument/2006/relationships/image" Target="../media/image299.png"/><Relationship Id="rId454" Type="http://schemas.openxmlformats.org/officeDocument/2006/relationships/customXml" Target="../ink/ink426.xml"/><Relationship Id="rId11" Type="http://schemas.openxmlformats.org/officeDocument/2006/relationships/image" Target="../media/image1640.png"/><Relationship Id="rId53" Type="http://schemas.openxmlformats.org/officeDocument/2006/relationships/customXml" Target="../ink/ink220.xml"/><Relationship Id="rId149" Type="http://schemas.openxmlformats.org/officeDocument/2006/relationships/customXml" Target="../ink/ink268.xml"/><Relationship Id="rId314" Type="http://schemas.openxmlformats.org/officeDocument/2006/relationships/image" Target="../media/image311.png"/><Relationship Id="rId356" Type="http://schemas.openxmlformats.org/officeDocument/2006/relationships/image" Target="../media/image332.png"/><Relationship Id="rId398" Type="http://schemas.openxmlformats.org/officeDocument/2006/relationships/image" Target="../media/image353.png"/><Relationship Id="rId95" Type="http://schemas.openxmlformats.org/officeDocument/2006/relationships/customXml" Target="../ink/ink241.xml"/><Relationship Id="rId160" Type="http://schemas.openxmlformats.org/officeDocument/2006/relationships/image" Target="../media/image2380.png"/><Relationship Id="rId216" Type="http://schemas.openxmlformats.org/officeDocument/2006/relationships/image" Target="../media/image265.png"/><Relationship Id="rId423" Type="http://schemas.openxmlformats.org/officeDocument/2006/relationships/customXml" Target="../ink/ink410.xml"/><Relationship Id="rId258" Type="http://schemas.openxmlformats.org/officeDocument/2006/relationships/customXml" Target="../ink/ink325.xml"/><Relationship Id="rId465" Type="http://schemas.openxmlformats.org/officeDocument/2006/relationships/image" Target="../media/image385.png"/><Relationship Id="rId22" Type="http://schemas.openxmlformats.org/officeDocument/2006/relationships/customXml" Target="../ink/ink204.xml"/><Relationship Id="rId64" Type="http://schemas.openxmlformats.org/officeDocument/2006/relationships/image" Target="../media/image1900.png"/><Relationship Id="rId118" Type="http://schemas.openxmlformats.org/officeDocument/2006/relationships/image" Target="../media/image2170.png"/><Relationship Id="rId325" Type="http://schemas.openxmlformats.org/officeDocument/2006/relationships/customXml" Target="../ink/ink360.xml"/><Relationship Id="rId367" Type="http://schemas.openxmlformats.org/officeDocument/2006/relationships/customXml" Target="../ink/ink381.xml"/><Relationship Id="rId171" Type="http://schemas.openxmlformats.org/officeDocument/2006/relationships/image" Target="../media/image2430.png"/><Relationship Id="rId227" Type="http://schemas.openxmlformats.org/officeDocument/2006/relationships/image" Target="../media/image270.png"/><Relationship Id="rId269" Type="http://schemas.openxmlformats.org/officeDocument/2006/relationships/customXml" Target="../ink/ink331.xml"/><Relationship Id="rId434" Type="http://schemas.openxmlformats.org/officeDocument/2006/relationships/image" Target="../media/image370.png"/><Relationship Id="rId476" Type="http://schemas.openxmlformats.org/officeDocument/2006/relationships/customXml" Target="../ink/ink437.xml"/><Relationship Id="rId33" Type="http://schemas.openxmlformats.org/officeDocument/2006/relationships/customXml" Target="../ink/ink210.xml"/><Relationship Id="rId129" Type="http://schemas.openxmlformats.org/officeDocument/2006/relationships/customXml" Target="../ink/ink258.xml"/><Relationship Id="rId280" Type="http://schemas.openxmlformats.org/officeDocument/2006/relationships/image" Target="../media/image295.png"/><Relationship Id="rId336" Type="http://schemas.openxmlformats.org/officeDocument/2006/relationships/image" Target="../media/image322.png"/><Relationship Id="rId75" Type="http://schemas.openxmlformats.org/officeDocument/2006/relationships/customXml" Target="../ink/ink231.xml"/><Relationship Id="rId140" Type="http://schemas.openxmlformats.org/officeDocument/2006/relationships/image" Target="../media/image2280.png"/><Relationship Id="rId182" Type="http://schemas.openxmlformats.org/officeDocument/2006/relationships/customXml" Target="../ink/ink285.xml"/><Relationship Id="rId378" Type="http://schemas.openxmlformats.org/officeDocument/2006/relationships/image" Target="../media/image343.png"/><Relationship Id="rId403" Type="http://schemas.openxmlformats.org/officeDocument/2006/relationships/customXml" Target="../ink/ink399.xml"/><Relationship Id="rId6" Type="http://schemas.openxmlformats.org/officeDocument/2006/relationships/customXml" Target="../ink/ink196.xml"/><Relationship Id="rId238" Type="http://schemas.openxmlformats.org/officeDocument/2006/relationships/customXml" Target="../ink/ink314.xml"/><Relationship Id="rId445" Type="http://schemas.openxmlformats.org/officeDocument/2006/relationships/image" Target="../media/image375.png"/><Relationship Id="rId291" Type="http://schemas.openxmlformats.org/officeDocument/2006/relationships/image" Target="../media/image300.png"/><Relationship Id="rId305" Type="http://schemas.openxmlformats.org/officeDocument/2006/relationships/image" Target="../media/image307.png"/><Relationship Id="rId347" Type="http://schemas.openxmlformats.org/officeDocument/2006/relationships/customXml" Target="../ink/ink371.xml"/><Relationship Id="rId44" Type="http://schemas.openxmlformats.org/officeDocument/2006/relationships/image" Target="../media/image1800.png"/><Relationship Id="rId86" Type="http://schemas.openxmlformats.org/officeDocument/2006/relationships/image" Target="../media/image2010.png"/><Relationship Id="rId151" Type="http://schemas.openxmlformats.org/officeDocument/2006/relationships/customXml" Target="../ink/ink269.xml"/><Relationship Id="rId389" Type="http://schemas.openxmlformats.org/officeDocument/2006/relationships/customXml" Target="../ink/ink392.xml"/><Relationship Id="rId193" Type="http://schemas.openxmlformats.org/officeDocument/2006/relationships/customXml" Target="../ink/ink291.xml"/><Relationship Id="rId207" Type="http://schemas.openxmlformats.org/officeDocument/2006/relationships/customXml" Target="../ink/ink298.xml"/><Relationship Id="rId249" Type="http://schemas.openxmlformats.org/officeDocument/2006/relationships/customXml" Target="../ink/ink320.xml"/><Relationship Id="rId414" Type="http://schemas.openxmlformats.org/officeDocument/2006/relationships/image" Target="../media/image360.png"/><Relationship Id="rId456" Type="http://schemas.openxmlformats.org/officeDocument/2006/relationships/customXml" Target="../ink/ink427.xml"/><Relationship Id="rId13" Type="http://schemas.openxmlformats.org/officeDocument/2006/relationships/image" Target="../media/image1651.png"/><Relationship Id="rId109" Type="http://schemas.openxmlformats.org/officeDocument/2006/relationships/customXml" Target="../ink/ink248.xml"/><Relationship Id="rId260" Type="http://schemas.openxmlformats.org/officeDocument/2006/relationships/customXml" Target="../ink/ink326.xml"/><Relationship Id="rId316" Type="http://schemas.openxmlformats.org/officeDocument/2006/relationships/image" Target="../media/image312.png"/><Relationship Id="rId55" Type="http://schemas.openxmlformats.org/officeDocument/2006/relationships/customXml" Target="../ink/ink221.xml"/><Relationship Id="rId97" Type="http://schemas.openxmlformats.org/officeDocument/2006/relationships/customXml" Target="../ink/ink242.xml"/><Relationship Id="rId120" Type="http://schemas.openxmlformats.org/officeDocument/2006/relationships/image" Target="../media/image2180.png"/><Relationship Id="rId358" Type="http://schemas.openxmlformats.org/officeDocument/2006/relationships/image" Target="../media/image333.png"/><Relationship Id="rId162" Type="http://schemas.openxmlformats.org/officeDocument/2006/relationships/image" Target="../media/image2390.png"/><Relationship Id="rId218" Type="http://schemas.openxmlformats.org/officeDocument/2006/relationships/image" Target="../media/image266.png"/><Relationship Id="rId425" Type="http://schemas.openxmlformats.org/officeDocument/2006/relationships/customXml" Target="../ink/ink411.xml"/><Relationship Id="rId467" Type="http://schemas.openxmlformats.org/officeDocument/2006/relationships/image" Target="../media/image386.png"/><Relationship Id="rId271" Type="http://schemas.openxmlformats.org/officeDocument/2006/relationships/customXml" Target="../ink/ink332.xml"/><Relationship Id="rId24" Type="http://schemas.openxmlformats.org/officeDocument/2006/relationships/customXml" Target="../ink/ink205.xml"/><Relationship Id="rId66" Type="http://schemas.openxmlformats.org/officeDocument/2006/relationships/image" Target="../media/image1910.png"/><Relationship Id="rId131" Type="http://schemas.openxmlformats.org/officeDocument/2006/relationships/customXml" Target="../ink/ink259.xml"/><Relationship Id="rId327" Type="http://schemas.openxmlformats.org/officeDocument/2006/relationships/customXml" Target="../ink/ink361.xml"/><Relationship Id="rId369" Type="http://schemas.openxmlformats.org/officeDocument/2006/relationships/customXml" Target="../ink/ink382.xml"/><Relationship Id="rId173" Type="http://schemas.openxmlformats.org/officeDocument/2006/relationships/image" Target="../media/image2440.png"/><Relationship Id="rId229" Type="http://schemas.openxmlformats.org/officeDocument/2006/relationships/image" Target="../media/image271.png"/><Relationship Id="rId380" Type="http://schemas.openxmlformats.org/officeDocument/2006/relationships/image" Target="../media/image344.png"/><Relationship Id="rId436" Type="http://schemas.openxmlformats.org/officeDocument/2006/relationships/image" Target="../media/image371.png"/><Relationship Id="rId240" Type="http://schemas.openxmlformats.org/officeDocument/2006/relationships/customXml" Target="../ink/ink315.xml"/><Relationship Id="rId478" Type="http://schemas.openxmlformats.org/officeDocument/2006/relationships/customXml" Target="../ink/ink438.xml"/><Relationship Id="rId35" Type="http://schemas.openxmlformats.org/officeDocument/2006/relationships/customXml" Target="../ink/ink211.xml"/><Relationship Id="rId77" Type="http://schemas.openxmlformats.org/officeDocument/2006/relationships/customXml" Target="../ink/ink232.xml"/><Relationship Id="rId100" Type="http://schemas.openxmlformats.org/officeDocument/2006/relationships/image" Target="../media/image2080.png"/><Relationship Id="rId282" Type="http://schemas.openxmlformats.org/officeDocument/2006/relationships/image" Target="../media/image296.png"/><Relationship Id="rId338" Type="http://schemas.openxmlformats.org/officeDocument/2006/relationships/image" Target="../media/image323.png"/><Relationship Id="rId8" Type="http://schemas.openxmlformats.org/officeDocument/2006/relationships/customXml" Target="../ink/ink197.xml"/><Relationship Id="rId142" Type="http://schemas.openxmlformats.org/officeDocument/2006/relationships/image" Target="../media/image2290.png"/><Relationship Id="rId184" Type="http://schemas.openxmlformats.org/officeDocument/2006/relationships/customXml" Target="../ink/ink286.xml"/><Relationship Id="rId391" Type="http://schemas.openxmlformats.org/officeDocument/2006/relationships/customXml" Target="../ink/ink393.xml"/><Relationship Id="rId405" Type="http://schemas.openxmlformats.org/officeDocument/2006/relationships/customXml" Target="../ink/ink400.xml"/><Relationship Id="rId447" Type="http://schemas.openxmlformats.org/officeDocument/2006/relationships/image" Target="../media/image376.png"/><Relationship Id="rId251" Type="http://schemas.openxmlformats.org/officeDocument/2006/relationships/image" Target="../media/image281.png"/><Relationship Id="rId46" Type="http://schemas.openxmlformats.org/officeDocument/2006/relationships/image" Target="../media/image1810.png"/><Relationship Id="rId293" Type="http://schemas.openxmlformats.org/officeDocument/2006/relationships/image" Target="../media/image301.png"/><Relationship Id="rId307" Type="http://schemas.openxmlformats.org/officeDocument/2006/relationships/customXml" Target="../ink/ink351.xml"/><Relationship Id="rId349" Type="http://schemas.openxmlformats.org/officeDocument/2006/relationships/customXml" Target="../ink/ink372.xml"/><Relationship Id="rId88" Type="http://schemas.openxmlformats.org/officeDocument/2006/relationships/image" Target="../media/image2020.png"/><Relationship Id="rId111" Type="http://schemas.openxmlformats.org/officeDocument/2006/relationships/customXml" Target="../ink/ink249.xml"/><Relationship Id="rId153" Type="http://schemas.openxmlformats.org/officeDocument/2006/relationships/customXml" Target="../ink/ink270.xml"/><Relationship Id="rId195" Type="http://schemas.openxmlformats.org/officeDocument/2006/relationships/customXml" Target="../ink/ink292.xml"/><Relationship Id="rId209" Type="http://schemas.openxmlformats.org/officeDocument/2006/relationships/customXml" Target="../ink/ink299.xml"/><Relationship Id="rId360" Type="http://schemas.openxmlformats.org/officeDocument/2006/relationships/image" Target="../media/image334.png"/><Relationship Id="rId416" Type="http://schemas.openxmlformats.org/officeDocument/2006/relationships/image" Target="../media/image361.png"/><Relationship Id="rId220" Type="http://schemas.openxmlformats.org/officeDocument/2006/relationships/image" Target="../media/image267.png"/><Relationship Id="rId458" Type="http://schemas.openxmlformats.org/officeDocument/2006/relationships/customXml" Target="../ink/ink428.xml"/><Relationship Id="rId15" Type="http://schemas.openxmlformats.org/officeDocument/2006/relationships/image" Target="../media/image1660.png"/><Relationship Id="rId57" Type="http://schemas.openxmlformats.org/officeDocument/2006/relationships/customXml" Target="../ink/ink222.xml"/><Relationship Id="rId262" Type="http://schemas.openxmlformats.org/officeDocument/2006/relationships/customXml" Target="../ink/ink327.xml"/><Relationship Id="rId318" Type="http://schemas.openxmlformats.org/officeDocument/2006/relationships/image" Target="../media/image313.png"/><Relationship Id="rId99" Type="http://schemas.openxmlformats.org/officeDocument/2006/relationships/customXml" Target="../ink/ink243.xml"/><Relationship Id="rId122" Type="http://schemas.openxmlformats.org/officeDocument/2006/relationships/image" Target="../media/image2190.png"/><Relationship Id="rId164" Type="http://schemas.openxmlformats.org/officeDocument/2006/relationships/image" Target="../media/image2400.png"/><Relationship Id="rId371" Type="http://schemas.openxmlformats.org/officeDocument/2006/relationships/customXml" Target="../ink/ink383.xml"/><Relationship Id="rId427" Type="http://schemas.openxmlformats.org/officeDocument/2006/relationships/customXml" Target="../ink/ink412.xml"/><Relationship Id="rId469" Type="http://schemas.openxmlformats.org/officeDocument/2006/relationships/image" Target="../media/image387.png"/><Relationship Id="rId26" Type="http://schemas.openxmlformats.org/officeDocument/2006/relationships/image" Target="../media/image1710.png"/><Relationship Id="rId231" Type="http://schemas.openxmlformats.org/officeDocument/2006/relationships/image" Target="../media/image272.png"/><Relationship Id="rId273" Type="http://schemas.openxmlformats.org/officeDocument/2006/relationships/customXml" Target="../ink/ink333.xml"/><Relationship Id="rId329" Type="http://schemas.openxmlformats.org/officeDocument/2006/relationships/customXml" Target="../ink/ink362.xml"/><Relationship Id="rId68" Type="http://schemas.openxmlformats.org/officeDocument/2006/relationships/image" Target="../media/image1920.png"/><Relationship Id="rId133" Type="http://schemas.openxmlformats.org/officeDocument/2006/relationships/customXml" Target="../ink/ink260.xml"/><Relationship Id="rId175" Type="http://schemas.openxmlformats.org/officeDocument/2006/relationships/image" Target="../media/image2450.png"/><Relationship Id="rId340" Type="http://schemas.openxmlformats.org/officeDocument/2006/relationships/image" Target="../media/image324.png"/><Relationship Id="rId200" Type="http://schemas.openxmlformats.org/officeDocument/2006/relationships/image" Target="../media/image257.png"/><Relationship Id="rId382" Type="http://schemas.openxmlformats.org/officeDocument/2006/relationships/image" Target="../media/image345.png"/><Relationship Id="rId438" Type="http://schemas.openxmlformats.org/officeDocument/2006/relationships/image" Target="../media/image372.png"/><Relationship Id="rId242" Type="http://schemas.openxmlformats.org/officeDocument/2006/relationships/customXml" Target="../ink/ink316.xml"/><Relationship Id="rId284" Type="http://schemas.openxmlformats.org/officeDocument/2006/relationships/image" Target="../media/image297.png"/><Relationship Id="rId37" Type="http://schemas.openxmlformats.org/officeDocument/2006/relationships/customXml" Target="../ink/ink212.xml"/><Relationship Id="rId79" Type="http://schemas.openxmlformats.org/officeDocument/2006/relationships/customXml" Target="../ink/ink233.xml"/><Relationship Id="rId102" Type="http://schemas.openxmlformats.org/officeDocument/2006/relationships/image" Target="../media/image2090.png"/><Relationship Id="rId144" Type="http://schemas.openxmlformats.org/officeDocument/2006/relationships/image" Target="../media/image2300.png"/><Relationship Id="rId90" Type="http://schemas.openxmlformats.org/officeDocument/2006/relationships/image" Target="../media/image2030.png"/><Relationship Id="rId186" Type="http://schemas.openxmlformats.org/officeDocument/2006/relationships/image" Target="../media/image250.png"/><Relationship Id="rId351" Type="http://schemas.openxmlformats.org/officeDocument/2006/relationships/customXml" Target="../ink/ink373.xml"/><Relationship Id="rId393" Type="http://schemas.openxmlformats.org/officeDocument/2006/relationships/customXml" Target="../ink/ink394.xml"/><Relationship Id="rId407" Type="http://schemas.openxmlformats.org/officeDocument/2006/relationships/image" Target="../media/image357.png"/><Relationship Id="rId449" Type="http://schemas.openxmlformats.org/officeDocument/2006/relationships/image" Target="../media/image377.png"/><Relationship Id="rId211" Type="http://schemas.openxmlformats.org/officeDocument/2006/relationships/customXml" Target="../ink/ink300.xml"/><Relationship Id="rId253" Type="http://schemas.openxmlformats.org/officeDocument/2006/relationships/image" Target="../media/image282.png"/><Relationship Id="rId295" Type="http://schemas.openxmlformats.org/officeDocument/2006/relationships/image" Target="../media/image302.png"/><Relationship Id="rId309" Type="http://schemas.openxmlformats.org/officeDocument/2006/relationships/customXml" Target="../ink/ink352.xml"/><Relationship Id="rId460" Type="http://schemas.openxmlformats.org/officeDocument/2006/relationships/customXml" Target="../ink/ink429.xml"/><Relationship Id="rId48" Type="http://schemas.openxmlformats.org/officeDocument/2006/relationships/image" Target="../media/image1820.png"/><Relationship Id="rId113" Type="http://schemas.openxmlformats.org/officeDocument/2006/relationships/customXml" Target="../ink/ink250.xml"/><Relationship Id="rId320" Type="http://schemas.openxmlformats.org/officeDocument/2006/relationships/image" Target="../media/image314.png"/><Relationship Id="rId155" Type="http://schemas.openxmlformats.org/officeDocument/2006/relationships/customXml" Target="../ink/ink271.xml"/><Relationship Id="rId197" Type="http://schemas.openxmlformats.org/officeDocument/2006/relationships/customXml" Target="../ink/ink293.xml"/><Relationship Id="rId362" Type="http://schemas.openxmlformats.org/officeDocument/2006/relationships/image" Target="../media/image335.png"/><Relationship Id="rId418" Type="http://schemas.openxmlformats.org/officeDocument/2006/relationships/image" Target="../media/image362.png"/><Relationship Id="rId222" Type="http://schemas.openxmlformats.org/officeDocument/2006/relationships/image" Target="../media/image268.png"/><Relationship Id="rId264" Type="http://schemas.openxmlformats.org/officeDocument/2006/relationships/image" Target="../media/image287.png"/><Relationship Id="rId471" Type="http://schemas.openxmlformats.org/officeDocument/2006/relationships/image" Target="../media/image388.png"/><Relationship Id="rId17" Type="http://schemas.openxmlformats.org/officeDocument/2006/relationships/image" Target="../media/image1670.png"/><Relationship Id="rId59" Type="http://schemas.openxmlformats.org/officeDocument/2006/relationships/customXml" Target="../ink/ink223.xml"/><Relationship Id="rId124" Type="http://schemas.openxmlformats.org/officeDocument/2006/relationships/image" Target="../media/image2200.png"/><Relationship Id="rId70" Type="http://schemas.openxmlformats.org/officeDocument/2006/relationships/image" Target="../media/image1930.png"/><Relationship Id="rId166" Type="http://schemas.openxmlformats.org/officeDocument/2006/relationships/customXml" Target="../ink/ink277.xml"/><Relationship Id="rId331" Type="http://schemas.openxmlformats.org/officeDocument/2006/relationships/customXml" Target="../ink/ink363.xml"/><Relationship Id="rId373" Type="http://schemas.openxmlformats.org/officeDocument/2006/relationships/customXml" Target="../ink/ink384.xml"/><Relationship Id="rId429" Type="http://schemas.openxmlformats.org/officeDocument/2006/relationships/customXml" Target="../ink/ink413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73.png"/><Relationship Id="rId440" Type="http://schemas.openxmlformats.org/officeDocument/2006/relationships/image" Target="../media/image373.png"/><Relationship Id="rId28" Type="http://schemas.openxmlformats.org/officeDocument/2006/relationships/image" Target="../media/image1720.png"/><Relationship Id="rId275" Type="http://schemas.openxmlformats.org/officeDocument/2006/relationships/customXml" Target="../ink/ink334.xml"/><Relationship Id="rId300" Type="http://schemas.openxmlformats.org/officeDocument/2006/relationships/customXml" Target="../ink/ink347.xml"/><Relationship Id="rId81" Type="http://schemas.openxmlformats.org/officeDocument/2006/relationships/customXml" Target="../ink/ink234.xml"/><Relationship Id="rId135" Type="http://schemas.openxmlformats.org/officeDocument/2006/relationships/customXml" Target="../ink/ink261.xml"/><Relationship Id="rId177" Type="http://schemas.openxmlformats.org/officeDocument/2006/relationships/image" Target="../media/image2460.png"/><Relationship Id="rId342" Type="http://schemas.openxmlformats.org/officeDocument/2006/relationships/image" Target="../media/image325.png"/><Relationship Id="rId384" Type="http://schemas.openxmlformats.org/officeDocument/2006/relationships/image" Target="../media/image346.png"/><Relationship Id="rId202" Type="http://schemas.openxmlformats.org/officeDocument/2006/relationships/image" Target="../media/image258.png"/><Relationship Id="rId244" Type="http://schemas.openxmlformats.org/officeDocument/2006/relationships/customXml" Target="../ink/ink317.xml"/><Relationship Id="rId39" Type="http://schemas.openxmlformats.org/officeDocument/2006/relationships/customXml" Target="../ink/ink213.xml"/><Relationship Id="rId286" Type="http://schemas.openxmlformats.org/officeDocument/2006/relationships/image" Target="../media/image298.png"/><Relationship Id="rId451" Type="http://schemas.openxmlformats.org/officeDocument/2006/relationships/image" Target="../media/image378.png"/><Relationship Id="rId50" Type="http://schemas.openxmlformats.org/officeDocument/2006/relationships/image" Target="../media/image1830.png"/><Relationship Id="rId104" Type="http://schemas.openxmlformats.org/officeDocument/2006/relationships/image" Target="../media/image2100.png"/><Relationship Id="rId146" Type="http://schemas.openxmlformats.org/officeDocument/2006/relationships/image" Target="../media/image2310.png"/><Relationship Id="rId188" Type="http://schemas.openxmlformats.org/officeDocument/2006/relationships/image" Target="../media/image251.png"/><Relationship Id="rId311" Type="http://schemas.openxmlformats.org/officeDocument/2006/relationships/customXml" Target="../ink/ink353.xml"/><Relationship Id="rId353" Type="http://schemas.openxmlformats.org/officeDocument/2006/relationships/customXml" Target="../ink/ink374.xml"/><Relationship Id="rId395" Type="http://schemas.openxmlformats.org/officeDocument/2006/relationships/customXml" Target="../ink/ink395.xml"/><Relationship Id="rId409" Type="http://schemas.openxmlformats.org/officeDocument/2006/relationships/image" Target="../media/image358.png"/><Relationship Id="rId92" Type="http://schemas.openxmlformats.org/officeDocument/2006/relationships/image" Target="../media/image2040.png"/><Relationship Id="rId213" Type="http://schemas.openxmlformats.org/officeDocument/2006/relationships/customXml" Target="../ink/ink301.xml"/><Relationship Id="rId420" Type="http://schemas.openxmlformats.org/officeDocument/2006/relationships/image" Target="../media/image363.png"/><Relationship Id="rId255" Type="http://schemas.openxmlformats.org/officeDocument/2006/relationships/image" Target="../media/image283.png"/><Relationship Id="rId297" Type="http://schemas.openxmlformats.org/officeDocument/2006/relationships/image" Target="../media/image303.png"/><Relationship Id="rId462" Type="http://schemas.openxmlformats.org/officeDocument/2006/relationships/customXml" Target="../ink/ink430.xml"/><Relationship Id="rId115" Type="http://schemas.openxmlformats.org/officeDocument/2006/relationships/customXml" Target="../ink/ink251.xml"/><Relationship Id="rId157" Type="http://schemas.openxmlformats.org/officeDocument/2006/relationships/customXml" Target="../ink/ink272.xml"/><Relationship Id="rId322" Type="http://schemas.openxmlformats.org/officeDocument/2006/relationships/image" Target="../media/image315.png"/><Relationship Id="rId364" Type="http://schemas.openxmlformats.org/officeDocument/2006/relationships/image" Target="../media/image336.png"/><Relationship Id="rId61" Type="http://schemas.openxmlformats.org/officeDocument/2006/relationships/customXml" Target="../ink/ink224.xml"/><Relationship Id="rId199" Type="http://schemas.openxmlformats.org/officeDocument/2006/relationships/customXml" Target="../ink/ink294.xml"/><Relationship Id="rId19" Type="http://schemas.openxmlformats.org/officeDocument/2006/relationships/image" Target="../media/image1680.png"/><Relationship Id="rId224" Type="http://schemas.openxmlformats.org/officeDocument/2006/relationships/image" Target="../media/image269.png"/><Relationship Id="rId266" Type="http://schemas.openxmlformats.org/officeDocument/2006/relationships/image" Target="../media/image288.png"/><Relationship Id="rId431" Type="http://schemas.openxmlformats.org/officeDocument/2006/relationships/customXml" Target="../ink/ink414.xml"/><Relationship Id="rId473" Type="http://schemas.openxmlformats.org/officeDocument/2006/relationships/image" Target="../media/image389.png"/><Relationship Id="rId30" Type="http://schemas.openxmlformats.org/officeDocument/2006/relationships/image" Target="../media/image1730.png"/><Relationship Id="rId126" Type="http://schemas.openxmlformats.org/officeDocument/2006/relationships/image" Target="../media/image2210.png"/><Relationship Id="rId168" Type="http://schemas.openxmlformats.org/officeDocument/2006/relationships/customXml" Target="../ink/ink278.xml"/><Relationship Id="rId333" Type="http://schemas.openxmlformats.org/officeDocument/2006/relationships/customXml" Target="../ink/ink364.xml"/></Relationships>
</file>

<file path=ppt/slides/_rels/slide5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30.png"/><Relationship Id="rId21" Type="http://schemas.openxmlformats.org/officeDocument/2006/relationships/customXml" Target="../ink/ink448.xml"/><Relationship Id="rId63" Type="http://schemas.openxmlformats.org/officeDocument/2006/relationships/customXml" Target="../ink/ink470.xml"/><Relationship Id="rId159" Type="http://schemas.openxmlformats.org/officeDocument/2006/relationships/customXml" Target="../ink/ink520.xml"/><Relationship Id="rId170" Type="http://schemas.openxmlformats.org/officeDocument/2006/relationships/customXml" Target="../ink/ink526.xml"/><Relationship Id="rId226" Type="http://schemas.openxmlformats.org/officeDocument/2006/relationships/image" Target="../media/image498.png"/><Relationship Id="rId107" Type="http://schemas.openxmlformats.org/officeDocument/2006/relationships/customXml" Target="../ink/ink493.xml"/><Relationship Id="rId11" Type="http://schemas.openxmlformats.org/officeDocument/2006/relationships/customXml" Target="../ink/ink443.xml"/><Relationship Id="rId32" Type="http://schemas.openxmlformats.org/officeDocument/2006/relationships/customXml" Target="../ink/ink454.xml"/><Relationship Id="rId53" Type="http://schemas.openxmlformats.org/officeDocument/2006/relationships/image" Target="../media/image417.png"/><Relationship Id="rId74" Type="http://schemas.openxmlformats.org/officeDocument/2006/relationships/customXml" Target="../ink/ink476.xml"/><Relationship Id="rId128" Type="http://schemas.openxmlformats.org/officeDocument/2006/relationships/customXml" Target="../ink/ink504.xml"/><Relationship Id="rId149" Type="http://schemas.openxmlformats.org/officeDocument/2006/relationships/customXml" Target="../ink/ink515.xml"/><Relationship Id="rId5" Type="http://schemas.openxmlformats.org/officeDocument/2006/relationships/customXml" Target="../ink/ink440.xml"/><Relationship Id="rId95" Type="http://schemas.openxmlformats.org/officeDocument/2006/relationships/customXml" Target="../ink/ink487.xml"/><Relationship Id="rId160" Type="http://schemas.openxmlformats.org/officeDocument/2006/relationships/image" Target="../media/image467.png"/><Relationship Id="rId181" Type="http://schemas.openxmlformats.org/officeDocument/2006/relationships/customXml" Target="../ink/ink532.xml"/><Relationship Id="rId216" Type="http://schemas.openxmlformats.org/officeDocument/2006/relationships/customXml" Target="../ink/ink550.xml"/><Relationship Id="rId237" Type="http://schemas.openxmlformats.org/officeDocument/2006/relationships/customXml" Target="../ink/ink561.xml"/><Relationship Id="rId258" Type="http://schemas.openxmlformats.org/officeDocument/2006/relationships/image" Target="../media/image514.png"/><Relationship Id="rId22" Type="http://schemas.openxmlformats.org/officeDocument/2006/relationships/customXml" Target="../ink/ink449.xml"/><Relationship Id="rId43" Type="http://schemas.openxmlformats.org/officeDocument/2006/relationships/image" Target="../media/image412.png"/><Relationship Id="rId64" Type="http://schemas.openxmlformats.org/officeDocument/2006/relationships/image" Target="../media/image422.png"/><Relationship Id="rId118" Type="http://schemas.openxmlformats.org/officeDocument/2006/relationships/customXml" Target="../ink/ink499.xml"/><Relationship Id="rId139" Type="http://schemas.openxmlformats.org/officeDocument/2006/relationships/image" Target="../media/image457.png"/><Relationship Id="rId85" Type="http://schemas.openxmlformats.org/officeDocument/2006/relationships/customXml" Target="../ink/ink482.xml"/><Relationship Id="rId150" Type="http://schemas.openxmlformats.org/officeDocument/2006/relationships/image" Target="../media/image462.png"/><Relationship Id="rId171" Type="http://schemas.openxmlformats.org/officeDocument/2006/relationships/image" Target="../media/image472.png"/><Relationship Id="rId192" Type="http://schemas.openxmlformats.org/officeDocument/2006/relationships/customXml" Target="../ink/ink538.xml"/><Relationship Id="rId206" Type="http://schemas.openxmlformats.org/officeDocument/2006/relationships/customXml" Target="../ink/ink545.xml"/><Relationship Id="rId227" Type="http://schemas.openxmlformats.org/officeDocument/2006/relationships/customXml" Target="../ink/ink556.xml"/><Relationship Id="rId248" Type="http://schemas.openxmlformats.org/officeDocument/2006/relationships/image" Target="../media/image509.png"/><Relationship Id="rId12" Type="http://schemas.openxmlformats.org/officeDocument/2006/relationships/image" Target="../media/image398.png"/><Relationship Id="rId33" Type="http://schemas.openxmlformats.org/officeDocument/2006/relationships/image" Target="../media/image407.png"/><Relationship Id="rId108" Type="http://schemas.openxmlformats.org/officeDocument/2006/relationships/image" Target="../media/image443.png"/><Relationship Id="rId129" Type="http://schemas.openxmlformats.org/officeDocument/2006/relationships/image" Target="../media/image452.png"/><Relationship Id="rId54" Type="http://schemas.openxmlformats.org/officeDocument/2006/relationships/customXml" Target="../ink/ink465.xml"/><Relationship Id="rId75" Type="http://schemas.openxmlformats.org/officeDocument/2006/relationships/image" Target="../media/image427.png"/><Relationship Id="rId96" Type="http://schemas.openxmlformats.org/officeDocument/2006/relationships/image" Target="../media/image437.png"/><Relationship Id="rId140" Type="http://schemas.openxmlformats.org/officeDocument/2006/relationships/customXml" Target="../ink/ink510.xml"/><Relationship Id="rId161" Type="http://schemas.openxmlformats.org/officeDocument/2006/relationships/customXml" Target="../ink/ink521.xml"/><Relationship Id="rId182" Type="http://schemas.openxmlformats.org/officeDocument/2006/relationships/image" Target="../media/image477.png"/><Relationship Id="rId217" Type="http://schemas.openxmlformats.org/officeDocument/2006/relationships/image" Target="../media/image494.png"/><Relationship Id="rId6" Type="http://schemas.openxmlformats.org/officeDocument/2006/relationships/image" Target="../media/image395.png"/><Relationship Id="rId238" Type="http://schemas.openxmlformats.org/officeDocument/2006/relationships/image" Target="../media/image504.png"/><Relationship Id="rId259" Type="http://schemas.openxmlformats.org/officeDocument/2006/relationships/customXml" Target="../ink/ink572.xml"/><Relationship Id="rId23" Type="http://schemas.openxmlformats.org/officeDocument/2006/relationships/image" Target="../media/image402.png"/><Relationship Id="rId119" Type="http://schemas.openxmlformats.org/officeDocument/2006/relationships/image" Target="../media/image447.png"/><Relationship Id="rId44" Type="http://schemas.openxmlformats.org/officeDocument/2006/relationships/customXml" Target="../ink/ink460.xml"/><Relationship Id="rId65" Type="http://schemas.openxmlformats.org/officeDocument/2006/relationships/customXml" Target="../ink/ink471.xml"/><Relationship Id="rId86" Type="http://schemas.openxmlformats.org/officeDocument/2006/relationships/image" Target="../media/image432.png"/><Relationship Id="rId130" Type="http://schemas.openxmlformats.org/officeDocument/2006/relationships/customXml" Target="../ink/ink505.xml"/><Relationship Id="rId151" Type="http://schemas.openxmlformats.org/officeDocument/2006/relationships/customXml" Target="../ink/ink516.xml"/><Relationship Id="rId172" Type="http://schemas.openxmlformats.org/officeDocument/2006/relationships/customXml" Target="../ink/ink527.xml"/><Relationship Id="rId193" Type="http://schemas.openxmlformats.org/officeDocument/2006/relationships/image" Target="../media/image482.png"/><Relationship Id="rId207" Type="http://schemas.openxmlformats.org/officeDocument/2006/relationships/image" Target="../media/image489.png"/><Relationship Id="rId228" Type="http://schemas.openxmlformats.org/officeDocument/2006/relationships/image" Target="../media/image499.png"/><Relationship Id="rId249" Type="http://schemas.openxmlformats.org/officeDocument/2006/relationships/customXml" Target="../ink/ink567.xml"/><Relationship Id="rId13" Type="http://schemas.openxmlformats.org/officeDocument/2006/relationships/customXml" Target="../ink/ink444.xml"/><Relationship Id="rId109" Type="http://schemas.openxmlformats.org/officeDocument/2006/relationships/customXml" Target="../ink/ink494.xml"/><Relationship Id="rId260" Type="http://schemas.openxmlformats.org/officeDocument/2006/relationships/image" Target="../media/image515.png"/><Relationship Id="rId34" Type="http://schemas.openxmlformats.org/officeDocument/2006/relationships/customXml" Target="../ink/ink455.xml"/><Relationship Id="rId55" Type="http://schemas.openxmlformats.org/officeDocument/2006/relationships/customXml" Target="../ink/ink466.xml"/><Relationship Id="rId76" Type="http://schemas.openxmlformats.org/officeDocument/2006/relationships/customXml" Target="../ink/ink477.xml"/><Relationship Id="rId97" Type="http://schemas.openxmlformats.org/officeDocument/2006/relationships/customXml" Target="../ink/ink488.xml"/><Relationship Id="rId120" Type="http://schemas.openxmlformats.org/officeDocument/2006/relationships/customXml" Target="../ink/ink500.xml"/><Relationship Id="rId141" Type="http://schemas.openxmlformats.org/officeDocument/2006/relationships/image" Target="../media/image458.png"/><Relationship Id="rId7" Type="http://schemas.openxmlformats.org/officeDocument/2006/relationships/customXml" Target="../ink/ink441.xml"/><Relationship Id="rId162" Type="http://schemas.openxmlformats.org/officeDocument/2006/relationships/customXml" Target="../ink/ink522.xml"/><Relationship Id="rId183" Type="http://schemas.openxmlformats.org/officeDocument/2006/relationships/customXml" Target="../ink/ink533.xml"/><Relationship Id="rId218" Type="http://schemas.openxmlformats.org/officeDocument/2006/relationships/customXml" Target="../ink/ink551.xml"/><Relationship Id="rId239" Type="http://schemas.openxmlformats.org/officeDocument/2006/relationships/customXml" Target="../ink/ink562.xml"/><Relationship Id="rId250" Type="http://schemas.openxmlformats.org/officeDocument/2006/relationships/image" Target="../media/image510.png"/><Relationship Id="rId24" Type="http://schemas.openxmlformats.org/officeDocument/2006/relationships/customXml" Target="../ink/ink450.xml"/><Relationship Id="rId45" Type="http://schemas.openxmlformats.org/officeDocument/2006/relationships/image" Target="../media/image413.png"/><Relationship Id="rId66" Type="http://schemas.openxmlformats.org/officeDocument/2006/relationships/customXml" Target="../ink/ink472.xml"/><Relationship Id="rId87" Type="http://schemas.openxmlformats.org/officeDocument/2006/relationships/customXml" Target="../ink/ink483.xml"/><Relationship Id="rId110" Type="http://schemas.openxmlformats.org/officeDocument/2006/relationships/image" Target="../media/image444.png"/><Relationship Id="rId131" Type="http://schemas.openxmlformats.org/officeDocument/2006/relationships/image" Target="../media/image453.png"/><Relationship Id="rId152" Type="http://schemas.openxmlformats.org/officeDocument/2006/relationships/image" Target="../media/image463.png"/><Relationship Id="rId173" Type="http://schemas.openxmlformats.org/officeDocument/2006/relationships/image" Target="../media/image473.png"/><Relationship Id="rId194" Type="http://schemas.openxmlformats.org/officeDocument/2006/relationships/customXml" Target="../ink/ink539.xml"/><Relationship Id="rId208" Type="http://schemas.openxmlformats.org/officeDocument/2006/relationships/customXml" Target="../ink/ink546.xml"/><Relationship Id="rId229" Type="http://schemas.openxmlformats.org/officeDocument/2006/relationships/customXml" Target="../ink/ink557.xml"/><Relationship Id="rId240" Type="http://schemas.openxmlformats.org/officeDocument/2006/relationships/image" Target="../media/image505.png"/><Relationship Id="rId261" Type="http://schemas.openxmlformats.org/officeDocument/2006/relationships/customXml" Target="../ink/ink573.xml"/><Relationship Id="rId14" Type="http://schemas.openxmlformats.org/officeDocument/2006/relationships/image" Target="../media/image399.png"/><Relationship Id="rId35" Type="http://schemas.openxmlformats.org/officeDocument/2006/relationships/image" Target="../media/image408.png"/><Relationship Id="rId56" Type="http://schemas.openxmlformats.org/officeDocument/2006/relationships/image" Target="../media/image418.png"/><Relationship Id="rId77" Type="http://schemas.openxmlformats.org/officeDocument/2006/relationships/image" Target="../media/image428.png"/><Relationship Id="rId100" Type="http://schemas.openxmlformats.org/officeDocument/2006/relationships/image" Target="../media/image439.png"/><Relationship Id="rId8" Type="http://schemas.openxmlformats.org/officeDocument/2006/relationships/image" Target="../media/image396.png"/><Relationship Id="rId98" Type="http://schemas.openxmlformats.org/officeDocument/2006/relationships/image" Target="../media/image438.png"/><Relationship Id="rId121" Type="http://schemas.openxmlformats.org/officeDocument/2006/relationships/image" Target="../media/image448.png"/><Relationship Id="rId142" Type="http://schemas.openxmlformats.org/officeDocument/2006/relationships/customXml" Target="../ink/ink511.xml"/><Relationship Id="rId163" Type="http://schemas.openxmlformats.org/officeDocument/2006/relationships/image" Target="../media/image468.png"/><Relationship Id="rId184" Type="http://schemas.openxmlformats.org/officeDocument/2006/relationships/image" Target="../media/image478.png"/><Relationship Id="rId219" Type="http://schemas.openxmlformats.org/officeDocument/2006/relationships/image" Target="../media/image495.png"/><Relationship Id="rId230" Type="http://schemas.openxmlformats.org/officeDocument/2006/relationships/image" Target="../media/image500.png"/><Relationship Id="rId251" Type="http://schemas.openxmlformats.org/officeDocument/2006/relationships/customXml" Target="../ink/ink568.xml"/><Relationship Id="rId25" Type="http://schemas.openxmlformats.org/officeDocument/2006/relationships/image" Target="../media/image403.png"/><Relationship Id="rId46" Type="http://schemas.openxmlformats.org/officeDocument/2006/relationships/customXml" Target="../ink/ink461.xml"/><Relationship Id="rId67" Type="http://schemas.openxmlformats.org/officeDocument/2006/relationships/image" Target="../media/image423.png"/><Relationship Id="rId88" Type="http://schemas.openxmlformats.org/officeDocument/2006/relationships/image" Target="../media/image433.png"/><Relationship Id="rId111" Type="http://schemas.openxmlformats.org/officeDocument/2006/relationships/customXml" Target="../ink/ink495.xml"/><Relationship Id="rId132" Type="http://schemas.openxmlformats.org/officeDocument/2006/relationships/customXml" Target="../ink/ink506.xml"/><Relationship Id="rId153" Type="http://schemas.openxmlformats.org/officeDocument/2006/relationships/customXml" Target="../ink/ink517.xml"/><Relationship Id="rId174" Type="http://schemas.openxmlformats.org/officeDocument/2006/relationships/customXml" Target="../ink/ink528.xml"/><Relationship Id="rId195" Type="http://schemas.openxmlformats.org/officeDocument/2006/relationships/image" Target="../media/image483.png"/><Relationship Id="rId209" Type="http://schemas.openxmlformats.org/officeDocument/2006/relationships/image" Target="../media/image490.png"/><Relationship Id="rId220" Type="http://schemas.openxmlformats.org/officeDocument/2006/relationships/customXml" Target="../ink/ink552.xml"/><Relationship Id="rId241" Type="http://schemas.openxmlformats.org/officeDocument/2006/relationships/customXml" Target="../ink/ink563.xml"/><Relationship Id="rId15" Type="http://schemas.openxmlformats.org/officeDocument/2006/relationships/customXml" Target="../ink/ink445.xml"/><Relationship Id="rId36" Type="http://schemas.openxmlformats.org/officeDocument/2006/relationships/customXml" Target="../ink/ink456.xml"/><Relationship Id="rId57" Type="http://schemas.openxmlformats.org/officeDocument/2006/relationships/customXml" Target="../ink/ink467.xml"/><Relationship Id="rId262" Type="http://schemas.openxmlformats.org/officeDocument/2006/relationships/image" Target="../media/image516.png"/><Relationship Id="rId78" Type="http://schemas.openxmlformats.org/officeDocument/2006/relationships/customXml" Target="../ink/ink478.xml"/><Relationship Id="rId99" Type="http://schemas.openxmlformats.org/officeDocument/2006/relationships/customXml" Target="../ink/ink489.xml"/><Relationship Id="rId101" Type="http://schemas.openxmlformats.org/officeDocument/2006/relationships/customXml" Target="../ink/ink490.xml"/><Relationship Id="rId122" Type="http://schemas.openxmlformats.org/officeDocument/2006/relationships/customXml" Target="../ink/ink501.xml"/><Relationship Id="rId143" Type="http://schemas.openxmlformats.org/officeDocument/2006/relationships/image" Target="../media/image459.png"/><Relationship Id="rId164" Type="http://schemas.openxmlformats.org/officeDocument/2006/relationships/customXml" Target="../ink/ink523.xml"/><Relationship Id="rId185" Type="http://schemas.openxmlformats.org/officeDocument/2006/relationships/customXml" Target="../ink/ink534.xml"/><Relationship Id="rId9" Type="http://schemas.openxmlformats.org/officeDocument/2006/relationships/customXml" Target="../ink/ink442.xml"/><Relationship Id="rId210" Type="http://schemas.openxmlformats.org/officeDocument/2006/relationships/customXml" Target="../ink/ink547.xml"/><Relationship Id="rId26" Type="http://schemas.openxmlformats.org/officeDocument/2006/relationships/customXml" Target="../ink/ink451.xml"/><Relationship Id="rId231" Type="http://schemas.openxmlformats.org/officeDocument/2006/relationships/customXml" Target="../ink/ink558.xml"/><Relationship Id="rId252" Type="http://schemas.openxmlformats.org/officeDocument/2006/relationships/image" Target="../media/image511.png"/><Relationship Id="rId47" Type="http://schemas.openxmlformats.org/officeDocument/2006/relationships/image" Target="../media/image414.png"/><Relationship Id="rId68" Type="http://schemas.openxmlformats.org/officeDocument/2006/relationships/customXml" Target="../ink/ink473.xml"/><Relationship Id="rId89" Type="http://schemas.openxmlformats.org/officeDocument/2006/relationships/customXml" Target="../ink/ink484.xml"/><Relationship Id="rId112" Type="http://schemas.openxmlformats.org/officeDocument/2006/relationships/customXml" Target="../ink/ink496.xml"/><Relationship Id="rId133" Type="http://schemas.openxmlformats.org/officeDocument/2006/relationships/image" Target="../media/image454.png"/><Relationship Id="rId154" Type="http://schemas.openxmlformats.org/officeDocument/2006/relationships/image" Target="../media/image464.png"/><Relationship Id="rId175" Type="http://schemas.openxmlformats.org/officeDocument/2006/relationships/image" Target="../media/image474.png"/><Relationship Id="rId196" Type="http://schemas.openxmlformats.org/officeDocument/2006/relationships/customXml" Target="../ink/ink540.xml"/><Relationship Id="rId200" Type="http://schemas.openxmlformats.org/officeDocument/2006/relationships/customXml" Target="../ink/ink542.xml"/><Relationship Id="rId16" Type="http://schemas.openxmlformats.org/officeDocument/2006/relationships/image" Target="../media/image1650.png"/><Relationship Id="rId221" Type="http://schemas.openxmlformats.org/officeDocument/2006/relationships/image" Target="../media/image496.png"/><Relationship Id="rId242" Type="http://schemas.openxmlformats.org/officeDocument/2006/relationships/image" Target="../media/image506.png"/><Relationship Id="rId263" Type="http://schemas.openxmlformats.org/officeDocument/2006/relationships/customXml" Target="../ink/ink574.xml"/><Relationship Id="rId37" Type="http://schemas.openxmlformats.org/officeDocument/2006/relationships/image" Target="../media/image409.png"/><Relationship Id="rId58" Type="http://schemas.openxmlformats.org/officeDocument/2006/relationships/image" Target="../media/image419.png"/><Relationship Id="rId79" Type="http://schemas.openxmlformats.org/officeDocument/2006/relationships/image" Target="../media/image429.png"/><Relationship Id="rId102" Type="http://schemas.openxmlformats.org/officeDocument/2006/relationships/image" Target="../media/image440.png"/><Relationship Id="rId123" Type="http://schemas.openxmlformats.org/officeDocument/2006/relationships/image" Target="../media/image449.png"/><Relationship Id="rId144" Type="http://schemas.openxmlformats.org/officeDocument/2006/relationships/customXml" Target="../ink/ink512.xml"/><Relationship Id="rId90" Type="http://schemas.openxmlformats.org/officeDocument/2006/relationships/image" Target="../media/image434.png"/><Relationship Id="rId165" Type="http://schemas.openxmlformats.org/officeDocument/2006/relationships/image" Target="../media/image469.png"/><Relationship Id="rId186" Type="http://schemas.openxmlformats.org/officeDocument/2006/relationships/image" Target="../media/image479.png"/><Relationship Id="rId211" Type="http://schemas.openxmlformats.org/officeDocument/2006/relationships/image" Target="../media/image491.png"/><Relationship Id="rId232" Type="http://schemas.openxmlformats.org/officeDocument/2006/relationships/image" Target="../media/image501.png"/><Relationship Id="rId253" Type="http://schemas.openxmlformats.org/officeDocument/2006/relationships/customXml" Target="../ink/ink569.xml"/><Relationship Id="rId27" Type="http://schemas.openxmlformats.org/officeDocument/2006/relationships/image" Target="../media/image404.png"/><Relationship Id="rId48" Type="http://schemas.openxmlformats.org/officeDocument/2006/relationships/customXml" Target="../ink/ink462.xml"/><Relationship Id="rId69" Type="http://schemas.openxmlformats.org/officeDocument/2006/relationships/image" Target="../media/image424.png"/><Relationship Id="rId113" Type="http://schemas.openxmlformats.org/officeDocument/2006/relationships/image" Target="../media/image445.png"/><Relationship Id="rId134" Type="http://schemas.openxmlformats.org/officeDocument/2006/relationships/customXml" Target="../ink/ink507.xml"/><Relationship Id="rId80" Type="http://schemas.openxmlformats.org/officeDocument/2006/relationships/customXml" Target="../ink/ink479.xml"/><Relationship Id="rId155" Type="http://schemas.openxmlformats.org/officeDocument/2006/relationships/customXml" Target="../ink/ink518.xml"/><Relationship Id="rId176" Type="http://schemas.openxmlformats.org/officeDocument/2006/relationships/customXml" Target="../ink/ink529.xml"/><Relationship Id="rId197" Type="http://schemas.openxmlformats.org/officeDocument/2006/relationships/image" Target="../media/image484.png"/><Relationship Id="rId201" Type="http://schemas.openxmlformats.org/officeDocument/2006/relationships/image" Target="../media/image486.png"/><Relationship Id="rId222" Type="http://schemas.openxmlformats.org/officeDocument/2006/relationships/customXml" Target="../ink/ink553.xml"/><Relationship Id="rId243" Type="http://schemas.openxmlformats.org/officeDocument/2006/relationships/customXml" Target="../ink/ink564.xml"/><Relationship Id="rId264" Type="http://schemas.openxmlformats.org/officeDocument/2006/relationships/image" Target="../media/image517.png"/><Relationship Id="rId17" Type="http://schemas.openxmlformats.org/officeDocument/2006/relationships/customXml" Target="../ink/ink446.xml"/><Relationship Id="rId38" Type="http://schemas.openxmlformats.org/officeDocument/2006/relationships/customXml" Target="../ink/ink457.xml"/><Relationship Id="rId59" Type="http://schemas.openxmlformats.org/officeDocument/2006/relationships/customXml" Target="../ink/ink468.xml"/><Relationship Id="rId103" Type="http://schemas.openxmlformats.org/officeDocument/2006/relationships/customXml" Target="../ink/ink491.xml"/><Relationship Id="rId124" Type="http://schemas.openxmlformats.org/officeDocument/2006/relationships/customXml" Target="../ink/ink502.xml"/><Relationship Id="rId70" Type="http://schemas.openxmlformats.org/officeDocument/2006/relationships/customXml" Target="../ink/ink474.xml"/><Relationship Id="rId91" Type="http://schemas.openxmlformats.org/officeDocument/2006/relationships/customXml" Target="../ink/ink485.xml"/><Relationship Id="rId145" Type="http://schemas.openxmlformats.org/officeDocument/2006/relationships/image" Target="../media/image460.png"/><Relationship Id="rId166" Type="http://schemas.openxmlformats.org/officeDocument/2006/relationships/customXml" Target="../ink/ink524.xml"/><Relationship Id="rId187" Type="http://schemas.openxmlformats.org/officeDocument/2006/relationships/customXml" Target="../ink/ink535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48.xml"/><Relationship Id="rId233" Type="http://schemas.openxmlformats.org/officeDocument/2006/relationships/customXml" Target="../ink/ink559.xml"/><Relationship Id="rId254" Type="http://schemas.openxmlformats.org/officeDocument/2006/relationships/image" Target="../media/image512.png"/><Relationship Id="rId28" Type="http://schemas.openxmlformats.org/officeDocument/2006/relationships/customXml" Target="../ink/ink452.xml"/><Relationship Id="rId49" Type="http://schemas.openxmlformats.org/officeDocument/2006/relationships/image" Target="../media/image415.png"/><Relationship Id="rId114" Type="http://schemas.openxmlformats.org/officeDocument/2006/relationships/customXml" Target="../ink/ink497.xml"/><Relationship Id="rId60" Type="http://schemas.openxmlformats.org/officeDocument/2006/relationships/image" Target="../media/image420.png"/><Relationship Id="rId81" Type="http://schemas.openxmlformats.org/officeDocument/2006/relationships/image" Target="../media/image430.png"/><Relationship Id="rId135" Type="http://schemas.openxmlformats.org/officeDocument/2006/relationships/image" Target="../media/image455.png"/><Relationship Id="rId156" Type="http://schemas.openxmlformats.org/officeDocument/2006/relationships/image" Target="../media/image465.png"/><Relationship Id="rId177" Type="http://schemas.openxmlformats.org/officeDocument/2006/relationships/customXml" Target="../ink/ink530.xml"/><Relationship Id="rId198" Type="http://schemas.openxmlformats.org/officeDocument/2006/relationships/customXml" Target="../ink/ink541.xml"/><Relationship Id="rId202" Type="http://schemas.openxmlformats.org/officeDocument/2006/relationships/customXml" Target="../ink/ink543.xml"/><Relationship Id="rId223" Type="http://schemas.openxmlformats.org/officeDocument/2006/relationships/customXml" Target="../ink/ink554.xml"/><Relationship Id="rId244" Type="http://schemas.openxmlformats.org/officeDocument/2006/relationships/image" Target="../media/image507.png"/><Relationship Id="rId18" Type="http://schemas.openxmlformats.org/officeDocument/2006/relationships/image" Target="../media/image400.png"/><Relationship Id="rId39" Type="http://schemas.openxmlformats.org/officeDocument/2006/relationships/image" Target="../media/image410.png"/><Relationship Id="rId265" Type="http://schemas.openxmlformats.org/officeDocument/2006/relationships/customXml" Target="../ink/ink575.xml"/><Relationship Id="rId50" Type="http://schemas.openxmlformats.org/officeDocument/2006/relationships/customXml" Target="../ink/ink463.xml"/><Relationship Id="rId104" Type="http://schemas.openxmlformats.org/officeDocument/2006/relationships/image" Target="../media/image441.png"/><Relationship Id="rId125" Type="http://schemas.openxmlformats.org/officeDocument/2006/relationships/image" Target="../media/image450.png"/><Relationship Id="rId146" Type="http://schemas.openxmlformats.org/officeDocument/2006/relationships/customXml" Target="../ink/ink513.xml"/><Relationship Id="rId167" Type="http://schemas.openxmlformats.org/officeDocument/2006/relationships/image" Target="../media/image470.png"/><Relationship Id="rId188" Type="http://schemas.openxmlformats.org/officeDocument/2006/relationships/image" Target="../media/image480.png"/><Relationship Id="rId71" Type="http://schemas.openxmlformats.org/officeDocument/2006/relationships/image" Target="../media/image425.png"/><Relationship Id="rId92" Type="http://schemas.openxmlformats.org/officeDocument/2006/relationships/image" Target="../media/image435.png"/><Relationship Id="rId213" Type="http://schemas.openxmlformats.org/officeDocument/2006/relationships/image" Target="../media/image492.png"/><Relationship Id="rId234" Type="http://schemas.openxmlformats.org/officeDocument/2006/relationships/image" Target="../media/image502.png"/><Relationship Id="rId2" Type="http://schemas.openxmlformats.org/officeDocument/2006/relationships/image" Target="../media/image393.png"/><Relationship Id="rId29" Type="http://schemas.openxmlformats.org/officeDocument/2006/relationships/image" Target="../media/image405.png"/><Relationship Id="rId255" Type="http://schemas.openxmlformats.org/officeDocument/2006/relationships/customXml" Target="../ink/ink570.xml"/><Relationship Id="rId40" Type="http://schemas.openxmlformats.org/officeDocument/2006/relationships/customXml" Target="../ink/ink458.xml"/><Relationship Id="rId115" Type="http://schemas.openxmlformats.org/officeDocument/2006/relationships/image" Target="../media/image446.png"/><Relationship Id="rId136" Type="http://schemas.openxmlformats.org/officeDocument/2006/relationships/customXml" Target="../ink/ink508.xml"/><Relationship Id="rId157" Type="http://schemas.openxmlformats.org/officeDocument/2006/relationships/customXml" Target="../ink/ink519.xml"/><Relationship Id="rId178" Type="http://schemas.openxmlformats.org/officeDocument/2006/relationships/image" Target="../media/image475.png"/><Relationship Id="rId61" Type="http://schemas.openxmlformats.org/officeDocument/2006/relationships/customXml" Target="../ink/ink469.xml"/><Relationship Id="rId82" Type="http://schemas.openxmlformats.org/officeDocument/2006/relationships/customXml" Target="../ink/ink480.xml"/><Relationship Id="rId199" Type="http://schemas.openxmlformats.org/officeDocument/2006/relationships/image" Target="../media/image485.png"/><Relationship Id="rId203" Type="http://schemas.openxmlformats.org/officeDocument/2006/relationships/image" Target="../media/image487.png"/><Relationship Id="rId19" Type="http://schemas.openxmlformats.org/officeDocument/2006/relationships/customXml" Target="../ink/ink447.xml"/><Relationship Id="rId224" Type="http://schemas.openxmlformats.org/officeDocument/2006/relationships/image" Target="../media/image497.png"/><Relationship Id="rId245" Type="http://schemas.openxmlformats.org/officeDocument/2006/relationships/customXml" Target="../ink/ink565.xml"/><Relationship Id="rId266" Type="http://schemas.openxmlformats.org/officeDocument/2006/relationships/image" Target="../media/image518.png"/><Relationship Id="rId30" Type="http://schemas.openxmlformats.org/officeDocument/2006/relationships/customXml" Target="../ink/ink453.xml"/><Relationship Id="rId105" Type="http://schemas.openxmlformats.org/officeDocument/2006/relationships/customXml" Target="../ink/ink492.xml"/><Relationship Id="rId126" Type="http://schemas.openxmlformats.org/officeDocument/2006/relationships/customXml" Target="../ink/ink503.xml"/><Relationship Id="rId147" Type="http://schemas.openxmlformats.org/officeDocument/2006/relationships/image" Target="../media/image461.png"/><Relationship Id="rId168" Type="http://schemas.openxmlformats.org/officeDocument/2006/relationships/customXml" Target="../ink/ink525.xml"/><Relationship Id="rId51" Type="http://schemas.openxmlformats.org/officeDocument/2006/relationships/image" Target="../media/image416.png"/><Relationship Id="rId72" Type="http://schemas.openxmlformats.org/officeDocument/2006/relationships/customXml" Target="../ink/ink475.xml"/><Relationship Id="rId93" Type="http://schemas.openxmlformats.org/officeDocument/2006/relationships/customXml" Target="../ink/ink486.xml"/><Relationship Id="rId189" Type="http://schemas.openxmlformats.org/officeDocument/2006/relationships/customXml" Target="../ink/ink536.xml"/><Relationship Id="rId3" Type="http://schemas.openxmlformats.org/officeDocument/2006/relationships/customXml" Target="../ink/ink439.xml"/><Relationship Id="rId214" Type="http://schemas.openxmlformats.org/officeDocument/2006/relationships/customXml" Target="../ink/ink549.xml"/><Relationship Id="rId235" Type="http://schemas.openxmlformats.org/officeDocument/2006/relationships/customXml" Target="../ink/ink560.xml"/><Relationship Id="rId256" Type="http://schemas.openxmlformats.org/officeDocument/2006/relationships/image" Target="../media/image513.png"/><Relationship Id="rId116" Type="http://schemas.openxmlformats.org/officeDocument/2006/relationships/customXml" Target="../ink/ink498.xml"/><Relationship Id="rId137" Type="http://schemas.openxmlformats.org/officeDocument/2006/relationships/image" Target="../media/image456.png"/><Relationship Id="rId158" Type="http://schemas.openxmlformats.org/officeDocument/2006/relationships/image" Target="../media/image466.png"/><Relationship Id="rId20" Type="http://schemas.openxmlformats.org/officeDocument/2006/relationships/image" Target="../media/image401.png"/><Relationship Id="rId41" Type="http://schemas.openxmlformats.org/officeDocument/2006/relationships/image" Target="../media/image411.png"/><Relationship Id="rId62" Type="http://schemas.openxmlformats.org/officeDocument/2006/relationships/image" Target="../media/image421.png"/><Relationship Id="rId83" Type="http://schemas.openxmlformats.org/officeDocument/2006/relationships/image" Target="../media/image431.png"/><Relationship Id="rId179" Type="http://schemas.openxmlformats.org/officeDocument/2006/relationships/customXml" Target="../ink/ink531.xml"/><Relationship Id="rId190" Type="http://schemas.openxmlformats.org/officeDocument/2006/relationships/image" Target="../media/image481.png"/><Relationship Id="rId204" Type="http://schemas.openxmlformats.org/officeDocument/2006/relationships/customXml" Target="../ink/ink544.xml"/><Relationship Id="rId225" Type="http://schemas.openxmlformats.org/officeDocument/2006/relationships/customXml" Target="../ink/ink555.xml"/><Relationship Id="rId246" Type="http://schemas.openxmlformats.org/officeDocument/2006/relationships/image" Target="../media/image508.png"/><Relationship Id="rId106" Type="http://schemas.openxmlformats.org/officeDocument/2006/relationships/image" Target="../media/image442.png"/><Relationship Id="rId127" Type="http://schemas.openxmlformats.org/officeDocument/2006/relationships/image" Target="../media/image451.png"/><Relationship Id="rId10" Type="http://schemas.openxmlformats.org/officeDocument/2006/relationships/image" Target="../media/image397.png"/><Relationship Id="rId31" Type="http://schemas.openxmlformats.org/officeDocument/2006/relationships/image" Target="../media/image406.png"/><Relationship Id="rId52" Type="http://schemas.openxmlformats.org/officeDocument/2006/relationships/customXml" Target="../ink/ink464.xml"/><Relationship Id="rId73" Type="http://schemas.openxmlformats.org/officeDocument/2006/relationships/image" Target="../media/image426.png"/><Relationship Id="rId94" Type="http://schemas.openxmlformats.org/officeDocument/2006/relationships/image" Target="../media/image436.png"/><Relationship Id="rId148" Type="http://schemas.openxmlformats.org/officeDocument/2006/relationships/customXml" Target="../ink/ink514.xml"/><Relationship Id="rId169" Type="http://schemas.openxmlformats.org/officeDocument/2006/relationships/image" Target="../media/image471.png"/><Relationship Id="rId4" Type="http://schemas.openxmlformats.org/officeDocument/2006/relationships/image" Target="../media/image394.png"/><Relationship Id="rId180" Type="http://schemas.openxmlformats.org/officeDocument/2006/relationships/image" Target="../media/image476.png"/><Relationship Id="rId215" Type="http://schemas.openxmlformats.org/officeDocument/2006/relationships/image" Target="../media/image493.png"/><Relationship Id="rId236" Type="http://schemas.openxmlformats.org/officeDocument/2006/relationships/image" Target="../media/image503.png"/><Relationship Id="rId257" Type="http://schemas.openxmlformats.org/officeDocument/2006/relationships/customXml" Target="../ink/ink571.xml"/><Relationship Id="rId42" Type="http://schemas.openxmlformats.org/officeDocument/2006/relationships/customXml" Target="../ink/ink459.xml"/><Relationship Id="rId84" Type="http://schemas.openxmlformats.org/officeDocument/2006/relationships/customXml" Target="../ink/ink481.xml"/><Relationship Id="rId138" Type="http://schemas.openxmlformats.org/officeDocument/2006/relationships/customXml" Target="../ink/ink509.xml"/><Relationship Id="rId191" Type="http://schemas.openxmlformats.org/officeDocument/2006/relationships/customXml" Target="../ink/ink537.xml"/><Relationship Id="rId205" Type="http://schemas.openxmlformats.org/officeDocument/2006/relationships/image" Target="../media/image488.png"/><Relationship Id="rId247" Type="http://schemas.openxmlformats.org/officeDocument/2006/relationships/customXml" Target="../ink/ink566.xml"/></Relationships>
</file>

<file path=ppt/slides/_rels/slide5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33.xml"/><Relationship Id="rId21" Type="http://schemas.openxmlformats.org/officeDocument/2006/relationships/customXml" Target="../ink/ink585.xml"/><Relationship Id="rId63" Type="http://schemas.openxmlformats.org/officeDocument/2006/relationships/customXml" Target="../ink/ink606.xml"/><Relationship Id="rId159" Type="http://schemas.openxmlformats.org/officeDocument/2006/relationships/customXml" Target="../ink/ink654.xml"/><Relationship Id="rId170" Type="http://schemas.openxmlformats.org/officeDocument/2006/relationships/image" Target="../media/image602.png"/><Relationship Id="rId226" Type="http://schemas.openxmlformats.org/officeDocument/2006/relationships/image" Target="../media/image630.png"/><Relationship Id="rId268" Type="http://schemas.openxmlformats.org/officeDocument/2006/relationships/image" Target="../media/image651.png"/><Relationship Id="rId32" Type="http://schemas.openxmlformats.org/officeDocument/2006/relationships/image" Target="../media/image534.png"/><Relationship Id="rId74" Type="http://schemas.openxmlformats.org/officeDocument/2006/relationships/image" Target="../media/image554.png"/><Relationship Id="rId128" Type="http://schemas.openxmlformats.org/officeDocument/2006/relationships/image" Target="../media/image581.png"/><Relationship Id="rId5" Type="http://schemas.openxmlformats.org/officeDocument/2006/relationships/customXml" Target="../ink/ink577.xml"/><Relationship Id="rId181" Type="http://schemas.openxmlformats.org/officeDocument/2006/relationships/customXml" Target="../ink/ink665.xml"/><Relationship Id="rId237" Type="http://schemas.openxmlformats.org/officeDocument/2006/relationships/customXml" Target="../ink/ink693.xml"/><Relationship Id="rId279" Type="http://schemas.openxmlformats.org/officeDocument/2006/relationships/customXml" Target="../ink/ink714.xml"/><Relationship Id="rId43" Type="http://schemas.openxmlformats.org/officeDocument/2006/relationships/customXml" Target="../ink/ink596.xml"/><Relationship Id="rId139" Type="http://schemas.openxmlformats.org/officeDocument/2006/relationships/customXml" Target="../ink/ink644.xml"/><Relationship Id="rId290" Type="http://schemas.openxmlformats.org/officeDocument/2006/relationships/customXml" Target="../ink/ink720.xml"/><Relationship Id="rId85" Type="http://schemas.openxmlformats.org/officeDocument/2006/relationships/customXml" Target="../ink/ink617.xml"/><Relationship Id="rId150" Type="http://schemas.openxmlformats.org/officeDocument/2006/relationships/image" Target="../media/image592.png"/><Relationship Id="rId192" Type="http://schemas.openxmlformats.org/officeDocument/2006/relationships/image" Target="../media/image613.png"/><Relationship Id="rId206" Type="http://schemas.openxmlformats.org/officeDocument/2006/relationships/image" Target="../media/image620.png"/><Relationship Id="rId248" Type="http://schemas.openxmlformats.org/officeDocument/2006/relationships/image" Target="../media/image641.png"/><Relationship Id="rId12" Type="http://schemas.openxmlformats.org/officeDocument/2006/relationships/image" Target="../media/image524.png"/><Relationship Id="rId33" Type="http://schemas.openxmlformats.org/officeDocument/2006/relationships/customXml" Target="../ink/ink591.xml"/><Relationship Id="rId108" Type="http://schemas.openxmlformats.org/officeDocument/2006/relationships/image" Target="../media/image571.png"/><Relationship Id="rId129" Type="http://schemas.openxmlformats.org/officeDocument/2006/relationships/customXml" Target="../ink/ink639.xml"/><Relationship Id="rId280" Type="http://schemas.openxmlformats.org/officeDocument/2006/relationships/image" Target="../media/image657.png"/><Relationship Id="rId54" Type="http://schemas.openxmlformats.org/officeDocument/2006/relationships/image" Target="../media/image544.png"/><Relationship Id="rId75" Type="http://schemas.openxmlformats.org/officeDocument/2006/relationships/customXml" Target="../ink/ink612.xml"/><Relationship Id="rId96" Type="http://schemas.openxmlformats.org/officeDocument/2006/relationships/image" Target="../media/image565.png"/><Relationship Id="rId140" Type="http://schemas.openxmlformats.org/officeDocument/2006/relationships/image" Target="../media/image587.png"/><Relationship Id="rId161" Type="http://schemas.openxmlformats.org/officeDocument/2006/relationships/customXml" Target="../ink/ink655.xml"/><Relationship Id="rId182" Type="http://schemas.openxmlformats.org/officeDocument/2006/relationships/image" Target="../media/image608.png"/><Relationship Id="rId217" Type="http://schemas.openxmlformats.org/officeDocument/2006/relationships/customXml" Target="../ink/ink683.xml"/><Relationship Id="rId6" Type="http://schemas.openxmlformats.org/officeDocument/2006/relationships/image" Target="../media/image521.png"/><Relationship Id="rId238" Type="http://schemas.openxmlformats.org/officeDocument/2006/relationships/image" Target="../media/image636.png"/><Relationship Id="rId259" Type="http://schemas.openxmlformats.org/officeDocument/2006/relationships/customXml" Target="../ink/ink704.xml"/><Relationship Id="rId23" Type="http://schemas.openxmlformats.org/officeDocument/2006/relationships/customXml" Target="../ink/ink586.xml"/><Relationship Id="rId119" Type="http://schemas.openxmlformats.org/officeDocument/2006/relationships/customXml" Target="../ink/ink634.xml"/><Relationship Id="rId270" Type="http://schemas.openxmlformats.org/officeDocument/2006/relationships/image" Target="../media/image652.png"/><Relationship Id="rId291" Type="http://schemas.openxmlformats.org/officeDocument/2006/relationships/image" Target="../media/image662.png"/><Relationship Id="rId44" Type="http://schemas.openxmlformats.org/officeDocument/2006/relationships/image" Target="../media/image2630.png"/><Relationship Id="rId65" Type="http://schemas.openxmlformats.org/officeDocument/2006/relationships/customXml" Target="../ink/ink607.xml"/><Relationship Id="rId86" Type="http://schemas.openxmlformats.org/officeDocument/2006/relationships/image" Target="../media/image560.png"/><Relationship Id="rId130" Type="http://schemas.openxmlformats.org/officeDocument/2006/relationships/image" Target="../media/image582.png"/><Relationship Id="rId151" Type="http://schemas.openxmlformats.org/officeDocument/2006/relationships/customXml" Target="../ink/ink650.xml"/><Relationship Id="rId172" Type="http://schemas.openxmlformats.org/officeDocument/2006/relationships/image" Target="../media/image603.png"/><Relationship Id="rId193" Type="http://schemas.openxmlformats.org/officeDocument/2006/relationships/customXml" Target="../ink/ink671.xml"/><Relationship Id="rId207" Type="http://schemas.openxmlformats.org/officeDocument/2006/relationships/customXml" Target="../ink/ink678.xml"/><Relationship Id="rId228" Type="http://schemas.openxmlformats.org/officeDocument/2006/relationships/image" Target="../media/image631.png"/><Relationship Id="rId249" Type="http://schemas.openxmlformats.org/officeDocument/2006/relationships/customXml" Target="../ink/ink699.xml"/><Relationship Id="rId13" Type="http://schemas.openxmlformats.org/officeDocument/2006/relationships/customXml" Target="../ink/ink581.xml"/><Relationship Id="rId109" Type="http://schemas.openxmlformats.org/officeDocument/2006/relationships/customXml" Target="../ink/ink629.xml"/><Relationship Id="rId260" Type="http://schemas.openxmlformats.org/officeDocument/2006/relationships/image" Target="../media/image647.png"/><Relationship Id="rId281" Type="http://schemas.openxmlformats.org/officeDocument/2006/relationships/customXml" Target="../ink/ink715.xml"/><Relationship Id="rId34" Type="http://schemas.openxmlformats.org/officeDocument/2006/relationships/image" Target="../media/image535.png"/><Relationship Id="rId55" Type="http://schemas.openxmlformats.org/officeDocument/2006/relationships/customXml" Target="../ink/ink602.xml"/><Relationship Id="rId76" Type="http://schemas.openxmlformats.org/officeDocument/2006/relationships/image" Target="../media/image555.png"/><Relationship Id="rId97" Type="http://schemas.openxmlformats.org/officeDocument/2006/relationships/customXml" Target="../ink/ink623.xml"/><Relationship Id="rId120" Type="http://schemas.openxmlformats.org/officeDocument/2006/relationships/image" Target="../media/image577.png"/><Relationship Id="rId141" Type="http://schemas.openxmlformats.org/officeDocument/2006/relationships/customXml" Target="../ink/ink645.xml"/><Relationship Id="rId7" Type="http://schemas.openxmlformats.org/officeDocument/2006/relationships/customXml" Target="../ink/ink578.xml"/><Relationship Id="rId162" Type="http://schemas.openxmlformats.org/officeDocument/2006/relationships/image" Target="../media/image598.png"/><Relationship Id="rId183" Type="http://schemas.openxmlformats.org/officeDocument/2006/relationships/customXml" Target="../ink/ink666.xml"/><Relationship Id="rId218" Type="http://schemas.openxmlformats.org/officeDocument/2006/relationships/image" Target="../media/image626.png"/><Relationship Id="rId239" Type="http://schemas.openxmlformats.org/officeDocument/2006/relationships/customXml" Target="../ink/ink694.xml"/><Relationship Id="rId250" Type="http://schemas.openxmlformats.org/officeDocument/2006/relationships/image" Target="../media/image642.png"/><Relationship Id="rId271" Type="http://schemas.openxmlformats.org/officeDocument/2006/relationships/customXml" Target="../ink/ink710.xml"/><Relationship Id="rId292" Type="http://schemas.openxmlformats.org/officeDocument/2006/relationships/customXml" Target="../ink/ink721.xml"/><Relationship Id="rId24" Type="http://schemas.openxmlformats.org/officeDocument/2006/relationships/image" Target="../media/image530.png"/><Relationship Id="rId45" Type="http://schemas.openxmlformats.org/officeDocument/2006/relationships/customXml" Target="../ink/ink597.xml"/><Relationship Id="rId66" Type="http://schemas.openxmlformats.org/officeDocument/2006/relationships/image" Target="../media/image550.png"/><Relationship Id="rId87" Type="http://schemas.openxmlformats.org/officeDocument/2006/relationships/customXml" Target="../ink/ink618.xml"/><Relationship Id="rId110" Type="http://schemas.openxmlformats.org/officeDocument/2006/relationships/image" Target="../media/image572.png"/><Relationship Id="rId131" Type="http://schemas.openxmlformats.org/officeDocument/2006/relationships/customXml" Target="../ink/ink640.xml"/><Relationship Id="rId152" Type="http://schemas.openxmlformats.org/officeDocument/2006/relationships/image" Target="../media/image593.png"/><Relationship Id="rId173" Type="http://schemas.openxmlformats.org/officeDocument/2006/relationships/customXml" Target="../ink/ink661.xml"/><Relationship Id="rId194" Type="http://schemas.openxmlformats.org/officeDocument/2006/relationships/image" Target="../media/image614.png"/><Relationship Id="rId208" Type="http://schemas.openxmlformats.org/officeDocument/2006/relationships/image" Target="../media/image621.png"/><Relationship Id="rId229" Type="http://schemas.openxmlformats.org/officeDocument/2006/relationships/customXml" Target="../ink/ink689.xml"/><Relationship Id="rId240" Type="http://schemas.openxmlformats.org/officeDocument/2006/relationships/image" Target="../media/image637.png"/><Relationship Id="rId261" Type="http://schemas.openxmlformats.org/officeDocument/2006/relationships/customXml" Target="../ink/ink705.xml"/><Relationship Id="rId14" Type="http://schemas.openxmlformats.org/officeDocument/2006/relationships/image" Target="../media/image525.png"/><Relationship Id="rId35" Type="http://schemas.openxmlformats.org/officeDocument/2006/relationships/customXml" Target="../ink/ink592.xml"/><Relationship Id="rId56" Type="http://schemas.openxmlformats.org/officeDocument/2006/relationships/image" Target="../media/image545.png"/><Relationship Id="rId77" Type="http://schemas.openxmlformats.org/officeDocument/2006/relationships/customXml" Target="../ink/ink613.xml"/><Relationship Id="rId100" Type="http://schemas.openxmlformats.org/officeDocument/2006/relationships/image" Target="../media/image567.png"/><Relationship Id="rId282" Type="http://schemas.openxmlformats.org/officeDocument/2006/relationships/image" Target="../media/image658.png"/><Relationship Id="rId8" Type="http://schemas.openxmlformats.org/officeDocument/2006/relationships/image" Target="../media/image522.png"/><Relationship Id="rId98" Type="http://schemas.openxmlformats.org/officeDocument/2006/relationships/image" Target="../media/image566.png"/><Relationship Id="rId121" Type="http://schemas.openxmlformats.org/officeDocument/2006/relationships/customXml" Target="../ink/ink635.xml"/><Relationship Id="rId142" Type="http://schemas.openxmlformats.org/officeDocument/2006/relationships/image" Target="../media/image588.png"/><Relationship Id="rId163" Type="http://schemas.openxmlformats.org/officeDocument/2006/relationships/customXml" Target="../ink/ink656.xml"/><Relationship Id="rId184" Type="http://schemas.openxmlformats.org/officeDocument/2006/relationships/image" Target="../media/image609.png"/><Relationship Id="rId219" Type="http://schemas.openxmlformats.org/officeDocument/2006/relationships/customXml" Target="../ink/ink684.xml"/><Relationship Id="rId230" Type="http://schemas.openxmlformats.org/officeDocument/2006/relationships/image" Target="../media/image632.png"/><Relationship Id="rId251" Type="http://schemas.openxmlformats.org/officeDocument/2006/relationships/customXml" Target="../ink/ink700.xml"/><Relationship Id="rId25" Type="http://schemas.openxmlformats.org/officeDocument/2006/relationships/customXml" Target="../ink/ink587.xml"/><Relationship Id="rId46" Type="http://schemas.openxmlformats.org/officeDocument/2006/relationships/image" Target="../media/image540.png"/><Relationship Id="rId67" Type="http://schemas.openxmlformats.org/officeDocument/2006/relationships/customXml" Target="../ink/ink608.xml"/><Relationship Id="rId272" Type="http://schemas.openxmlformats.org/officeDocument/2006/relationships/image" Target="../media/image653.png"/><Relationship Id="rId293" Type="http://schemas.openxmlformats.org/officeDocument/2006/relationships/image" Target="../media/image663.png"/><Relationship Id="rId88" Type="http://schemas.openxmlformats.org/officeDocument/2006/relationships/image" Target="../media/image561.png"/><Relationship Id="rId111" Type="http://schemas.openxmlformats.org/officeDocument/2006/relationships/customXml" Target="../ink/ink630.xml"/><Relationship Id="rId132" Type="http://schemas.openxmlformats.org/officeDocument/2006/relationships/image" Target="../media/image583.png"/><Relationship Id="rId153" Type="http://schemas.openxmlformats.org/officeDocument/2006/relationships/customXml" Target="../ink/ink651.xml"/><Relationship Id="rId174" Type="http://schemas.openxmlformats.org/officeDocument/2006/relationships/image" Target="../media/image604.png"/><Relationship Id="rId195" Type="http://schemas.openxmlformats.org/officeDocument/2006/relationships/customXml" Target="../ink/ink672.xml"/><Relationship Id="rId209" Type="http://schemas.openxmlformats.org/officeDocument/2006/relationships/customXml" Target="../ink/ink679.xml"/><Relationship Id="rId220" Type="http://schemas.openxmlformats.org/officeDocument/2006/relationships/image" Target="../media/image627.png"/><Relationship Id="rId241" Type="http://schemas.openxmlformats.org/officeDocument/2006/relationships/customXml" Target="../ink/ink695.xml"/><Relationship Id="rId15" Type="http://schemas.openxmlformats.org/officeDocument/2006/relationships/customXml" Target="../ink/ink582.xml"/><Relationship Id="rId36" Type="http://schemas.openxmlformats.org/officeDocument/2006/relationships/image" Target="../media/image536.png"/><Relationship Id="rId57" Type="http://schemas.openxmlformats.org/officeDocument/2006/relationships/customXml" Target="../ink/ink603.xml"/><Relationship Id="rId262" Type="http://schemas.openxmlformats.org/officeDocument/2006/relationships/image" Target="../media/image648.png"/><Relationship Id="rId283" Type="http://schemas.openxmlformats.org/officeDocument/2006/relationships/customXml" Target="../ink/ink716.xml"/><Relationship Id="rId78" Type="http://schemas.openxmlformats.org/officeDocument/2006/relationships/image" Target="../media/image556.png"/><Relationship Id="rId99" Type="http://schemas.openxmlformats.org/officeDocument/2006/relationships/customXml" Target="../ink/ink624.xml"/><Relationship Id="rId101" Type="http://schemas.openxmlformats.org/officeDocument/2006/relationships/customXml" Target="../ink/ink625.xml"/><Relationship Id="rId122" Type="http://schemas.openxmlformats.org/officeDocument/2006/relationships/image" Target="../media/image578.png"/><Relationship Id="rId143" Type="http://schemas.openxmlformats.org/officeDocument/2006/relationships/customXml" Target="../ink/ink646.xml"/><Relationship Id="rId164" Type="http://schemas.openxmlformats.org/officeDocument/2006/relationships/image" Target="../media/image599.png"/><Relationship Id="rId185" Type="http://schemas.openxmlformats.org/officeDocument/2006/relationships/customXml" Target="../ink/ink667.xml"/><Relationship Id="rId9" Type="http://schemas.openxmlformats.org/officeDocument/2006/relationships/customXml" Target="../ink/ink579.xml"/><Relationship Id="rId210" Type="http://schemas.openxmlformats.org/officeDocument/2006/relationships/image" Target="../media/image622.png"/><Relationship Id="rId26" Type="http://schemas.openxmlformats.org/officeDocument/2006/relationships/image" Target="../media/image531.png"/><Relationship Id="rId231" Type="http://schemas.openxmlformats.org/officeDocument/2006/relationships/customXml" Target="../ink/ink690.xml"/><Relationship Id="rId252" Type="http://schemas.openxmlformats.org/officeDocument/2006/relationships/image" Target="../media/image643.png"/><Relationship Id="rId273" Type="http://schemas.openxmlformats.org/officeDocument/2006/relationships/customXml" Target="../ink/ink711.xml"/><Relationship Id="rId47" Type="http://schemas.openxmlformats.org/officeDocument/2006/relationships/customXml" Target="../ink/ink598.xml"/><Relationship Id="rId68" Type="http://schemas.openxmlformats.org/officeDocument/2006/relationships/image" Target="../media/image551.png"/><Relationship Id="rId89" Type="http://schemas.openxmlformats.org/officeDocument/2006/relationships/customXml" Target="../ink/ink619.xml"/><Relationship Id="rId112" Type="http://schemas.openxmlformats.org/officeDocument/2006/relationships/image" Target="../media/image573.png"/><Relationship Id="rId133" Type="http://schemas.openxmlformats.org/officeDocument/2006/relationships/customXml" Target="../ink/ink641.xml"/><Relationship Id="rId154" Type="http://schemas.openxmlformats.org/officeDocument/2006/relationships/image" Target="../media/image594.png"/><Relationship Id="rId175" Type="http://schemas.openxmlformats.org/officeDocument/2006/relationships/customXml" Target="../ink/ink662.xml"/><Relationship Id="rId196" Type="http://schemas.openxmlformats.org/officeDocument/2006/relationships/image" Target="../media/image615.png"/><Relationship Id="rId200" Type="http://schemas.openxmlformats.org/officeDocument/2006/relationships/image" Target="../media/image617.png"/><Relationship Id="rId16" Type="http://schemas.openxmlformats.org/officeDocument/2006/relationships/image" Target="../media/image526.png"/><Relationship Id="rId221" Type="http://schemas.openxmlformats.org/officeDocument/2006/relationships/customXml" Target="../ink/ink685.xml"/><Relationship Id="rId242" Type="http://schemas.openxmlformats.org/officeDocument/2006/relationships/image" Target="../media/image638.png"/><Relationship Id="rId263" Type="http://schemas.openxmlformats.org/officeDocument/2006/relationships/customXml" Target="../ink/ink706.xml"/><Relationship Id="rId284" Type="http://schemas.openxmlformats.org/officeDocument/2006/relationships/customXml" Target="../ink/ink717.xml"/><Relationship Id="rId37" Type="http://schemas.openxmlformats.org/officeDocument/2006/relationships/customXml" Target="../ink/ink593.xml"/><Relationship Id="rId58" Type="http://schemas.openxmlformats.org/officeDocument/2006/relationships/image" Target="../media/image546.png"/><Relationship Id="rId79" Type="http://schemas.openxmlformats.org/officeDocument/2006/relationships/customXml" Target="../ink/ink614.xml"/><Relationship Id="rId102" Type="http://schemas.openxmlformats.org/officeDocument/2006/relationships/image" Target="../media/image568.png"/><Relationship Id="rId123" Type="http://schemas.openxmlformats.org/officeDocument/2006/relationships/customXml" Target="../ink/ink636.xml"/><Relationship Id="rId144" Type="http://schemas.openxmlformats.org/officeDocument/2006/relationships/image" Target="../media/image589.png"/><Relationship Id="rId90" Type="http://schemas.openxmlformats.org/officeDocument/2006/relationships/image" Target="../media/image562.png"/><Relationship Id="rId165" Type="http://schemas.openxmlformats.org/officeDocument/2006/relationships/customXml" Target="../ink/ink657.xml"/><Relationship Id="rId186" Type="http://schemas.openxmlformats.org/officeDocument/2006/relationships/image" Target="../media/image610.png"/><Relationship Id="rId211" Type="http://schemas.openxmlformats.org/officeDocument/2006/relationships/customXml" Target="../ink/ink680.xml"/><Relationship Id="rId232" Type="http://schemas.openxmlformats.org/officeDocument/2006/relationships/image" Target="../media/image633.png"/><Relationship Id="rId253" Type="http://schemas.openxmlformats.org/officeDocument/2006/relationships/customXml" Target="../ink/ink701.xml"/><Relationship Id="rId274" Type="http://schemas.openxmlformats.org/officeDocument/2006/relationships/image" Target="../media/image654.png"/><Relationship Id="rId27" Type="http://schemas.openxmlformats.org/officeDocument/2006/relationships/customXml" Target="../ink/ink588.xml"/><Relationship Id="rId48" Type="http://schemas.openxmlformats.org/officeDocument/2006/relationships/image" Target="../media/image541.png"/><Relationship Id="rId69" Type="http://schemas.openxmlformats.org/officeDocument/2006/relationships/customXml" Target="../ink/ink609.xml"/><Relationship Id="rId113" Type="http://schemas.openxmlformats.org/officeDocument/2006/relationships/customXml" Target="../ink/ink631.xml"/><Relationship Id="rId134" Type="http://schemas.openxmlformats.org/officeDocument/2006/relationships/image" Target="../media/image584.png"/><Relationship Id="rId80" Type="http://schemas.openxmlformats.org/officeDocument/2006/relationships/image" Target="../media/image557.png"/><Relationship Id="rId155" Type="http://schemas.openxmlformats.org/officeDocument/2006/relationships/customXml" Target="../ink/ink652.xml"/><Relationship Id="rId176" Type="http://schemas.openxmlformats.org/officeDocument/2006/relationships/image" Target="../media/image605.png"/><Relationship Id="rId197" Type="http://schemas.openxmlformats.org/officeDocument/2006/relationships/customXml" Target="../ink/ink673.xml"/><Relationship Id="rId201" Type="http://schemas.openxmlformats.org/officeDocument/2006/relationships/customXml" Target="../ink/ink675.xml"/><Relationship Id="rId222" Type="http://schemas.openxmlformats.org/officeDocument/2006/relationships/image" Target="../media/image628.png"/><Relationship Id="rId243" Type="http://schemas.openxmlformats.org/officeDocument/2006/relationships/customXml" Target="../ink/ink696.xml"/><Relationship Id="rId264" Type="http://schemas.openxmlformats.org/officeDocument/2006/relationships/image" Target="../media/image649.png"/><Relationship Id="rId285" Type="http://schemas.openxmlformats.org/officeDocument/2006/relationships/image" Target="../media/image659.png"/><Relationship Id="rId17" Type="http://schemas.openxmlformats.org/officeDocument/2006/relationships/customXml" Target="../ink/ink583.xml"/><Relationship Id="rId38" Type="http://schemas.openxmlformats.org/officeDocument/2006/relationships/image" Target="../media/image537.png"/><Relationship Id="rId59" Type="http://schemas.openxmlformats.org/officeDocument/2006/relationships/customXml" Target="../ink/ink604.xml"/><Relationship Id="rId103" Type="http://schemas.openxmlformats.org/officeDocument/2006/relationships/customXml" Target="../ink/ink626.xml"/><Relationship Id="rId124" Type="http://schemas.openxmlformats.org/officeDocument/2006/relationships/image" Target="../media/image579.png"/><Relationship Id="rId70" Type="http://schemas.openxmlformats.org/officeDocument/2006/relationships/image" Target="../media/image552.png"/><Relationship Id="rId91" Type="http://schemas.openxmlformats.org/officeDocument/2006/relationships/customXml" Target="../ink/ink620.xml"/><Relationship Id="rId145" Type="http://schemas.openxmlformats.org/officeDocument/2006/relationships/customXml" Target="../ink/ink647.xml"/><Relationship Id="rId166" Type="http://schemas.openxmlformats.org/officeDocument/2006/relationships/image" Target="../media/image600.png"/><Relationship Id="rId187" Type="http://schemas.openxmlformats.org/officeDocument/2006/relationships/customXml" Target="../ink/ink66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23.png"/><Relationship Id="rId233" Type="http://schemas.openxmlformats.org/officeDocument/2006/relationships/customXml" Target="../ink/ink691.xml"/><Relationship Id="rId254" Type="http://schemas.openxmlformats.org/officeDocument/2006/relationships/image" Target="../media/image644.png"/><Relationship Id="rId28" Type="http://schemas.openxmlformats.org/officeDocument/2006/relationships/image" Target="../media/image532.png"/><Relationship Id="rId49" Type="http://schemas.openxmlformats.org/officeDocument/2006/relationships/customXml" Target="../ink/ink599.xml"/><Relationship Id="rId114" Type="http://schemas.openxmlformats.org/officeDocument/2006/relationships/image" Target="../media/image574.png"/><Relationship Id="rId275" Type="http://schemas.openxmlformats.org/officeDocument/2006/relationships/customXml" Target="../ink/ink712.xml"/><Relationship Id="rId60" Type="http://schemas.openxmlformats.org/officeDocument/2006/relationships/image" Target="../media/image547.png"/><Relationship Id="rId81" Type="http://schemas.openxmlformats.org/officeDocument/2006/relationships/customXml" Target="../ink/ink615.xml"/><Relationship Id="rId135" Type="http://schemas.openxmlformats.org/officeDocument/2006/relationships/customXml" Target="../ink/ink642.xml"/><Relationship Id="rId156" Type="http://schemas.openxmlformats.org/officeDocument/2006/relationships/image" Target="../media/image595.png"/><Relationship Id="rId177" Type="http://schemas.openxmlformats.org/officeDocument/2006/relationships/customXml" Target="../ink/ink663.xml"/><Relationship Id="rId198" Type="http://schemas.openxmlformats.org/officeDocument/2006/relationships/image" Target="../media/image616.png"/><Relationship Id="rId202" Type="http://schemas.openxmlformats.org/officeDocument/2006/relationships/image" Target="../media/image618.png"/><Relationship Id="rId223" Type="http://schemas.openxmlformats.org/officeDocument/2006/relationships/customXml" Target="../ink/ink686.xml"/><Relationship Id="rId244" Type="http://schemas.openxmlformats.org/officeDocument/2006/relationships/image" Target="../media/image639.png"/><Relationship Id="rId18" Type="http://schemas.openxmlformats.org/officeDocument/2006/relationships/image" Target="../media/image527.png"/><Relationship Id="rId39" Type="http://schemas.openxmlformats.org/officeDocument/2006/relationships/customXml" Target="../ink/ink594.xml"/><Relationship Id="rId265" Type="http://schemas.openxmlformats.org/officeDocument/2006/relationships/customXml" Target="../ink/ink707.xml"/><Relationship Id="rId286" Type="http://schemas.openxmlformats.org/officeDocument/2006/relationships/customXml" Target="../ink/ink718.xml"/><Relationship Id="rId50" Type="http://schemas.openxmlformats.org/officeDocument/2006/relationships/image" Target="../media/image542.png"/><Relationship Id="rId104" Type="http://schemas.openxmlformats.org/officeDocument/2006/relationships/image" Target="../media/image569.png"/><Relationship Id="rId125" Type="http://schemas.openxmlformats.org/officeDocument/2006/relationships/customXml" Target="../ink/ink637.xml"/><Relationship Id="rId146" Type="http://schemas.openxmlformats.org/officeDocument/2006/relationships/image" Target="../media/image590.png"/><Relationship Id="rId167" Type="http://schemas.openxmlformats.org/officeDocument/2006/relationships/customXml" Target="../ink/ink658.xml"/><Relationship Id="rId188" Type="http://schemas.openxmlformats.org/officeDocument/2006/relationships/image" Target="../media/image611.png"/><Relationship Id="rId71" Type="http://schemas.openxmlformats.org/officeDocument/2006/relationships/customXml" Target="../ink/ink610.xml"/><Relationship Id="rId92" Type="http://schemas.openxmlformats.org/officeDocument/2006/relationships/image" Target="../media/image563.png"/><Relationship Id="rId213" Type="http://schemas.openxmlformats.org/officeDocument/2006/relationships/customXml" Target="../ink/ink681.xml"/><Relationship Id="rId234" Type="http://schemas.openxmlformats.org/officeDocument/2006/relationships/image" Target="../media/image634.png"/><Relationship Id="rId2" Type="http://schemas.openxmlformats.org/officeDocument/2006/relationships/image" Target="../media/image519.png"/><Relationship Id="rId29" Type="http://schemas.openxmlformats.org/officeDocument/2006/relationships/customXml" Target="../ink/ink589.xml"/><Relationship Id="rId255" Type="http://schemas.openxmlformats.org/officeDocument/2006/relationships/customXml" Target="../ink/ink702.xml"/><Relationship Id="rId276" Type="http://schemas.openxmlformats.org/officeDocument/2006/relationships/image" Target="../media/image655.png"/><Relationship Id="rId40" Type="http://schemas.openxmlformats.org/officeDocument/2006/relationships/image" Target="../media/image538.png"/><Relationship Id="rId115" Type="http://schemas.openxmlformats.org/officeDocument/2006/relationships/customXml" Target="../ink/ink632.xml"/><Relationship Id="rId136" Type="http://schemas.openxmlformats.org/officeDocument/2006/relationships/image" Target="../media/image585.png"/><Relationship Id="rId157" Type="http://schemas.openxmlformats.org/officeDocument/2006/relationships/customXml" Target="../ink/ink653.xml"/><Relationship Id="rId178" Type="http://schemas.openxmlformats.org/officeDocument/2006/relationships/image" Target="../media/image606.png"/><Relationship Id="rId61" Type="http://schemas.openxmlformats.org/officeDocument/2006/relationships/customXml" Target="../ink/ink605.xml"/><Relationship Id="rId82" Type="http://schemas.openxmlformats.org/officeDocument/2006/relationships/image" Target="../media/image558.png"/><Relationship Id="rId199" Type="http://schemas.openxmlformats.org/officeDocument/2006/relationships/customXml" Target="../ink/ink674.xml"/><Relationship Id="rId203" Type="http://schemas.openxmlformats.org/officeDocument/2006/relationships/customXml" Target="../ink/ink676.xml"/><Relationship Id="rId19" Type="http://schemas.openxmlformats.org/officeDocument/2006/relationships/customXml" Target="../ink/ink584.xml"/><Relationship Id="rId224" Type="http://schemas.openxmlformats.org/officeDocument/2006/relationships/image" Target="../media/image629.png"/><Relationship Id="rId245" Type="http://schemas.openxmlformats.org/officeDocument/2006/relationships/customXml" Target="../ink/ink697.xml"/><Relationship Id="rId266" Type="http://schemas.openxmlformats.org/officeDocument/2006/relationships/image" Target="../media/image650.png"/><Relationship Id="rId287" Type="http://schemas.openxmlformats.org/officeDocument/2006/relationships/image" Target="../media/image660.png"/><Relationship Id="rId30" Type="http://schemas.openxmlformats.org/officeDocument/2006/relationships/image" Target="../media/image533.png"/><Relationship Id="rId105" Type="http://schemas.openxmlformats.org/officeDocument/2006/relationships/customXml" Target="../ink/ink627.xml"/><Relationship Id="rId126" Type="http://schemas.openxmlformats.org/officeDocument/2006/relationships/image" Target="../media/image580.png"/><Relationship Id="rId147" Type="http://schemas.openxmlformats.org/officeDocument/2006/relationships/customXml" Target="../ink/ink648.xml"/><Relationship Id="rId168" Type="http://schemas.openxmlformats.org/officeDocument/2006/relationships/image" Target="../media/image601.png"/><Relationship Id="rId51" Type="http://schemas.openxmlformats.org/officeDocument/2006/relationships/customXml" Target="../ink/ink600.xml"/><Relationship Id="rId72" Type="http://schemas.openxmlformats.org/officeDocument/2006/relationships/image" Target="../media/image553.png"/><Relationship Id="rId93" Type="http://schemas.openxmlformats.org/officeDocument/2006/relationships/customXml" Target="../ink/ink621.xml"/><Relationship Id="rId189" Type="http://schemas.openxmlformats.org/officeDocument/2006/relationships/customXml" Target="../ink/ink669.xml"/><Relationship Id="rId3" Type="http://schemas.openxmlformats.org/officeDocument/2006/relationships/customXml" Target="../ink/ink576.xml"/><Relationship Id="rId214" Type="http://schemas.openxmlformats.org/officeDocument/2006/relationships/image" Target="../media/image624.png"/><Relationship Id="rId235" Type="http://schemas.openxmlformats.org/officeDocument/2006/relationships/customXml" Target="../ink/ink692.xml"/><Relationship Id="rId256" Type="http://schemas.openxmlformats.org/officeDocument/2006/relationships/image" Target="../media/image645.png"/><Relationship Id="rId277" Type="http://schemas.openxmlformats.org/officeDocument/2006/relationships/customXml" Target="../ink/ink713.xml"/><Relationship Id="rId116" Type="http://schemas.openxmlformats.org/officeDocument/2006/relationships/image" Target="../media/image575.png"/><Relationship Id="rId137" Type="http://schemas.openxmlformats.org/officeDocument/2006/relationships/customXml" Target="../ink/ink643.xml"/><Relationship Id="rId158" Type="http://schemas.openxmlformats.org/officeDocument/2006/relationships/image" Target="../media/image596.png"/><Relationship Id="rId20" Type="http://schemas.openxmlformats.org/officeDocument/2006/relationships/image" Target="../media/image528.png"/><Relationship Id="rId41" Type="http://schemas.openxmlformats.org/officeDocument/2006/relationships/customXml" Target="../ink/ink595.xml"/><Relationship Id="rId62" Type="http://schemas.openxmlformats.org/officeDocument/2006/relationships/image" Target="../media/image548.png"/><Relationship Id="rId83" Type="http://schemas.openxmlformats.org/officeDocument/2006/relationships/customXml" Target="../ink/ink616.xml"/><Relationship Id="rId179" Type="http://schemas.openxmlformats.org/officeDocument/2006/relationships/customXml" Target="../ink/ink664.xml"/><Relationship Id="rId190" Type="http://schemas.openxmlformats.org/officeDocument/2006/relationships/image" Target="../media/image612.png"/><Relationship Id="rId204" Type="http://schemas.openxmlformats.org/officeDocument/2006/relationships/image" Target="../media/image619.png"/><Relationship Id="rId225" Type="http://schemas.openxmlformats.org/officeDocument/2006/relationships/customXml" Target="../ink/ink687.xml"/><Relationship Id="rId246" Type="http://schemas.openxmlformats.org/officeDocument/2006/relationships/image" Target="../media/image640.png"/><Relationship Id="rId267" Type="http://schemas.openxmlformats.org/officeDocument/2006/relationships/customXml" Target="../ink/ink708.xml"/><Relationship Id="rId288" Type="http://schemas.openxmlformats.org/officeDocument/2006/relationships/customXml" Target="../ink/ink719.xml"/><Relationship Id="rId106" Type="http://schemas.openxmlformats.org/officeDocument/2006/relationships/image" Target="../media/image570.png"/><Relationship Id="rId127" Type="http://schemas.openxmlformats.org/officeDocument/2006/relationships/customXml" Target="../ink/ink638.xml"/><Relationship Id="rId10" Type="http://schemas.openxmlformats.org/officeDocument/2006/relationships/image" Target="../media/image523.png"/><Relationship Id="rId31" Type="http://schemas.openxmlformats.org/officeDocument/2006/relationships/customXml" Target="../ink/ink590.xml"/><Relationship Id="rId52" Type="http://schemas.openxmlformats.org/officeDocument/2006/relationships/image" Target="../media/image543.png"/><Relationship Id="rId73" Type="http://schemas.openxmlformats.org/officeDocument/2006/relationships/customXml" Target="../ink/ink611.xml"/><Relationship Id="rId94" Type="http://schemas.openxmlformats.org/officeDocument/2006/relationships/image" Target="../media/image564.png"/><Relationship Id="rId148" Type="http://schemas.openxmlformats.org/officeDocument/2006/relationships/image" Target="../media/image591.png"/><Relationship Id="rId169" Type="http://schemas.openxmlformats.org/officeDocument/2006/relationships/customXml" Target="../ink/ink659.xml"/><Relationship Id="rId4" Type="http://schemas.openxmlformats.org/officeDocument/2006/relationships/image" Target="../media/image520.png"/><Relationship Id="rId180" Type="http://schemas.openxmlformats.org/officeDocument/2006/relationships/image" Target="../media/image607.png"/><Relationship Id="rId215" Type="http://schemas.openxmlformats.org/officeDocument/2006/relationships/customXml" Target="../ink/ink682.xml"/><Relationship Id="rId236" Type="http://schemas.openxmlformats.org/officeDocument/2006/relationships/image" Target="../media/image635.png"/><Relationship Id="rId257" Type="http://schemas.openxmlformats.org/officeDocument/2006/relationships/customXml" Target="../ink/ink703.xml"/><Relationship Id="rId278" Type="http://schemas.openxmlformats.org/officeDocument/2006/relationships/image" Target="../media/image656.png"/><Relationship Id="rId42" Type="http://schemas.openxmlformats.org/officeDocument/2006/relationships/image" Target="../media/image539.png"/><Relationship Id="rId84" Type="http://schemas.openxmlformats.org/officeDocument/2006/relationships/image" Target="../media/image559.png"/><Relationship Id="rId138" Type="http://schemas.openxmlformats.org/officeDocument/2006/relationships/image" Target="../media/image586.png"/><Relationship Id="rId191" Type="http://schemas.openxmlformats.org/officeDocument/2006/relationships/customXml" Target="../ink/ink670.xml"/><Relationship Id="rId205" Type="http://schemas.openxmlformats.org/officeDocument/2006/relationships/customXml" Target="../ink/ink677.xml"/><Relationship Id="rId247" Type="http://schemas.openxmlformats.org/officeDocument/2006/relationships/customXml" Target="../ink/ink698.xml"/><Relationship Id="rId107" Type="http://schemas.openxmlformats.org/officeDocument/2006/relationships/customXml" Target="../ink/ink628.xml"/><Relationship Id="rId289" Type="http://schemas.openxmlformats.org/officeDocument/2006/relationships/image" Target="../media/image661.png"/><Relationship Id="rId11" Type="http://schemas.openxmlformats.org/officeDocument/2006/relationships/customXml" Target="../ink/ink580.xml"/><Relationship Id="rId53" Type="http://schemas.openxmlformats.org/officeDocument/2006/relationships/customXml" Target="../ink/ink601.xml"/><Relationship Id="rId149" Type="http://schemas.openxmlformats.org/officeDocument/2006/relationships/customXml" Target="../ink/ink649.xml"/><Relationship Id="rId95" Type="http://schemas.openxmlformats.org/officeDocument/2006/relationships/customXml" Target="../ink/ink622.xml"/><Relationship Id="rId160" Type="http://schemas.openxmlformats.org/officeDocument/2006/relationships/image" Target="../media/image597.png"/><Relationship Id="rId216" Type="http://schemas.openxmlformats.org/officeDocument/2006/relationships/image" Target="../media/image625.png"/><Relationship Id="rId258" Type="http://schemas.openxmlformats.org/officeDocument/2006/relationships/image" Target="../media/image646.png"/><Relationship Id="rId22" Type="http://schemas.openxmlformats.org/officeDocument/2006/relationships/image" Target="../media/image529.png"/><Relationship Id="rId64" Type="http://schemas.openxmlformats.org/officeDocument/2006/relationships/image" Target="../media/image549.png"/><Relationship Id="rId118" Type="http://schemas.openxmlformats.org/officeDocument/2006/relationships/image" Target="../media/image576.png"/><Relationship Id="rId171" Type="http://schemas.openxmlformats.org/officeDocument/2006/relationships/customXml" Target="../ink/ink660.xml"/><Relationship Id="rId227" Type="http://schemas.openxmlformats.org/officeDocument/2006/relationships/customXml" Target="../ink/ink688.xml"/><Relationship Id="rId269" Type="http://schemas.openxmlformats.org/officeDocument/2006/relationships/customXml" Target="../ink/ink70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5.png"/><Relationship Id="rId2" Type="http://schemas.openxmlformats.org/officeDocument/2006/relationships/image" Target="../media/image6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B7FBDC7-AD10-A08D-6594-72C388612EE3}"/>
              </a:ext>
            </a:extLst>
          </p:cNvPr>
          <p:cNvSpPr txBox="1"/>
          <p:nvPr/>
        </p:nvSpPr>
        <p:spPr>
          <a:xfrm>
            <a:off x="1113809" y="2960716"/>
            <a:ext cx="4267815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err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Mécanique</a:t>
            </a:r>
            <a:r>
              <a:rPr lang="en-US" sz="5400" kern="1200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err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Quantique</a:t>
            </a:r>
            <a:r>
              <a:rPr lang="en-US" sz="5400" kern="1200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B4890F-3013-9EC9-F3CF-BABC65D626D6}"/>
              </a:ext>
            </a:extLst>
          </p:cNvPr>
          <p:cNvSpPr txBox="1"/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 Habib BOUTALEB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</a:t>
            </a: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El </a:t>
            </a:r>
            <a:r>
              <a:rPr lang="en-US" sz="20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keurti</a:t>
            </a: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Mohammed</a:t>
            </a:r>
          </a:p>
        </p:txBody>
      </p:sp>
      <p:pic>
        <p:nvPicPr>
          <p:cNvPr id="4" name="Picture 6" descr="Digital Connections">
            <a:extLst>
              <a:ext uri="{FF2B5EF4-FFF2-40B4-BE49-F238E27FC236}">
                <a16:creationId xmlns:a16="http://schemas.microsoft.com/office/drawing/2014/main" id="{9F2FB881-7615-888F-F301-ACD42C21695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45" r="-1" b="-1"/>
          <a:stretch>
            <a:fillRect/>
          </a:stretch>
        </p:blipFill>
        <p:spPr>
          <a:xfrm>
            <a:off x="5951067" y="1689774"/>
            <a:ext cx="5536001" cy="3114014"/>
          </a:xfrm>
          <a:prstGeom prst="rect">
            <a:avLst/>
          </a:prstGeom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77F105-7687-44C9-E7B8-89453C37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FD27-9DAC-4567-B5C2-EFBAB06AA928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FD859A-7FCE-92BC-E257-2C94C593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5128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4D37C2-1D66-580C-58C5-275B3D93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83013C-798F-A41D-D98B-9D88226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</a:t>
            </a:fld>
            <a:endParaRPr lang="en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823BC3-CC42-391E-F907-DCB24F6480F3}"/>
              </a:ext>
            </a:extLst>
          </p:cNvPr>
          <p:cNvSpPr txBox="1"/>
          <p:nvPr/>
        </p:nvSpPr>
        <p:spPr>
          <a:xfrm>
            <a:off x="2162175" y="457200"/>
            <a:ext cx="8724900" cy="419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b="1" dirty="0" err="1"/>
              <a:t>Etudiants</a:t>
            </a:r>
            <a:r>
              <a:rPr lang="en-CA" b="1" dirty="0"/>
              <a:t> </a:t>
            </a:r>
            <a:r>
              <a:rPr lang="en-CA" b="1" dirty="0" err="1"/>
              <a:t>fréquentant</a:t>
            </a:r>
            <a:r>
              <a:rPr lang="en-CA" b="1" dirty="0"/>
              <a:t> le </a:t>
            </a:r>
            <a:r>
              <a:rPr lang="en-CA" b="1" dirty="0" err="1"/>
              <a:t>cours</a:t>
            </a:r>
            <a:r>
              <a:rPr lang="en-CA" b="1" dirty="0"/>
              <a:t> pour </a:t>
            </a:r>
            <a:r>
              <a:rPr lang="en-CA" b="1" dirty="0" err="1"/>
              <a:t>l’année</a:t>
            </a:r>
            <a:r>
              <a:rPr lang="en-CA" b="1" dirty="0"/>
              <a:t> 2025-2026 : </a:t>
            </a:r>
          </a:p>
          <a:p>
            <a:pPr>
              <a:lnSpc>
                <a:spcPct val="150000"/>
              </a:lnSpc>
            </a:pPr>
            <a:r>
              <a:rPr lang="en-CA" dirty="0"/>
              <a:t>"fatimamedjahdi74@gmail.com" &lt;fatimamedjahdi74@gmail.com&gt;,</a:t>
            </a:r>
            <a:br>
              <a:rPr lang="en-CA" dirty="0"/>
            </a:br>
            <a:r>
              <a:rPr lang="en-CA" dirty="0"/>
              <a:t>"larabihafidha2004@gmail.com" &lt;larabihafidha2004@gmail.com&gt;,</a:t>
            </a:r>
            <a:br>
              <a:rPr lang="en-CA" dirty="0"/>
            </a:br>
            <a:r>
              <a:rPr lang="en-CA" dirty="0"/>
              <a:t>"nonaq9112@gmail.com" &lt;nonaq9112@gmail.com&gt;,</a:t>
            </a:r>
            <a:br>
              <a:rPr lang="en-CA" dirty="0"/>
            </a:br>
            <a:r>
              <a:rPr lang="en-CA" dirty="0"/>
              <a:t>Talbi Djamila &lt;talbidjamila2004@gmail.com&gt;,</a:t>
            </a:r>
            <a:br>
              <a:rPr lang="en-CA" dirty="0"/>
            </a:br>
            <a:r>
              <a:rPr lang="en-CA" dirty="0"/>
              <a:t>ayaterrahmanehafsamaita@gmail.com,</a:t>
            </a:r>
            <a:br>
              <a:rPr lang="en-CA" dirty="0"/>
            </a:br>
            <a:r>
              <a:rPr lang="en-CA" dirty="0"/>
              <a:t>"ha257238@gmail.com" &lt;ha257238@gmail.com&gt;,</a:t>
            </a:r>
            <a:br>
              <a:rPr lang="en-CA" dirty="0"/>
            </a:br>
            <a:r>
              <a:rPr lang="en-CA" dirty="0"/>
              <a:t>"sadounsadoun200@gmail.com" &lt;sadounsadoun200@gmail.com&gt;,</a:t>
            </a:r>
            <a:br>
              <a:rPr lang="en-CA" dirty="0"/>
            </a:br>
            <a:r>
              <a:rPr lang="en-CA" dirty="0"/>
              <a:t>"mohamedher554@gmail.com" &lt;mohamedher554@gmail.com&gt;,</a:t>
            </a:r>
            <a:br>
              <a:rPr lang="en-CA" dirty="0"/>
            </a:br>
            <a:r>
              <a:rPr lang="en-CA" dirty="0" err="1"/>
              <a:t>mohammed</a:t>
            </a:r>
            <a:r>
              <a:rPr lang="en-CA" dirty="0"/>
              <a:t> </a:t>
            </a:r>
            <a:r>
              <a:rPr lang="en-CA" dirty="0" err="1"/>
              <a:t>Elkeurti</a:t>
            </a:r>
            <a:r>
              <a:rPr lang="en-CA" dirty="0"/>
              <a:t> &lt;melkeurti2000@yahoo.fr&gt;</a:t>
            </a:r>
          </a:p>
        </p:txBody>
      </p:sp>
    </p:spTree>
    <p:extLst>
      <p:ext uri="{BB962C8B-B14F-4D97-AF65-F5344CB8AC3E}">
        <p14:creationId xmlns:p14="http://schemas.microsoft.com/office/powerpoint/2010/main" val="271110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A273FC-852C-DCB1-7B4A-58D602515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73B05A-6C57-2127-45D0-02F2087D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6DEC2BA-1FE7-70C3-E9E5-FD5337DBB532}"/>
                  </a:ext>
                </a:extLst>
              </p:cNvPr>
              <p:cNvSpPr txBox="1"/>
              <p:nvPr/>
            </p:nvSpPr>
            <p:spPr>
              <a:xfrm>
                <a:off x="1416354" y="188476"/>
                <a:ext cx="10708971" cy="6433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fr-FR" sz="1700" b="1" dirty="0"/>
                  <a:t>PLAN D’ÉTUDE SUR 8 SEMAINES</a:t>
                </a:r>
              </a:p>
              <a:p>
                <a:pPr>
                  <a:buNone/>
                </a:pPr>
                <a:r>
                  <a:rPr lang="fr-FR" sz="1700" b="1" dirty="0"/>
                  <a:t>Semaine 1 – Révision et bases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1700" b="1" dirty="0"/>
                  <a:t>Objectif</a:t>
                </a:r>
                <a:r>
                  <a:rPr lang="fr-FR" sz="1700" dirty="0"/>
                  <a:t> : remettre en place les fondements de la mécanique quantique.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1700" dirty="0"/>
                  <a:t>Rappels : équation de Schrödinger, opérateurs, observables, commutation, valeurs propres, états stationnaires.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fr-FR" sz="1700" dirty="0"/>
                  <a:t>TD : particule dans une boîte, puits infini, énergie quantifiée.</a:t>
                </a:r>
              </a:p>
              <a:p>
                <a:endParaRPr lang="fr-FR" sz="1700" dirty="0"/>
              </a:p>
              <a:p>
                <a:r>
                  <a:rPr lang="en-CA" sz="1700" b="1" dirty="0"/>
                  <a:t>Semaine 2 – Introduction au moment </a:t>
                </a:r>
                <a:r>
                  <a:rPr lang="en-CA" sz="1700" b="1" dirty="0" err="1"/>
                  <a:t>cinétique</a:t>
                </a:r>
                <a:endParaRPr lang="en-CA" sz="1700" b="1" dirty="0"/>
              </a:p>
              <a:p>
                <a:r>
                  <a:rPr lang="en-CA" sz="1700" b="1" dirty="0"/>
                  <a:t>Objectif</a:t>
                </a:r>
                <a:r>
                  <a:rPr lang="en-CA" sz="1700" dirty="0"/>
                  <a:t> : </a:t>
                </a:r>
                <a:r>
                  <a:rPr lang="en-CA" sz="1700" dirty="0" err="1"/>
                  <a:t>comprendre</a:t>
                </a:r>
                <a:r>
                  <a:rPr lang="en-CA" sz="1700" dirty="0"/>
                  <a:t> la nature du moment </a:t>
                </a:r>
                <a:r>
                  <a:rPr lang="en-CA" sz="1700" dirty="0" err="1"/>
                  <a:t>cinétique</a:t>
                </a:r>
                <a:r>
                  <a:rPr lang="en-CA" sz="1700" dirty="0"/>
                  <a:t> </a:t>
                </a:r>
                <a:r>
                  <a:rPr lang="en-CA" sz="1700" dirty="0" err="1"/>
                  <a:t>en</a:t>
                </a:r>
                <a:r>
                  <a:rPr lang="en-CA" sz="1700" dirty="0"/>
                  <a:t> MQ.</a:t>
                </a:r>
              </a:p>
              <a:p>
                <a:r>
                  <a:rPr lang="en-CA" sz="1700" dirty="0" err="1"/>
                  <a:t>Contenu</a:t>
                </a:r>
                <a:r>
                  <a:rPr lang="en-CA" sz="1700" dirty="0"/>
                  <a:t> : </a:t>
                </a:r>
                <a:r>
                  <a:rPr lang="en-CA" sz="1700" dirty="0" err="1"/>
                  <a:t>définitions</a:t>
                </a:r>
                <a:r>
                  <a:rPr lang="en-CA" sz="1700" dirty="0"/>
                  <a:t> </a:t>
                </a:r>
                <a:r>
                  <a:rPr lang="en-CA" sz="1700" dirty="0" err="1"/>
                  <a:t>opératorielles</a:t>
                </a:r>
                <a:r>
                  <a:rPr lang="en-CA" sz="17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sz="17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sz="17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sz="1700" dirty="0"/>
                  <a:t>; </a:t>
                </a:r>
                <a:r>
                  <a:rPr lang="en-CA" sz="1700" dirty="0"/>
                  <a:t>relations de commutation ; </a:t>
                </a:r>
                <a:r>
                  <a:rPr lang="en-CA" sz="1700" dirty="0" err="1"/>
                  <a:t>opérateurs</a:t>
                </a:r>
                <a:r>
                  <a:rPr lang="en-CA" sz="17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sz="17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sz="17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sz="1700" dirty="0"/>
                  <a:t>.</a:t>
                </a:r>
              </a:p>
              <a:p>
                <a:r>
                  <a:rPr lang="en-CA" sz="1700" dirty="0" err="1"/>
                  <a:t>Exercices</a:t>
                </a:r>
                <a:r>
                  <a:rPr lang="en-CA" sz="1700" dirty="0"/>
                  <a:t> : </a:t>
                </a:r>
                <a:r>
                  <a:rPr lang="en-CA" sz="1700" dirty="0" err="1"/>
                  <a:t>démontrer</a:t>
                </a:r>
                <a:r>
                  <a:rPr lang="en-CA" sz="1700" dirty="0"/>
                  <a:t> les </a:t>
                </a:r>
                <a:r>
                  <a:rPr lang="en-CA" sz="1700" dirty="0" err="1"/>
                  <a:t>commutateurs</a:t>
                </a:r>
                <a:r>
                  <a:rPr lang="en-CA" sz="1700" dirty="0"/>
                  <a:t> et </a:t>
                </a:r>
                <a:r>
                  <a:rPr lang="en-CA" sz="1700" dirty="0" err="1"/>
                  <a:t>trouver</a:t>
                </a:r>
                <a:r>
                  <a:rPr lang="en-CA" sz="1700" dirty="0"/>
                  <a:t> les </a:t>
                </a:r>
                <a:r>
                  <a:rPr lang="en-CA" sz="1700" dirty="0" err="1"/>
                  <a:t>valeurs</a:t>
                </a:r>
                <a:r>
                  <a:rPr lang="en-CA" sz="1700" dirty="0"/>
                  <a:t> </a:t>
                </a:r>
                <a:r>
                  <a:rPr lang="en-CA" sz="1700" dirty="0" err="1"/>
                  <a:t>propres</a:t>
                </a:r>
                <a:r>
                  <a:rPr lang="en-CA" sz="17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sz="1700" dirty="0"/>
                  <a:t>.</a:t>
                </a:r>
                <a:endParaRPr lang="en-CA" sz="1700" dirty="0"/>
              </a:p>
              <a:p>
                <a:endParaRPr lang="en-CA" sz="1700" dirty="0"/>
              </a:p>
              <a:p>
                <a:r>
                  <a:rPr lang="en-CA" sz="1700" b="1" dirty="0"/>
                  <a:t>Semaine 3 – États </a:t>
                </a:r>
                <a:r>
                  <a:rPr lang="en-CA" sz="1700" b="1" dirty="0" err="1"/>
                  <a:t>propres</a:t>
                </a:r>
                <a:r>
                  <a:rPr lang="en-CA" sz="1700" b="1" dirty="0"/>
                  <a:t> du moment </a:t>
                </a:r>
                <a:r>
                  <a:rPr lang="en-CA" sz="1700" b="1" dirty="0" err="1"/>
                  <a:t>cinétique</a:t>
                </a:r>
                <a:endParaRPr lang="en-CA" sz="1700" b="1" dirty="0"/>
              </a:p>
              <a:p>
                <a:r>
                  <a:rPr lang="en-CA" sz="1700" dirty="0"/>
                  <a:t>Importance physique du moment </a:t>
                </a:r>
                <a:r>
                  <a:rPr lang="en-CA" sz="1700" dirty="0" err="1"/>
                  <a:t>cinétique</a:t>
                </a:r>
                <a:r>
                  <a:rPr lang="en-CA" sz="1700" dirty="0"/>
                  <a:t> (orbital et </a:t>
                </a:r>
                <a:r>
                  <a:rPr lang="en-CA" sz="1700" dirty="0" err="1"/>
                  <a:t>intrinsèque</a:t>
                </a:r>
                <a:r>
                  <a:rPr lang="en-CA" sz="1700" dirty="0"/>
                  <a:t>).</a:t>
                </a:r>
              </a:p>
              <a:p>
                <a:r>
                  <a:rPr lang="en-CA" sz="1700" dirty="0"/>
                  <a:t>Valeurs et </a:t>
                </a:r>
                <a:r>
                  <a:rPr lang="en-CA" sz="1700" dirty="0" err="1"/>
                  <a:t>vecteurs</a:t>
                </a:r>
                <a:r>
                  <a:rPr lang="en-CA" sz="1700" dirty="0"/>
                  <a:t> </a:t>
                </a:r>
                <a:r>
                  <a:rPr lang="en-CA" sz="1700" dirty="0" err="1"/>
                  <a:t>propres</a:t>
                </a:r>
                <a:r>
                  <a:rPr lang="en-CA" sz="170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sz="17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sz="1700" dirty="0"/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sz="1700" dirty="0"/>
                  <a:t>; </a:t>
                </a:r>
                <a:r>
                  <a:rPr lang="en-CA" sz="1700" dirty="0" err="1"/>
                  <a:t>représentations</a:t>
                </a:r>
                <a:r>
                  <a:rPr lang="en-CA" sz="17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7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ar-AE" sz="17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ar-AE" sz="1700" dirty="0"/>
                  <a:t>.</a:t>
                </a:r>
              </a:p>
              <a:p>
                <a:r>
                  <a:rPr lang="en-CA" sz="1700" dirty="0"/>
                  <a:t>Cas </a:t>
                </a:r>
                <a:r>
                  <a:rPr lang="en-CA" sz="1700" dirty="0" err="1"/>
                  <a:t>particuliers</a:t>
                </a:r>
                <a:r>
                  <a:rPr lang="en-CA" sz="1700" dirty="0"/>
                  <a:t> : </a:t>
                </a:r>
                <a14:m>
                  <m:oMath xmlns:m="http://schemas.openxmlformats.org/officeDocument/2006/math">
                    <m:r>
                      <a:rPr lang="en-CA" sz="17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CA" sz="1700" dirty="0"/>
                  <a:t>, </a:t>
                </a:r>
                <a14:m>
                  <m:oMath xmlns:m="http://schemas.openxmlformats.org/officeDocument/2006/math">
                    <m:r>
                      <a:rPr lang="en-CA" sz="17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sz="1700" dirty="0"/>
                  <a:t>.</a:t>
                </a:r>
              </a:p>
              <a:p>
                <a:r>
                  <a:rPr lang="en-CA" sz="1700" dirty="0"/>
                  <a:t>TD : construction de matrices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sz="17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sz="17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sz="1700" dirty="0"/>
                  <a:t>pour </a:t>
                </a:r>
                <a14:m>
                  <m:oMath xmlns:m="http://schemas.openxmlformats.org/officeDocument/2006/math">
                    <m:r>
                      <a:rPr lang="en-CA" sz="17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CA" sz="17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CA" sz="1700" dirty="0"/>
                  <a:t>.</a:t>
                </a:r>
              </a:p>
              <a:p>
                <a:endParaRPr lang="en-CA" sz="1700" dirty="0"/>
              </a:p>
              <a:p>
                <a:r>
                  <a:rPr lang="fr-FR" sz="1700" b="1" dirty="0"/>
                  <a:t>Semaine 4 – Addition des moments cinétiques</a:t>
                </a:r>
              </a:p>
              <a:p>
                <a:r>
                  <a:rPr lang="fr-FR" sz="1700" b="1" dirty="0"/>
                  <a:t>Objectif</a:t>
                </a:r>
                <a:r>
                  <a:rPr lang="fr-FR" sz="1700" dirty="0"/>
                  <a:t> : apprendre à composer deux moments cinétiques.</a:t>
                </a:r>
              </a:p>
              <a:p>
                <a:r>
                  <a:rPr lang="fr-FR" sz="1700" dirty="0"/>
                  <a:t>Coefficients de </a:t>
                </a:r>
                <a:r>
                  <a:rPr lang="fr-FR" sz="1700" dirty="0" err="1"/>
                  <a:t>Clebsh</a:t>
                </a:r>
                <a:r>
                  <a:rPr lang="fr-FR" sz="1700" dirty="0"/>
                  <a:t>-Gordan, diagrammes vectoriels, règles de couplage.</a:t>
                </a:r>
              </a:p>
              <a:p>
                <a:r>
                  <a:rPr lang="fr-FR" sz="1700" dirty="0"/>
                  <a:t>TD : calcul des coefficients pour </a:t>
                </a:r>
                <a14:m>
                  <m:oMath xmlns:m="http://schemas.openxmlformats.org/officeDocument/2006/math">
                    <m:r>
                      <a:rPr lang="fr-FR" sz="170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⊗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r-FR" sz="1700" dirty="0"/>
                  <a:t>et </a:t>
                </a:r>
                <a14:m>
                  <m:oMath xmlns:m="http://schemas.openxmlformats.org/officeDocument/2006/math">
                    <m:r>
                      <a:rPr lang="fr-FR" sz="170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⊗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17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r-FR" sz="1700" dirty="0"/>
                  <a:t>.</a:t>
                </a:r>
              </a:p>
              <a:p>
                <a:r>
                  <a:rPr lang="fr-FR" sz="1700" dirty="0"/>
                  <a:t>Théorème de Wigner-Eckart et règles de sélection.</a:t>
                </a:r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6DEC2BA-1FE7-70C3-E9E5-FD5337DBB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354" y="188476"/>
                <a:ext cx="10708971" cy="6433684"/>
              </a:xfrm>
              <a:prstGeom prst="rect">
                <a:avLst/>
              </a:prstGeom>
              <a:blipFill>
                <a:blip r:embed="rId2"/>
                <a:stretch>
                  <a:fillRect l="-341" t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49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8F0083-51DD-CE57-8D19-128CB579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A0E512-1E29-1416-06DC-89B113D8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29D588A2-CDF1-035F-EB83-E0A715B42733}"/>
                  </a:ext>
                </a:extLst>
              </p:cNvPr>
              <p:cNvSpPr txBox="1"/>
              <p:nvPr/>
            </p:nvSpPr>
            <p:spPr>
              <a:xfrm>
                <a:off x="1752600" y="275312"/>
                <a:ext cx="10267950" cy="5194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Semaine 5 – </a:t>
                </a:r>
                <a:r>
                  <a:rPr lang="en-CA" b="1" dirty="0" err="1"/>
                  <a:t>Potentiel</a:t>
                </a:r>
                <a:r>
                  <a:rPr lang="en-CA" b="1" dirty="0"/>
                  <a:t> central et </a:t>
                </a:r>
                <a:r>
                  <a:rPr lang="en-CA" b="1" dirty="0" err="1"/>
                  <a:t>atome</a:t>
                </a:r>
                <a:r>
                  <a:rPr lang="en-CA" b="1" dirty="0"/>
                  <a:t> </a:t>
                </a:r>
                <a:r>
                  <a:rPr lang="en-CA" b="1" dirty="0" err="1"/>
                  <a:t>d’hydrogène</a:t>
                </a:r>
                <a:r>
                  <a:rPr lang="en-CA" b="1" dirty="0"/>
                  <a:t> (I)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 err="1"/>
                  <a:t>Définition</a:t>
                </a:r>
                <a:r>
                  <a:rPr lang="en-CA" dirty="0"/>
                  <a:t> du champ central, </a:t>
                </a:r>
                <a:r>
                  <a:rPr lang="en-CA" dirty="0" err="1"/>
                  <a:t>exemples</a:t>
                </a:r>
                <a:r>
                  <a:rPr lang="en-CA" dirty="0"/>
                  <a:t> </a:t>
                </a:r>
                <a:r>
                  <a:rPr lang="en-CA" dirty="0" err="1"/>
                  <a:t>typiques</a:t>
                </a:r>
                <a:r>
                  <a:rPr lang="en-CA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 err="1"/>
                  <a:t>Hamiltonien</a:t>
                </a:r>
                <a:r>
                  <a:rPr lang="en-CA" dirty="0"/>
                  <a:t> à </a:t>
                </a:r>
                <a:r>
                  <a:rPr lang="en-CA" dirty="0" err="1"/>
                  <a:t>symétrie</a:t>
                </a:r>
                <a:r>
                  <a:rPr lang="en-CA" dirty="0"/>
                  <a:t> </a:t>
                </a:r>
                <a:r>
                  <a:rPr lang="en-CA" dirty="0" err="1"/>
                  <a:t>sphérique</a:t>
                </a:r>
                <a:r>
                  <a:rPr lang="en-CA" dirty="0"/>
                  <a:t> : </a:t>
                </a:r>
                <a:r>
                  <a:rPr lang="en-CA" dirty="0" err="1"/>
                  <a:t>séparation</a:t>
                </a:r>
                <a:r>
                  <a:rPr lang="en-CA" dirty="0"/>
                  <a:t> des variables dans </a:t>
                </a:r>
                <a:r>
                  <a:rPr lang="en-CA" dirty="0" err="1"/>
                  <a:t>l’équation</a:t>
                </a:r>
                <a:r>
                  <a:rPr lang="en-CA" dirty="0"/>
                  <a:t> de Schrödinger.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 err="1"/>
                  <a:t>Comportement</a:t>
                </a:r>
                <a:r>
                  <a:rPr lang="en-CA" dirty="0"/>
                  <a:t> radial et </a:t>
                </a:r>
                <a:r>
                  <a:rPr lang="en-CA" dirty="0" err="1"/>
                  <a:t>équation</a:t>
                </a:r>
                <a:r>
                  <a:rPr lang="en-CA" dirty="0"/>
                  <a:t> radiale.</a:t>
                </a:r>
              </a:p>
              <a:p>
                <a:pPr>
                  <a:buNone/>
                </a:pPr>
                <a:endParaRPr lang="en-CA" dirty="0"/>
              </a:p>
              <a:p>
                <a:pPr>
                  <a:buNone/>
                </a:pPr>
                <a:r>
                  <a:rPr lang="en-CA" b="1" dirty="0"/>
                  <a:t>Semaine 6 – </a:t>
                </a:r>
                <a:r>
                  <a:rPr lang="en-CA" b="1" dirty="0" err="1"/>
                  <a:t>Potentiel</a:t>
                </a:r>
                <a:r>
                  <a:rPr lang="en-CA" b="1" dirty="0"/>
                  <a:t> central et </a:t>
                </a:r>
                <a:r>
                  <a:rPr lang="en-CA" b="1" dirty="0" err="1"/>
                  <a:t>atome</a:t>
                </a:r>
                <a:r>
                  <a:rPr lang="en-CA" b="1" dirty="0"/>
                  <a:t> </a:t>
                </a:r>
                <a:r>
                  <a:rPr lang="en-CA" b="1" dirty="0" err="1"/>
                  <a:t>d’hydrogène</a:t>
                </a:r>
                <a:r>
                  <a:rPr lang="en-CA" b="1" dirty="0"/>
                  <a:t> (II)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b="1" dirty="0"/>
                  <a:t>Objectif</a:t>
                </a:r>
                <a:r>
                  <a:rPr lang="en-CA" dirty="0"/>
                  <a:t> : </a:t>
                </a:r>
                <a:r>
                  <a:rPr lang="en-CA" dirty="0" err="1"/>
                  <a:t>résoudre</a:t>
                </a:r>
                <a:r>
                  <a:rPr lang="en-CA" dirty="0"/>
                  <a:t> le </a:t>
                </a:r>
                <a:r>
                  <a:rPr lang="en-CA" dirty="0" err="1"/>
                  <a:t>cas</a:t>
                </a:r>
                <a:r>
                  <a:rPr lang="en-CA" dirty="0"/>
                  <a:t> de </a:t>
                </a:r>
                <a:r>
                  <a:rPr lang="en-CA" dirty="0" err="1"/>
                  <a:t>l’atome</a:t>
                </a:r>
                <a:r>
                  <a:rPr lang="en-CA" dirty="0"/>
                  <a:t> </a:t>
                </a:r>
                <a:r>
                  <a:rPr lang="en-CA" dirty="0" err="1"/>
                  <a:t>d’hydrogène</a:t>
                </a:r>
                <a:r>
                  <a:rPr lang="en-CA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/>
                  <a:t>États </a:t>
                </a:r>
                <a:r>
                  <a:rPr lang="en-CA" dirty="0" err="1"/>
                  <a:t>propres</a:t>
                </a:r>
                <a:r>
                  <a:rPr lang="en-CA" dirty="0"/>
                  <a:t> </a:t>
                </a:r>
                <a:r>
                  <a:rPr lang="en-CA" dirty="0" err="1"/>
                  <a:t>liés</a:t>
                </a:r>
                <a:r>
                  <a:rPr lang="en-CA" dirty="0"/>
                  <a:t>, </a:t>
                </a:r>
                <a:r>
                  <a:rPr lang="en-CA" dirty="0" err="1"/>
                  <a:t>énergie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CA" b="0" i="1">
                        <a:latin typeface="Cambria Math" panose="02040503050406030204" pitchFamily="18" charset="0"/>
                      </a:rPr>
                      <m:t>eV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 err="1"/>
                  <a:t>Symétrie</a:t>
                </a:r>
                <a:r>
                  <a:rPr lang="en-CA" dirty="0"/>
                  <a:t> </a:t>
                </a:r>
                <a:r>
                  <a:rPr lang="en-CA" dirty="0" err="1"/>
                  <a:t>dynamique</a:t>
                </a:r>
                <a:r>
                  <a:rPr lang="en-CA" dirty="0"/>
                  <a:t> du </a:t>
                </a:r>
                <a:r>
                  <a:rPr lang="en-CA" dirty="0" err="1"/>
                  <a:t>potentiel</a:t>
                </a:r>
                <a:r>
                  <a:rPr lang="en-CA" dirty="0"/>
                  <a:t> </a:t>
                </a:r>
                <a:r>
                  <a:rPr lang="en-CA" dirty="0" err="1"/>
                  <a:t>coulombien</a:t>
                </a:r>
                <a:r>
                  <a:rPr lang="en-CA" dirty="0"/>
                  <a:t> (</a:t>
                </a:r>
                <a:r>
                  <a:rPr lang="en-CA" dirty="0" err="1"/>
                  <a:t>constante</a:t>
                </a:r>
                <a:r>
                  <a:rPr lang="en-CA" dirty="0"/>
                  <a:t> de Runge-Lenz).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/>
                  <a:t>TD : </a:t>
                </a:r>
                <a:r>
                  <a:rPr lang="en-CA" dirty="0" err="1"/>
                  <a:t>comparaison</a:t>
                </a:r>
                <a:r>
                  <a:rPr lang="en-CA" dirty="0"/>
                  <a:t> entre spectres de </a:t>
                </a:r>
                <a:r>
                  <a:rPr lang="en-CA" dirty="0" err="1"/>
                  <a:t>l’atome</a:t>
                </a:r>
                <a:r>
                  <a:rPr lang="en-CA" dirty="0"/>
                  <a:t> et de </a:t>
                </a:r>
                <a:r>
                  <a:rPr lang="en-CA" dirty="0" err="1"/>
                  <a:t>l’oscillateur</a:t>
                </a:r>
                <a:r>
                  <a:rPr lang="en-CA" dirty="0"/>
                  <a:t> </a:t>
                </a:r>
                <a:r>
                  <a:rPr lang="en-CA" dirty="0" err="1"/>
                  <a:t>harmonique</a:t>
                </a:r>
                <a:r>
                  <a:rPr lang="en-CA" dirty="0"/>
                  <a:t>.</a:t>
                </a:r>
              </a:p>
              <a:p>
                <a:endParaRPr lang="en-CA" dirty="0"/>
              </a:p>
              <a:p>
                <a:r>
                  <a:rPr lang="fr-FR" b="1" dirty="0"/>
                  <a:t>Semaine 7 – Le spin et les interactions</a:t>
                </a:r>
              </a:p>
              <a:p>
                <a:r>
                  <a:rPr lang="fr-FR" dirty="0"/>
                  <a:t>Introduction du spin : insuffisance d’une seule fonction d’onde.</a:t>
                </a:r>
              </a:p>
              <a:p>
                <a:r>
                  <a:rPr lang="fr-FR" dirty="0"/>
                  <a:t>Lagrangien d’une particule dans un champ électromagnétique.</a:t>
                </a:r>
              </a:p>
              <a:p>
                <a:r>
                  <a:rPr lang="fr-FR" dirty="0"/>
                  <a:t>Magnétisme atomique, couplage spin-orbite, renversement du temps.</a:t>
                </a:r>
              </a:p>
              <a:p>
                <a:endParaRPr lang="fr-FR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CA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29D588A2-CDF1-035F-EB83-E0A715B42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75312"/>
                <a:ext cx="10267950" cy="5194499"/>
              </a:xfrm>
              <a:prstGeom prst="rect">
                <a:avLst/>
              </a:prstGeom>
              <a:blipFill>
                <a:blip r:embed="rId2"/>
                <a:stretch>
                  <a:fillRect l="-534" t="-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66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4746C-2032-B715-B2C3-696AE7FD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4F18E4-4766-3BA3-E608-777560B9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1682062-86C3-E406-7F9F-5A7F8D98C0E7}"/>
                  </a:ext>
                </a:extLst>
              </p:cNvPr>
              <p:cNvSpPr txBox="1"/>
              <p:nvPr/>
            </p:nvSpPr>
            <p:spPr>
              <a:xfrm>
                <a:off x="1893888" y="510274"/>
                <a:ext cx="9614008" cy="3474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Semaine 8 – </a:t>
                </a:r>
                <a:r>
                  <a:rPr lang="en-CA" b="1" dirty="0" err="1"/>
                  <a:t>L’oscillateur</a:t>
                </a:r>
                <a:r>
                  <a:rPr lang="en-CA" b="1" dirty="0"/>
                  <a:t> </a:t>
                </a:r>
                <a:r>
                  <a:rPr lang="en-CA" b="1" dirty="0" err="1"/>
                  <a:t>harmonique</a:t>
                </a:r>
                <a:r>
                  <a:rPr lang="en-CA" b="1" dirty="0"/>
                  <a:t> </a:t>
                </a:r>
                <a:r>
                  <a:rPr lang="en-CA" b="1" dirty="0" err="1"/>
                  <a:t>quantique</a:t>
                </a:r>
                <a:r>
                  <a:rPr lang="en-CA" b="1" dirty="0"/>
                  <a:t> (étude </a:t>
                </a:r>
                <a:r>
                  <a:rPr lang="en-CA" b="1" dirty="0" err="1"/>
                  <a:t>approfondie</a:t>
                </a:r>
                <a:r>
                  <a:rPr lang="en-CA" b="1" dirty="0"/>
                  <a:t>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/>
                  <a:t>Importance </a:t>
                </a:r>
                <a:r>
                  <a:rPr lang="en-CA" dirty="0" err="1"/>
                  <a:t>universelle</a:t>
                </a:r>
                <a:r>
                  <a:rPr lang="en-CA" dirty="0"/>
                  <a:t> de </a:t>
                </a:r>
                <a:r>
                  <a:rPr lang="en-CA" dirty="0" err="1"/>
                  <a:t>l’oscillateur</a:t>
                </a:r>
                <a:r>
                  <a:rPr lang="en-CA" dirty="0"/>
                  <a:t> </a:t>
                </a:r>
                <a:r>
                  <a:rPr lang="en-CA" dirty="0" err="1"/>
                  <a:t>harmonique</a:t>
                </a:r>
                <a:r>
                  <a:rPr lang="en-CA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 err="1"/>
                  <a:t>Hamiltonien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 err="1"/>
                  <a:t>Opérateurs</a:t>
                </a:r>
                <a:r>
                  <a:rPr lang="en-CA" dirty="0"/>
                  <a:t> de </a:t>
                </a:r>
                <a:r>
                  <a:rPr lang="en-CA" dirty="0" err="1"/>
                  <a:t>création</a:t>
                </a:r>
                <a:r>
                  <a:rPr lang="en-CA" dirty="0"/>
                  <a:t>/annihilation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ar-AE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/>
                  <a:t>Spectre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ar-AE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 err="1"/>
                  <a:t>Fonctions</a:t>
                </a:r>
                <a:r>
                  <a:rPr lang="en-CA" dirty="0"/>
                  <a:t> </a:t>
                </a:r>
                <a:r>
                  <a:rPr lang="en-CA" dirty="0" err="1"/>
                  <a:t>d’onde</a:t>
                </a:r>
                <a:r>
                  <a:rPr lang="en-CA" dirty="0"/>
                  <a:t> : </a:t>
                </a:r>
                <a:r>
                  <a:rPr lang="en-CA" dirty="0" err="1"/>
                  <a:t>polynômes</a:t>
                </a:r>
                <a:r>
                  <a:rPr lang="en-CA" dirty="0"/>
                  <a:t> </a:t>
                </a:r>
                <a:r>
                  <a:rPr lang="en-CA" dirty="0" err="1"/>
                  <a:t>d’Hermite</a:t>
                </a:r>
                <a:r>
                  <a:rPr lang="en-CA" dirty="0"/>
                  <a:t>, états </a:t>
                </a:r>
                <a:r>
                  <a:rPr lang="en-CA" dirty="0" err="1"/>
                  <a:t>cohérents</a:t>
                </a:r>
                <a:r>
                  <a:rPr lang="en-CA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dirty="0"/>
                  <a:t>TD 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CA" dirty="0" err="1"/>
                  <a:t>Montrer</a:t>
                </a:r>
                <a:r>
                  <a:rPr lang="en-CA" dirty="0"/>
                  <a:t> </a:t>
                </a:r>
                <a:r>
                  <a:rPr lang="en-CA" dirty="0" err="1"/>
                  <a:t>que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CA" dirty="0" err="1"/>
                  <a:t>Calculer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CA" dirty="0" err="1"/>
                  <a:t>Discuter</a:t>
                </a:r>
                <a:r>
                  <a:rPr lang="en-CA" dirty="0"/>
                  <a:t> le </a:t>
                </a:r>
                <a:r>
                  <a:rPr lang="en-CA" dirty="0" err="1"/>
                  <a:t>principe</a:t>
                </a:r>
                <a:r>
                  <a:rPr lang="en-CA" dirty="0"/>
                  <a:t> </a:t>
                </a:r>
                <a:r>
                  <a:rPr lang="en-CA" dirty="0" err="1"/>
                  <a:t>d’incertitude</a:t>
                </a:r>
                <a:r>
                  <a:rPr lang="en-CA" dirty="0"/>
                  <a:t>.</a:t>
                </a:r>
              </a:p>
              <a:p>
                <a:pPr lvl="1"/>
                <a:r>
                  <a:rPr lang="en-CA" dirty="0"/>
                  <a:t>Pour la suite , </a:t>
                </a:r>
                <a:r>
                  <a:rPr lang="en-CA" dirty="0" err="1"/>
                  <a:t>voir</a:t>
                </a:r>
                <a:r>
                  <a:rPr lang="en-CA" dirty="0"/>
                  <a:t> les </a:t>
                </a:r>
                <a:r>
                  <a:rPr lang="en-CA" dirty="0" err="1"/>
                  <a:t>méthodes</a:t>
                </a:r>
                <a:r>
                  <a:rPr lang="en-CA" dirty="0"/>
                  <a:t> </a:t>
                </a:r>
                <a:r>
                  <a:rPr lang="en-CA" dirty="0" err="1"/>
                  <a:t>d’approximations</a:t>
                </a:r>
                <a:r>
                  <a:rPr lang="en-CA" dirty="0"/>
                  <a:t> 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11682062-86C3-E406-7F9F-5A7F8D98C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888" y="510274"/>
                <a:ext cx="9614008" cy="3474477"/>
              </a:xfrm>
              <a:prstGeom prst="rect">
                <a:avLst/>
              </a:prstGeom>
              <a:blipFill>
                <a:blip r:embed="rId2"/>
                <a:stretch>
                  <a:fillRect l="-571" t="-1053" b="-1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030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C7121-8712-1105-1595-14AAC9E34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164AC3-15AB-30CA-3E04-3A0A5A67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E355A5-2419-00BB-310E-46C36266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6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3EBE7CF-CF4A-6528-B790-7BFD86312121}"/>
                  </a:ext>
                </a:extLst>
              </p:cNvPr>
              <p:cNvSpPr txBox="1"/>
              <p:nvPr/>
            </p:nvSpPr>
            <p:spPr>
              <a:xfrm>
                <a:off x="1533525" y="202700"/>
                <a:ext cx="10277475" cy="6452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fr-FR" sz="1400" dirty="0"/>
                  <a:t>En mécanique quantique, </a:t>
                </a:r>
                <a:r>
                  <a:rPr lang="fr-FR" sz="1400" b="1" dirty="0"/>
                  <a:t>le but n’est pas de “trouver la trajectoire” d’une particule comme en mécanique classique</a:t>
                </a:r>
                <a:r>
                  <a:rPr lang="fr-FR" sz="1400" dirty="0"/>
                  <a:t>,</a:t>
                </a:r>
                <a:br>
                  <a:rPr lang="fr-FR" sz="1400" dirty="0"/>
                </a:br>
                <a:r>
                  <a:rPr lang="fr-FR" sz="1400" dirty="0"/>
                  <a:t>mais de </a:t>
                </a:r>
                <a:r>
                  <a:rPr lang="fr-FR" sz="1400" b="1" dirty="0"/>
                  <a:t>comprendre et prédire les résultats possibles des mesures</a:t>
                </a:r>
                <a:r>
                  <a:rPr lang="fr-FR" sz="1400" dirty="0"/>
                  <a:t> et </a:t>
                </a:r>
                <a:r>
                  <a:rPr lang="fr-FR" sz="1400" b="1" dirty="0"/>
                  <a:t>leurs probabilités</a:t>
                </a:r>
                <a:r>
                  <a:rPr lang="fr-FR" sz="1400" dirty="0"/>
                  <a:t>.</a:t>
                </a:r>
              </a:p>
              <a:p>
                <a:pPr>
                  <a:buNone/>
                </a:pPr>
                <a:r>
                  <a:rPr lang="fr-FR" sz="1400" b="1" dirty="0"/>
                  <a:t>On peut dire que la mécanique quantique s’intéresse à trois grands types de choses :</a:t>
                </a:r>
              </a:p>
              <a:p>
                <a:r>
                  <a:rPr lang="en-CA" sz="1400" b="1" dirty="0"/>
                  <a:t>1. Les états physiques d’un </a:t>
                </a:r>
                <a:r>
                  <a:rPr lang="en-CA" sz="1400" b="1" dirty="0" err="1"/>
                  <a:t>système</a:t>
                </a:r>
                <a:endParaRPr lang="en-CA" sz="1400" b="1" dirty="0"/>
              </a:p>
              <a:p>
                <a:r>
                  <a:rPr lang="en-CA" sz="1400" dirty="0" err="1"/>
                  <a:t>Chaque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système</a:t>
                </a:r>
                <a:r>
                  <a:rPr lang="en-CA" sz="1400" dirty="0"/>
                  <a:t> (</a:t>
                </a:r>
                <a:r>
                  <a:rPr lang="en-CA" sz="1400" dirty="0" err="1"/>
                  <a:t>électron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atome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molécule</a:t>
                </a:r>
                <a:r>
                  <a:rPr lang="en-CA" sz="1400" dirty="0"/>
                  <a:t>, photon, etc.)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décrit</a:t>
                </a:r>
                <a:r>
                  <a:rPr lang="en-CA" sz="1400" dirty="0"/>
                  <a:t> par un </a:t>
                </a:r>
                <a:r>
                  <a:rPr lang="en-CA" sz="1400" b="1" dirty="0"/>
                  <a:t>état </a:t>
                </a:r>
                <a:r>
                  <a:rPr lang="en-CA" sz="1400" b="1" dirty="0" err="1"/>
                  <a:t>quantique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représenté</a:t>
                </a:r>
                <a:r>
                  <a:rPr lang="en-CA" sz="1400" dirty="0"/>
                  <a:t> par un </a:t>
                </a:r>
                <a:r>
                  <a:rPr lang="en-CA" sz="1400" b="1" dirty="0" err="1"/>
                  <a:t>vecteur</a:t>
                </a:r>
                <a:r>
                  <a:rPr lang="en-CA" sz="1400" b="1" dirty="0"/>
                  <a:t> d’état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CA" sz="1400" dirty="0" err="1"/>
                  <a:t>ou</a:t>
                </a:r>
                <a:r>
                  <a:rPr lang="en-CA" sz="1400" dirty="0"/>
                  <a:t> </a:t>
                </a:r>
                <a:r>
                  <a:rPr lang="en-CA" sz="1400" dirty="0" err="1"/>
                  <a:t>une</a:t>
                </a:r>
                <a:r>
                  <a:rPr lang="en-CA" sz="1400" dirty="0"/>
                  <a:t> </a:t>
                </a:r>
                <a:r>
                  <a:rPr lang="en-CA" sz="1400" b="1" dirty="0" err="1"/>
                  <a:t>fonction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d’onde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400" dirty="0"/>
                  <a:t>.</a:t>
                </a:r>
              </a:p>
              <a:p>
                <a:r>
                  <a:rPr lang="en-CA" sz="1400" dirty="0"/>
                  <a:t>Ce </a:t>
                </a:r>
                <a:r>
                  <a:rPr lang="en-CA" sz="1400" dirty="0" err="1"/>
                  <a:t>vecteur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contient</a:t>
                </a:r>
                <a:r>
                  <a:rPr lang="en-CA" sz="1400" dirty="0"/>
                  <a:t> </a:t>
                </a:r>
                <a:r>
                  <a:rPr lang="en-CA" sz="1400" b="1" dirty="0"/>
                  <a:t>toute </a:t>
                </a:r>
                <a:r>
                  <a:rPr lang="en-CA" sz="1400" b="1" dirty="0" err="1"/>
                  <a:t>l’information</a:t>
                </a:r>
                <a:r>
                  <a:rPr lang="en-CA" sz="1400" b="1" dirty="0"/>
                  <a:t> possible</a:t>
                </a:r>
                <a:r>
                  <a:rPr lang="en-CA" sz="1400" dirty="0"/>
                  <a:t> sur le </a:t>
                </a:r>
                <a:r>
                  <a:rPr lang="en-CA" sz="1400" dirty="0" err="1"/>
                  <a:t>système</a:t>
                </a:r>
                <a:r>
                  <a:rPr lang="en-CA" sz="1400" dirty="0"/>
                  <a:t>.</a:t>
                </a:r>
              </a:p>
              <a:p>
                <a:r>
                  <a:rPr lang="en-CA" sz="1400" dirty="0"/>
                  <a:t>Il </a:t>
                </a:r>
                <a:r>
                  <a:rPr lang="en-CA" sz="1400" dirty="0" err="1"/>
                  <a:t>permet</a:t>
                </a:r>
                <a:r>
                  <a:rPr lang="en-CA" sz="1400" dirty="0"/>
                  <a:t> de </a:t>
                </a:r>
                <a:r>
                  <a:rPr lang="en-CA" sz="1400" dirty="0" err="1"/>
                  <a:t>calculer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probabilité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d’obtenir</a:t>
                </a:r>
                <a:r>
                  <a:rPr lang="en-CA" sz="1400" dirty="0"/>
                  <a:t> un certain </a:t>
                </a:r>
                <a:r>
                  <a:rPr lang="en-CA" sz="1400" dirty="0" err="1"/>
                  <a:t>résultat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lors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d’une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.</a:t>
                </a:r>
              </a:p>
              <a:p>
                <a:r>
                  <a:rPr lang="en-CA" sz="1400" b="1" dirty="0" err="1"/>
                  <a:t>Analogie</a:t>
                </a:r>
                <a:r>
                  <a:rPr lang="en-CA" sz="1400" b="1" dirty="0"/>
                  <a:t> :</a:t>
                </a:r>
                <a:br>
                  <a:rPr lang="en-CA" sz="1400" dirty="0"/>
                </a:br>
                <a:r>
                  <a:rPr lang="en-CA" sz="1400" dirty="0"/>
                  <a:t>En </a:t>
                </a:r>
                <a:r>
                  <a:rPr lang="en-CA" sz="1400" dirty="0" err="1"/>
                  <a:t>mécanique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classique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tu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décris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une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particule</a:t>
                </a:r>
                <a:r>
                  <a:rPr lang="en-CA" sz="1400" dirty="0"/>
                  <a:t> par </a:t>
                </a:r>
                <a:r>
                  <a:rPr lang="en-CA" sz="1400" dirty="0" err="1"/>
                  <a:t>sa</a:t>
                </a:r>
                <a:r>
                  <a:rPr lang="en-CA" sz="1400" dirty="0"/>
                  <a:t> position et </a:t>
                </a:r>
                <a:r>
                  <a:rPr lang="en-CA" sz="1400" dirty="0" err="1"/>
                  <a:t>sa</a:t>
                </a:r>
                <a:r>
                  <a:rPr lang="en-CA" sz="1400" dirty="0"/>
                  <a:t> </a:t>
                </a:r>
                <a:r>
                  <a:rPr lang="en-CA" sz="1400" dirty="0" err="1"/>
                  <a:t>vitesse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ar-AE" sz="1400" dirty="0"/>
                  <a:t>.</a:t>
                </a:r>
                <a:br>
                  <a:rPr lang="ar-AE" sz="1400" dirty="0"/>
                </a:br>
                <a:r>
                  <a:rPr lang="en-CA" sz="1400" dirty="0"/>
                  <a:t>En </a:t>
                </a:r>
                <a:r>
                  <a:rPr lang="en-CA" sz="1400" dirty="0" err="1"/>
                  <a:t>mécanique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quantique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tu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décris</a:t>
                </a:r>
                <a:r>
                  <a:rPr lang="en-CA" sz="1400" dirty="0"/>
                  <a:t> par </a:t>
                </a:r>
                <a:r>
                  <a:rPr lang="en-CA" sz="1400" dirty="0" err="1"/>
                  <a:t>une</a:t>
                </a:r>
                <a:r>
                  <a:rPr lang="en-CA" sz="1400" dirty="0"/>
                  <a:t> </a:t>
                </a:r>
                <a:r>
                  <a:rPr lang="en-CA" sz="1400" b="1" dirty="0" err="1"/>
                  <a:t>fonction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d’onde</a:t>
                </a:r>
                <a:r>
                  <a:rPr lang="en-CA" sz="1400" dirty="0"/>
                  <a:t> qui </a:t>
                </a:r>
                <a:r>
                  <a:rPr lang="en-CA" sz="1400" dirty="0" err="1"/>
                  <a:t>donne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probabilité</a:t>
                </a:r>
                <a:r>
                  <a:rPr lang="en-CA" sz="1400" dirty="0"/>
                  <a:t> de la </a:t>
                </a:r>
                <a:r>
                  <a:rPr lang="en-CA" sz="1400" dirty="0" err="1"/>
                  <a:t>trouver</a:t>
                </a:r>
                <a:r>
                  <a:rPr lang="en-CA" sz="1400" dirty="0"/>
                  <a:t> </a:t>
                </a:r>
                <a:r>
                  <a:rPr lang="en-CA" sz="1400" dirty="0" err="1"/>
                  <a:t>ici</a:t>
                </a:r>
                <a:r>
                  <a:rPr lang="en-CA" sz="1400" dirty="0"/>
                  <a:t> </a:t>
                </a:r>
                <a:r>
                  <a:rPr lang="en-CA" sz="1400" dirty="0" err="1"/>
                  <a:t>ou</a:t>
                </a:r>
                <a:r>
                  <a:rPr lang="en-CA" sz="1400" dirty="0"/>
                  <a:t> </a:t>
                </a:r>
                <a:r>
                  <a:rPr lang="en-CA" sz="1400" dirty="0" err="1"/>
                  <a:t>là</a:t>
                </a:r>
                <a:r>
                  <a:rPr lang="en-CA" sz="1400" dirty="0"/>
                  <a:t>. </a:t>
                </a:r>
              </a:p>
              <a:p>
                <a:r>
                  <a:rPr lang="en-CA" sz="1400" b="1" dirty="0"/>
                  <a:t>Les observables et </a:t>
                </a:r>
                <a:r>
                  <a:rPr lang="en-CA" sz="1400" b="1" dirty="0" err="1"/>
                  <a:t>leurs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opérateurs</a:t>
                </a:r>
                <a:endParaRPr lang="en-CA" sz="1400" b="1" dirty="0"/>
              </a:p>
              <a:p>
                <a:r>
                  <a:rPr lang="en-CA" sz="1400" dirty="0" err="1"/>
                  <a:t>Chaque</a:t>
                </a:r>
                <a:r>
                  <a:rPr lang="en-CA" sz="1400" dirty="0"/>
                  <a:t> grandeur </a:t>
                </a:r>
                <a:r>
                  <a:rPr lang="en-CA" sz="1400" dirty="0" err="1"/>
                  <a:t>mesurable</a:t>
                </a:r>
                <a:r>
                  <a:rPr lang="en-CA" sz="1400" dirty="0"/>
                  <a:t> (</a:t>
                </a:r>
                <a:r>
                  <a:rPr lang="en-CA" sz="1400" dirty="0" err="1"/>
                  <a:t>énergie</a:t>
                </a:r>
                <a:r>
                  <a:rPr lang="en-CA" sz="1400" dirty="0"/>
                  <a:t>, moment </a:t>
                </a:r>
                <a:r>
                  <a:rPr lang="en-CA" sz="1400" dirty="0" err="1"/>
                  <a:t>cinétique</a:t>
                </a:r>
                <a:r>
                  <a:rPr lang="en-CA" sz="1400" dirty="0"/>
                  <a:t>, position, etc.)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représentée</a:t>
                </a:r>
                <a:r>
                  <a:rPr lang="en-CA" sz="1400" dirty="0"/>
                  <a:t> par un </a:t>
                </a:r>
                <a:r>
                  <a:rPr lang="en-CA" sz="1400" b="1" dirty="0" err="1"/>
                  <a:t>opérateur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hermitien</a:t>
                </a:r>
                <a:r>
                  <a:rPr lang="en-CA" sz="1400" dirty="0"/>
                  <a:t>.</a:t>
                </a:r>
              </a:p>
              <a:p>
                <a:r>
                  <a:rPr lang="en-CA" sz="1400" dirty="0" err="1"/>
                  <a:t>Exemples</a:t>
                </a:r>
                <a:r>
                  <a:rPr lang="en-CA" sz="1400" dirty="0"/>
                  <a:t>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 sz="14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ar-AE" sz="14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ar-AE" sz="140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p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ar-AE" sz="14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1400" dirty="0"/>
              </a:p>
              <a:p>
                <a:r>
                  <a:rPr lang="en-CA" sz="1400" dirty="0" err="1"/>
                  <a:t>Ces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opérateurs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agissent</a:t>
                </a:r>
                <a:r>
                  <a:rPr lang="en-CA" sz="1400" dirty="0"/>
                  <a:t> sur les </a:t>
                </a:r>
                <a:r>
                  <a:rPr lang="en-CA" sz="1400" dirty="0" err="1"/>
                  <a:t>fonctions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d’onde</a:t>
                </a:r>
                <a:r>
                  <a:rPr lang="en-CA" sz="1400" dirty="0"/>
                  <a:t> et </a:t>
                </a:r>
                <a:r>
                  <a:rPr lang="en-CA" sz="1400" dirty="0" err="1"/>
                  <a:t>permettent</a:t>
                </a:r>
                <a:r>
                  <a:rPr lang="en-CA" sz="1400" dirty="0"/>
                  <a:t> de </a:t>
                </a:r>
                <a:r>
                  <a:rPr lang="en-CA" sz="1400" dirty="0" err="1"/>
                  <a:t>calculer</a:t>
                </a:r>
                <a:r>
                  <a:rPr lang="en-CA" sz="1400" dirty="0"/>
                  <a:t> :</a:t>
                </a:r>
              </a:p>
              <a:p>
                <a:r>
                  <a:rPr lang="en-CA" sz="1400" dirty="0"/>
                  <a:t>les </a:t>
                </a:r>
                <a:r>
                  <a:rPr lang="en-CA" sz="1400" b="1" dirty="0" err="1"/>
                  <a:t>valeurs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propres</a:t>
                </a:r>
                <a:r>
                  <a:rPr lang="en-CA" sz="1400" dirty="0"/>
                  <a:t> → les </a:t>
                </a:r>
                <a:r>
                  <a:rPr lang="en-CA" sz="1400" dirty="0" err="1"/>
                  <a:t>valeurs</a:t>
                </a:r>
                <a:r>
                  <a:rPr lang="en-CA" sz="1400" dirty="0"/>
                  <a:t> possibles de la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,</a:t>
                </a:r>
              </a:p>
              <a:p>
                <a:r>
                  <a:rPr lang="en-CA" sz="1400" dirty="0"/>
                  <a:t>les </a:t>
                </a:r>
                <a:r>
                  <a:rPr lang="en-CA" sz="1400" b="1" dirty="0" err="1"/>
                  <a:t>vecteurs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propres</a:t>
                </a:r>
                <a:r>
                  <a:rPr lang="en-CA" sz="1400" dirty="0"/>
                  <a:t> → les états </a:t>
                </a:r>
                <a:r>
                  <a:rPr lang="en-CA" sz="1400" dirty="0" err="1"/>
                  <a:t>où</a:t>
                </a:r>
                <a:r>
                  <a:rPr lang="en-CA" sz="1400" dirty="0"/>
                  <a:t> la grandeur a </a:t>
                </a:r>
                <a:r>
                  <a:rPr lang="en-CA" sz="1400" dirty="0" err="1"/>
                  <a:t>une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valeur</a:t>
                </a:r>
                <a:r>
                  <a:rPr lang="en-CA" sz="1400" dirty="0"/>
                  <a:t> bien </a:t>
                </a:r>
                <a:r>
                  <a:rPr lang="en-CA" sz="1400" dirty="0" err="1"/>
                  <a:t>définie</a:t>
                </a:r>
                <a:r>
                  <a:rPr lang="en-CA" sz="1400" dirty="0"/>
                  <a:t>.</a:t>
                </a:r>
              </a:p>
              <a:p>
                <a:r>
                  <a:rPr lang="en-CA" sz="1400" dirty="0"/>
                  <a:t>En pratique, </a:t>
                </a:r>
                <a:r>
                  <a:rPr lang="en-CA" sz="1400" dirty="0" err="1"/>
                  <a:t>résoudre</a:t>
                </a:r>
                <a:r>
                  <a:rPr lang="en-CA" sz="1400" dirty="0"/>
                  <a:t> un </a:t>
                </a:r>
                <a:r>
                  <a:rPr lang="en-CA" sz="1400" dirty="0" err="1"/>
                  <a:t>problème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quantique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revient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souvent</a:t>
                </a:r>
                <a:r>
                  <a:rPr lang="en-CA" sz="1400" dirty="0"/>
                  <a:t> à </a:t>
                </a:r>
                <a:r>
                  <a:rPr lang="en-CA" sz="1400" b="1" dirty="0" err="1"/>
                  <a:t>trouver</a:t>
                </a:r>
                <a:r>
                  <a:rPr lang="en-CA" sz="1400" b="1" dirty="0"/>
                  <a:t> les </a:t>
                </a:r>
                <a:r>
                  <a:rPr lang="en-CA" sz="1400" b="1" dirty="0" err="1"/>
                  <a:t>valeurs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propres</a:t>
                </a:r>
                <a:r>
                  <a:rPr lang="en-CA" sz="1400" b="1" dirty="0"/>
                  <a:t> et les états </a:t>
                </a:r>
                <a:r>
                  <a:rPr lang="en-CA" sz="1400" b="1" dirty="0" err="1"/>
                  <a:t>propres</a:t>
                </a:r>
                <a:r>
                  <a:rPr lang="en-CA" sz="1400" dirty="0"/>
                  <a:t> d’un </a:t>
                </a:r>
                <a:r>
                  <a:rPr lang="en-CA" sz="1400" dirty="0" err="1"/>
                  <a:t>opérateur</a:t>
                </a:r>
                <a:r>
                  <a:rPr lang="en-CA" sz="1400" dirty="0"/>
                  <a:t> (</a:t>
                </a:r>
                <a:r>
                  <a:rPr lang="en-CA" sz="1400" dirty="0" err="1"/>
                  <a:t>souvent</a:t>
                </a:r>
                <a:r>
                  <a:rPr lang="en-CA" sz="1400" dirty="0"/>
                  <a:t> le </a:t>
                </a:r>
                <a:r>
                  <a:rPr lang="en-CA" sz="1400" dirty="0" err="1"/>
                  <a:t>Hamiltonien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CA" sz="1400" dirty="0"/>
                  <a:t>)</a:t>
                </a:r>
                <a:r>
                  <a:rPr lang="ar-AE" sz="1400" dirty="0"/>
                  <a:t>.</a:t>
                </a:r>
                <a:endParaRPr lang="en-CA" sz="1400" dirty="0"/>
              </a:p>
              <a:p>
                <a:r>
                  <a:rPr lang="en-CA" sz="1400" b="1" dirty="0"/>
                  <a:t>Les </a:t>
                </a:r>
                <a:r>
                  <a:rPr lang="en-CA" sz="1400" b="1" dirty="0" err="1"/>
                  <a:t>probabilités</a:t>
                </a:r>
                <a:r>
                  <a:rPr lang="en-CA" sz="1400" b="1" dirty="0"/>
                  <a:t> de </a:t>
                </a:r>
                <a:r>
                  <a:rPr lang="en-CA" sz="1400" b="1" dirty="0" err="1"/>
                  <a:t>mesure</a:t>
                </a:r>
                <a:endParaRPr lang="en-CA" sz="1400" b="1" dirty="0"/>
              </a:p>
              <a:p>
                <a:r>
                  <a:rPr lang="en-CA" sz="1400" dirty="0"/>
                  <a:t>Une </a:t>
                </a:r>
                <a:r>
                  <a:rPr lang="en-CA" sz="1400" dirty="0" err="1"/>
                  <a:t>fois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l’état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CA" sz="1400" dirty="0"/>
                  <a:t> </a:t>
                </a:r>
                <a:r>
                  <a:rPr lang="en-CA" sz="1400" dirty="0" err="1"/>
                  <a:t>connu</a:t>
                </a:r>
                <a:r>
                  <a:rPr lang="en-CA" sz="1400" dirty="0"/>
                  <a:t>, la </a:t>
                </a:r>
                <a:r>
                  <a:rPr lang="en-CA" sz="1400" dirty="0" err="1"/>
                  <a:t>mécanique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quantique</a:t>
                </a:r>
                <a:r>
                  <a:rPr lang="en-CA" sz="1400" dirty="0"/>
                  <a:t> ne </a:t>
                </a:r>
                <a:r>
                  <a:rPr lang="en-CA" sz="1400" dirty="0" err="1"/>
                  <a:t>donne</a:t>
                </a:r>
                <a:r>
                  <a:rPr lang="en-CA" sz="1400" dirty="0"/>
                  <a:t> pas un </a:t>
                </a:r>
                <a:r>
                  <a:rPr lang="en-CA" sz="1400" dirty="0" err="1"/>
                  <a:t>résultat</a:t>
                </a:r>
                <a:r>
                  <a:rPr lang="en-CA" sz="1400" dirty="0"/>
                  <a:t> unique, </a:t>
                </a:r>
                <a:r>
                  <a:rPr lang="en-CA" sz="1400" dirty="0" err="1"/>
                  <a:t>mais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une</a:t>
                </a:r>
                <a:r>
                  <a:rPr lang="en-CA" sz="1400" dirty="0"/>
                  <a:t> </a:t>
                </a:r>
                <a:r>
                  <a:rPr lang="en-CA" sz="1400" b="1" dirty="0"/>
                  <a:t>distribution de </a:t>
                </a:r>
                <a:r>
                  <a:rPr lang="en-CA" sz="1400" b="1" dirty="0" err="1"/>
                  <a:t>probabilités</a:t>
                </a:r>
                <a:r>
                  <a:rPr lang="en-CA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d>
                        <m:dPr>
                          <m:begChr m:val="⟨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1400" dirty="0"/>
              </a:p>
              <a:p>
                <a:r>
                  <a:rPr lang="en-CA" sz="1400" dirty="0" err="1"/>
                  <a:t>où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sz="1400" dirty="0"/>
                  <a:t>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un état propre </a:t>
                </a:r>
                <a:r>
                  <a:rPr lang="en-CA" sz="1400" dirty="0" err="1"/>
                  <a:t>d’une</a:t>
                </a:r>
                <a:r>
                  <a:rPr lang="en-CA" sz="1400" dirty="0"/>
                  <a:t> observable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ar-AE" sz="1400" dirty="0"/>
                  <a:t>.</a:t>
                </a:r>
              </a:p>
              <a:p>
                <a:r>
                  <a:rPr lang="en-CA" sz="1400" dirty="0" err="1"/>
                  <a:t>Autrement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dit</a:t>
                </a:r>
                <a:r>
                  <a:rPr lang="en-CA" sz="1400" dirty="0"/>
                  <a:t> : la </a:t>
                </a:r>
                <a:r>
                  <a:rPr lang="en-CA" sz="1400" dirty="0" err="1"/>
                  <a:t>mécanique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quantique</a:t>
                </a:r>
                <a:r>
                  <a:rPr lang="en-CA" sz="1400" dirty="0"/>
                  <a:t> ne </a:t>
                </a:r>
                <a:r>
                  <a:rPr lang="en-CA" sz="1400" dirty="0" err="1"/>
                  <a:t>dit</a:t>
                </a:r>
                <a:r>
                  <a:rPr lang="en-CA" sz="1400" dirty="0"/>
                  <a:t> pas </a:t>
                </a:r>
                <a:r>
                  <a:rPr lang="en-CA" sz="1400" i="1" dirty="0" err="1"/>
                  <a:t>ce</a:t>
                </a:r>
                <a:r>
                  <a:rPr lang="en-CA" sz="1400" i="1" dirty="0"/>
                  <a:t> </a:t>
                </a:r>
                <a:r>
                  <a:rPr lang="en-CA" sz="1400" i="1" dirty="0" err="1"/>
                  <a:t>qu’il</a:t>
                </a:r>
                <a:r>
                  <a:rPr lang="en-CA" sz="1400" i="1" dirty="0"/>
                  <a:t> se </a:t>
                </a:r>
                <a:r>
                  <a:rPr lang="en-CA" sz="1400" i="1" dirty="0" err="1"/>
                  <a:t>passera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mais</a:t>
                </a:r>
                <a:r>
                  <a:rPr lang="en-CA" sz="1400" dirty="0"/>
                  <a:t> </a:t>
                </a:r>
                <a:r>
                  <a:rPr lang="en-CA" sz="1400" i="1" dirty="0"/>
                  <a:t>quelle </a:t>
                </a:r>
                <a:r>
                  <a:rPr lang="en-CA" sz="1400" i="1" dirty="0" err="1"/>
                  <a:t>est</a:t>
                </a:r>
                <a:r>
                  <a:rPr lang="en-CA" sz="1400" i="1" dirty="0"/>
                  <a:t> la </a:t>
                </a:r>
                <a:r>
                  <a:rPr lang="en-CA" sz="1400" i="1" dirty="0" err="1"/>
                  <a:t>probabilité</a:t>
                </a:r>
                <a:r>
                  <a:rPr lang="en-CA" sz="1400" i="1" dirty="0"/>
                  <a:t> </a:t>
                </a:r>
                <a:r>
                  <a:rPr lang="en-CA" sz="1400" i="1" dirty="0" err="1"/>
                  <a:t>que</a:t>
                </a:r>
                <a:r>
                  <a:rPr lang="en-CA" sz="1400" i="1" dirty="0"/>
                  <a:t> </a:t>
                </a:r>
                <a:r>
                  <a:rPr lang="en-CA" sz="1400" i="1" dirty="0" err="1"/>
                  <a:t>tel</a:t>
                </a:r>
                <a:r>
                  <a:rPr lang="en-CA" sz="1400" i="1" dirty="0"/>
                  <a:t> </a:t>
                </a:r>
                <a:r>
                  <a:rPr lang="en-CA" sz="1400" i="1" dirty="0" err="1"/>
                  <a:t>résultat</a:t>
                </a:r>
                <a:r>
                  <a:rPr lang="en-CA" sz="1400" i="1" dirty="0"/>
                  <a:t> se </a:t>
                </a:r>
                <a:r>
                  <a:rPr lang="en-CA" sz="1400" i="1" dirty="0" err="1"/>
                  <a:t>produise</a:t>
                </a:r>
                <a:r>
                  <a:rPr lang="en-CA" sz="1400" dirty="0"/>
                  <a:t>. </a:t>
                </a:r>
                <a:r>
                  <a:rPr lang="en-CA" sz="1400" dirty="0" err="1"/>
                  <a:t>C’est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là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grande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différence</a:t>
                </a:r>
                <a:r>
                  <a:rPr lang="en-CA" sz="1400" dirty="0"/>
                  <a:t> avec la </a:t>
                </a:r>
                <a:r>
                  <a:rPr lang="en-CA" sz="1400" dirty="0" err="1"/>
                  <a:t>mécanique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classique</a:t>
                </a:r>
                <a:r>
                  <a:rPr lang="en-CA" sz="1400" dirty="0"/>
                  <a:t>.</a:t>
                </a:r>
                <a:endParaRPr lang="fr-FR" b="1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3EBE7CF-CF4A-6528-B790-7BFD86312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25" y="202700"/>
                <a:ext cx="10277475" cy="6452600"/>
              </a:xfrm>
              <a:prstGeom prst="rect">
                <a:avLst/>
              </a:prstGeom>
              <a:blipFill>
                <a:blip r:embed="rId2"/>
                <a:stretch>
                  <a:fillRect l="-178" t="-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290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1A8F-01CA-59B3-96A6-72401414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55DE99-EAD8-0B90-E3C0-F3F0584F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B38D45-7E8D-C3AC-FAF1-F1FD667C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7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5B89F8C-4E23-AD9B-ACB6-E0CBCF1C9B9F}"/>
                  </a:ext>
                </a:extLst>
              </p:cNvPr>
              <p:cNvSpPr txBox="1"/>
              <p:nvPr/>
            </p:nvSpPr>
            <p:spPr>
              <a:xfrm>
                <a:off x="1533525" y="202700"/>
                <a:ext cx="10277475" cy="5449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b="1" dirty="0"/>
                  <a:t>Ce </a:t>
                </a:r>
                <a:r>
                  <a:rPr lang="en-CA" sz="1400" b="1" dirty="0" err="1"/>
                  <a:t>que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sont</a:t>
                </a:r>
                <a:r>
                  <a:rPr lang="en-CA" sz="1400" b="1" dirty="0"/>
                  <a:t> les états </a:t>
                </a:r>
                <a:r>
                  <a:rPr lang="en-CA" sz="1400" b="1" dirty="0" err="1"/>
                  <a:t>propres</a:t>
                </a:r>
                <a:r>
                  <a:rPr lang="en-CA" sz="1400" b="1" dirty="0"/>
                  <a:t> |aᵢ⟩</a:t>
                </a:r>
              </a:p>
              <a:p>
                <a:r>
                  <a:rPr lang="en-CA" sz="1400" dirty="0" err="1"/>
                  <a:t>Chaque</a:t>
                </a:r>
                <a:r>
                  <a:rPr lang="en-CA" sz="1400" dirty="0"/>
                  <a:t> observable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ar-AE" sz="1400" dirty="0"/>
                  <a:t>(</a:t>
                </a:r>
                <a:r>
                  <a:rPr lang="en-CA" sz="1400" dirty="0"/>
                  <a:t>par </a:t>
                </a:r>
                <a:r>
                  <a:rPr lang="en-CA" sz="1400" dirty="0" err="1"/>
                  <a:t>exemple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l’énergie</a:t>
                </a:r>
                <a:r>
                  <a:rPr lang="en-CA" sz="1400" dirty="0"/>
                  <a:t>, le moment </a:t>
                </a:r>
                <a:r>
                  <a:rPr lang="en-CA" sz="1400" dirty="0" err="1"/>
                  <a:t>cinétique</a:t>
                </a:r>
                <a:r>
                  <a:rPr lang="en-CA" sz="1400" dirty="0"/>
                  <a:t>, la position, etc.) </a:t>
                </a:r>
                <a:r>
                  <a:rPr lang="en-CA" sz="1400" dirty="0" err="1"/>
                  <a:t>possède</a:t>
                </a:r>
                <a:r>
                  <a:rPr lang="en-CA" sz="1400" dirty="0"/>
                  <a:t> des </a:t>
                </a:r>
                <a:r>
                  <a:rPr lang="en-CA" sz="1400" b="1" dirty="0"/>
                  <a:t>états </a:t>
                </a:r>
                <a:r>
                  <a:rPr lang="en-CA" sz="1400" b="1" dirty="0" err="1"/>
                  <a:t>propres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sz="1400" dirty="0" err="1"/>
                  <a:t>définis</a:t>
                </a:r>
                <a:r>
                  <a:rPr lang="en-CA" sz="1400" dirty="0"/>
                  <a:t>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1400" dirty="0" err="1"/>
                  <a:t>est</a:t>
                </a:r>
                <a:r>
                  <a:rPr lang="en-CA" sz="1400" dirty="0"/>
                  <a:t> la </a:t>
                </a:r>
                <a:r>
                  <a:rPr lang="en-CA" sz="1400" b="1" dirty="0" err="1"/>
                  <a:t>valeur</a:t>
                </a:r>
                <a:r>
                  <a:rPr lang="en-CA" sz="1400" b="1" dirty="0"/>
                  <a:t> propre</a:t>
                </a:r>
                <a:r>
                  <a:rPr lang="en-CA" sz="1400" dirty="0"/>
                  <a:t> (le </a:t>
                </a:r>
                <a:r>
                  <a:rPr lang="en-CA" sz="1400" dirty="0" err="1"/>
                  <a:t>résultat</a:t>
                </a:r>
                <a:r>
                  <a:rPr lang="en-CA" sz="1400" dirty="0"/>
                  <a:t> possible de la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),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sz="1400" dirty="0" err="1"/>
                  <a:t>est</a:t>
                </a:r>
                <a:r>
                  <a:rPr lang="en-CA" sz="1400" dirty="0"/>
                  <a:t> </a:t>
                </a:r>
                <a:r>
                  <a:rPr lang="en-CA" sz="1400" b="1" dirty="0" err="1"/>
                  <a:t>l’état</a:t>
                </a:r>
                <a:r>
                  <a:rPr lang="en-CA" sz="1400" b="1" dirty="0"/>
                  <a:t> dans </a:t>
                </a:r>
                <a:r>
                  <a:rPr lang="en-CA" sz="1400" b="1" dirty="0" err="1"/>
                  <a:t>lequel</a:t>
                </a:r>
                <a:r>
                  <a:rPr lang="en-CA" sz="1400" b="1" dirty="0"/>
                  <a:t> le </a:t>
                </a:r>
                <a:r>
                  <a:rPr lang="en-CA" sz="1400" b="1" dirty="0" err="1"/>
                  <a:t>système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possède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exactement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cette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valeur</a:t>
                </a:r>
                <a:r>
                  <a:rPr lang="en-CA" sz="1400" dirty="0"/>
                  <a:t>.</a:t>
                </a:r>
              </a:p>
              <a:p>
                <a:r>
                  <a:rPr lang="en-CA" sz="1400" dirty="0"/>
                  <a:t>Si le </a:t>
                </a:r>
                <a:r>
                  <a:rPr lang="en-CA" sz="1400" dirty="0" err="1"/>
                  <a:t>système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</a:t>
                </a:r>
                <a:r>
                  <a:rPr lang="en-CA" sz="1400" i="1" dirty="0"/>
                  <a:t>dans </a:t>
                </a:r>
                <a:r>
                  <a:rPr lang="en-CA" sz="1400" i="1" dirty="0" err="1"/>
                  <a:t>cet</a:t>
                </a:r>
                <a:r>
                  <a:rPr lang="en-CA" sz="1400" i="1" dirty="0"/>
                  <a:t> état propre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alors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1400" dirty="0" err="1"/>
                  <a:t>donnera</a:t>
                </a:r>
                <a:r>
                  <a:rPr lang="en-CA" sz="1400" dirty="0"/>
                  <a:t> </a:t>
                </a:r>
                <a:r>
                  <a:rPr lang="en-CA" sz="1400" b="1" dirty="0"/>
                  <a:t>avec certitude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valeur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  <a:endParaRPr lang="en-CA" sz="1400" dirty="0"/>
              </a:p>
              <a:p>
                <a:r>
                  <a:rPr lang="en-CA" sz="1400" b="1" dirty="0" err="1"/>
                  <a:t>Que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représente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l’état</a:t>
                </a:r>
                <a:r>
                  <a:rPr lang="en-CA" sz="1400" b="1" dirty="0"/>
                  <a:t> |</a:t>
                </a:r>
                <a:r>
                  <a:rPr lang="el-GR" sz="1400" b="1" dirty="0"/>
                  <a:t>ψ⟩</a:t>
                </a:r>
              </a:p>
              <a:p>
                <a:r>
                  <a:rPr lang="en-CA" sz="1400" dirty="0"/>
                  <a:t>Un état </a:t>
                </a:r>
                <a:r>
                  <a:rPr lang="en-CA" sz="1400" dirty="0" err="1"/>
                  <a:t>général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CA" sz="1400" dirty="0" err="1"/>
                  <a:t>peut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être</a:t>
                </a:r>
                <a:r>
                  <a:rPr lang="en-CA" sz="1400" dirty="0"/>
                  <a:t> </a:t>
                </a:r>
                <a:r>
                  <a:rPr lang="en-CA" sz="1400" b="1" dirty="0" err="1"/>
                  <a:t>une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combinaison</a:t>
                </a:r>
                <a:r>
                  <a:rPr lang="en-CA" sz="1400" b="1" dirty="0"/>
                  <a:t> (superposition)</a:t>
                </a:r>
                <a:r>
                  <a:rPr lang="en-CA" sz="1400" dirty="0"/>
                  <a:t> de </a:t>
                </a:r>
                <a:r>
                  <a:rPr lang="en-CA" sz="1400" dirty="0" err="1"/>
                  <a:t>plusieurs</a:t>
                </a:r>
                <a:r>
                  <a:rPr lang="en-CA" sz="1400" dirty="0"/>
                  <a:t> états </a:t>
                </a:r>
                <a:r>
                  <a:rPr lang="en-CA" sz="1400" dirty="0" err="1"/>
                  <a:t>propres</a:t>
                </a:r>
                <a:r>
                  <a:rPr lang="en-CA" sz="1400" dirty="0"/>
                  <a:t>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ar-AE" sz="1400" dirty="0"/>
                  <a:t>:</a:t>
                </a:r>
              </a:p>
              <a:p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CA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CA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ar-AE" sz="1400" dirty="0"/>
              </a:p>
              <a:p>
                <a:r>
                  <a:rPr lang="en-CA" sz="1400" dirty="0"/>
                  <a:t>avec des coefficients complexes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(</a:t>
                </a:r>
                <a:r>
                  <a:rPr lang="en-CA" sz="1400" dirty="0" err="1"/>
                  <a:t>qu’on</a:t>
                </a:r>
                <a:r>
                  <a:rPr lang="en-CA" sz="1400" dirty="0"/>
                  <a:t> </a:t>
                </a:r>
                <a:r>
                  <a:rPr lang="en-CA" sz="1400" dirty="0" err="1"/>
                  <a:t>appelle</a:t>
                </a:r>
                <a:r>
                  <a:rPr lang="en-CA" sz="1400" dirty="0"/>
                  <a:t> </a:t>
                </a:r>
                <a:r>
                  <a:rPr lang="en-CA" sz="1400" b="1" dirty="0"/>
                  <a:t>amplitudes de </a:t>
                </a:r>
                <a:r>
                  <a:rPr lang="en-CA" sz="1400" b="1" dirty="0" err="1"/>
                  <a:t>probabilité</a:t>
                </a:r>
                <a:r>
                  <a:rPr lang="en-CA" sz="1400" dirty="0"/>
                  <a:t>).</a:t>
                </a:r>
              </a:p>
              <a:p>
                <a:r>
                  <a:rPr lang="en-CA" sz="1400" dirty="0"/>
                  <a:t>La superposition </a:t>
                </a:r>
                <a:r>
                  <a:rPr lang="en-CA" sz="1400" dirty="0" err="1"/>
                  <a:t>signifie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que</a:t>
                </a:r>
                <a:r>
                  <a:rPr lang="en-CA" sz="1400" dirty="0"/>
                  <a:t> le </a:t>
                </a:r>
                <a:r>
                  <a:rPr lang="en-CA" sz="1400" dirty="0" err="1"/>
                  <a:t>système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n’a</a:t>
                </a:r>
                <a:r>
                  <a:rPr lang="en-CA" sz="1400" dirty="0"/>
                  <a:t> </a:t>
                </a:r>
                <a:r>
                  <a:rPr lang="en-CA" sz="1400" b="1" dirty="0"/>
                  <a:t>pas </a:t>
                </a:r>
                <a:r>
                  <a:rPr lang="en-CA" sz="1400" b="1" dirty="0" err="1"/>
                  <a:t>une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valeur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définie</a:t>
                </a:r>
                <a:r>
                  <a:rPr lang="en-CA" sz="1400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1400" dirty="0" err="1"/>
                  <a:t>avant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.</a:t>
                </a:r>
                <a:br>
                  <a:rPr lang="en-CA" sz="1400" dirty="0"/>
                </a:br>
                <a:r>
                  <a:rPr lang="en-CA" sz="1400" dirty="0"/>
                  <a:t>Il “</a:t>
                </a:r>
                <a:r>
                  <a:rPr lang="en-CA" sz="1400" dirty="0" err="1"/>
                  <a:t>contient</a:t>
                </a:r>
                <a:r>
                  <a:rPr lang="en-CA" sz="1400" dirty="0"/>
                  <a:t>” </a:t>
                </a:r>
                <a:r>
                  <a:rPr lang="en-CA" sz="1400" dirty="0" err="1"/>
                  <a:t>plusieurs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possibilités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en</a:t>
                </a:r>
                <a:r>
                  <a:rPr lang="en-CA" sz="1400" dirty="0"/>
                  <a:t> </a:t>
                </a:r>
                <a:r>
                  <a:rPr lang="en-CA" sz="1400" dirty="0" err="1"/>
                  <a:t>même</a:t>
                </a:r>
                <a:r>
                  <a:rPr lang="en-CA" sz="1400" dirty="0"/>
                  <a:t> temps, avec des </a:t>
                </a:r>
                <a:r>
                  <a:rPr lang="en-CA" sz="1400" b="1" dirty="0" err="1"/>
                  <a:t>probabilités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associées</a:t>
                </a:r>
                <a:r>
                  <a:rPr lang="en-CA" sz="1400" dirty="0"/>
                  <a:t>.</a:t>
                </a:r>
              </a:p>
              <a:p>
                <a:r>
                  <a:rPr lang="en-CA" sz="1400" b="1" dirty="0" err="1"/>
                  <a:t>Que</a:t>
                </a:r>
                <a:r>
                  <a:rPr lang="en-CA" sz="1400" b="1" dirty="0"/>
                  <a:t> se passe-t-il </a:t>
                </a:r>
                <a:r>
                  <a:rPr lang="en-CA" sz="1400" b="1" dirty="0" err="1"/>
                  <a:t>quand</a:t>
                </a:r>
                <a:r>
                  <a:rPr lang="en-CA" sz="1400" b="1" dirty="0"/>
                  <a:t> on </a:t>
                </a:r>
                <a:r>
                  <a:rPr lang="en-CA" sz="1400" b="1" dirty="0" err="1"/>
                  <a:t>mesure</a:t>
                </a:r>
                <a:r>
                  <a:rPr lang="en-CA" sz="1400" b="1" dirty="0"/>
                  <a:t> A ?</a:t>
                </a:r>
              </a:p>
              <a:p>
                <a:r>
                  <a:rPr lang="en-CA" sz="1400" dirty="0" err="1"/>
                  <a:t>Lorsqu’on</a:t>
                </a:r>
                <a:r>
                  <a:rPr lang="en-CA" sz="1400" dirty="0"/>
                  <a:t>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l’observable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CA" sz="1400" dirty="0"/>
                  <a:t>sur </a:t>
                </a:r>
                <a:r>
                  <a:rPr lang="en-CA" sz="1400" dirty="0" err="1"/>
                  <a:t>l’état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ar-AE" sz="1400" dirty="0"/>
                  <a:t>:</a:t>
                </a:r>
              </a:p>
              <a:p>
                <a:r>
                  <a:rPr lang="en-CA" sz="1400" dirty="0"/>
                  <a:t>le </a:t>
                </a:r>
                <a:r>
                  <a:rPr lang="en-CA" sz="1400" dirty="0" err="1"/>
                  <a:t>résultat</a:t>
                </a:r>
                <a:r>
                  <a:rPr lang="en-CA" sz="1400" dirty="0"/>
                  <a:t> possible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</a:t>
                </a:r>
                <a:r>
                  <a:rPr lang="en-CA" sz="1400" b="1" dirty="0" err="1"/>
                  <a:t>l’une</a:t>
                </a:r>
                <a:r>
                  <a:rPr lang="en-CA" sz="1400" b="1" dirty="0"/>
                  <a:t> des </a:t>
                </a:r>
                <a:r>
                  <a:rPr lang="en-CA" sz="1400" b="1" dirty="0" err="1"/>
                  <a:t>valeurs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propres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,</a:t>
                </a:r>
                <a:r>
                  <a:rPr lang="en-CA" sz="1400" dirty="0"/>
                  <a:t> la </a:t>
                </a:r>
                <a:r>
                  <a:rPr lang="en-CA" sz="1400" b="1" dirty="0" err="1"/>
                  <a:t>probabilité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d’obtenir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1400" dirty="0"/>
                  <a:t>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d>
                        <m:dPr>
                          <m:begChr m:val="⟨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1400" dirty="0"/>
              </a:p>
              <a:p>
                <a:r>
                  <a:rPr lang="en-CA" sz="1400" dirty="0"/>
                  <a:t>après la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, le </a:t>
                </a:r>
                <a:r>
                  <a:rPr lang="en-CA" sz="1400" dirty="0" err="1"/>
                  <a:t>système</a:t>
                </a:r>
                <a:r>
                  <a:rPr lang="en-CA" sz="1400" dirty="0"/>
                  <a:t> </a:t>
                </a:r>
                <a:r>
                  <a:rPr lang="en-CA" sz="1400" b="1" dirty="0"/>
                  <a:t>se “</a:t>
                </a:r>
                <a:r>
                  <a:rPr lang="en-CA" sz="1400" b="1" dirty="0" err="1"/>
                  <a:t>réduit</a:t>
                </a:r>
                <a:r>
                  <a:rPr lang="en-CA" sz="1400" b="1" dirty="0"/>
                  <a:t>”</a:t>
                </a:r>
                <a:r>
                  <a:rPr lang="en-CA" sz="1400" dirty="0"/>
                  <a:t> à </a:t>
                </a:r>
                <a:r>
                  <a:rPr lang="en-CA" sz="1400" dirty="0" err="1"/>
                  <a:t>l’état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correspondant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1400" dirty="0"/>
                  <a:t>.</a:t>
                </a:r>
              </a:p>
              <a:p>
                <a:endParaRPr lang="en-CA" sz="1400" dirty="0"/>
              </a:p>
              <a:p>
                <a:endParaRPr lang="ar-AE" sz="14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5B89F8C-4E23-AD9B-ACB6-E0CBCF1C9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25" y="202700"/>
                <a:ext cx="10277475" cy="5449505"/>
              </a:xfrm>
              <a:prstGeom prst="rect">
                <a:avLst/>
              </a:prstGeom>
              <a:blipFill>
                <a:blip r:embed="rId2"/>
                <a:stretch>
                  <a:fillRect l="-178" t="-3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77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A907-E72E-B0AA-E4D3-9BAD553D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77150D-E8AC-D659-304A-4B58AF0C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B4E363-79F4-B9D4-3AF1-2644CBAD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8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D78FE03-9302-779B-C1E2-7243A11E2904}"/>
                  </a:ext>
                </a:extLst>
              </p:cNvPr>
              <p:cNvSpPr txBox="1"/>
              <p:nvPr/>
            </p:nvSpPr>
            <p:spPr>
              <a:xfrm>
                <a:off x="1657350" y="970344"/>
                <a:ext cx="9191625" cy="3559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400" b="1" dirty="0"/>
                  <a:t>1. Ce </a:t>
                </a:r>
                <a:r>
                  <a:rPr lang="en-CA" sz="1400" b="1" dirty="0" err="1"/>
                  <a:t>que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dit</a:t>
                </a:r>
                <a:r>
                  <a:rPr lang="en-CA" sz="1400" b="1" dirty="0"/>
                  <a:t> la </a:t>
                </a:r>
                <a:r>
                  <a:rPr lang="en-CA" sz="1400" b="1" dirty="0" err="1"/>
                  <a:t>théorie</a:t>
                </a:r>
                <a:r>
                  <a:rPr lang="en-CA" sz="1400" b="1" dirty="0"/>
                  <a:t> (la “</a:t>
                </a:r>
                <a:r>
                  <a:rPr lang="en-CA" sz="1400" b="1" dirty="0" err="1"/>
                  <a:t>règle</a:t>
                </a:r>
                <a:r>
                  <a:rPr lang="en-CA" sz="1400" b="1" dirty="0"/>
                  <a:t> de la </a:t>
                </a:r>
                <a:r>
                  <a:rPr lang="en-CA" sz="1400" b="1" dirty="0" err="1"/>
                  <a:t>mesure</a:t>
                </a:r>
                <a:r>
                  <a:rPr lang="en-CA" sz="1400" b="1" dirty="0"/>
                  <a:t>”)</a:t>
                </a:r>
              </a:p>
              <a:p>
                <a:r>
                  <a:rPr lang="en-CA" sz="1400" dirty="0"/>
                  <a:t>Quand un </a:t>
                </a:r>
                <a:r>
                  <a:rPr lang="en-CA" sz="1400" dirty="0" err="1"/>
                  <a:t>système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dans un état </a:t>
                </a:r>
                <a:r>
                  <a:rPr lang="en-CA" sz="1400" dirty="0" err="1"/>
                  <a:t>général</a:t>
                </a:r>
                <a:r>
                  <a:rPr lang="en-CA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400" dirty="0"/>
              </a:p>
              <a:p>
                <a:r>
                  <a:rPr lang="en-CA" sz="1400" dirty="0" err="1"/>
                  <a:t>où</a:t>
                </a:r>
                <a:r>
                  <a:rPr lang="en-CA" sz="1400" dirty="0"/>
                  <a:t> les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sz="1400" dirty="0" err="1"/>
                  <a:t>sont</a:t>
                </a:r>
                <a:r>
                  <a:rPr lang="en-CA" sz="1400" dirty="0"/>
                  <a:t> les états </a:t>
                </a:r>
                <a:r>
                  <a:rPr lang="en-CA" sz="1400" dirty="0" err="1"/>
                  <a:t>propres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d’une</a:t>
                </a:r>
                <a:r>
                  <a:rPr lang="en-CA" sz="1400" dirty="0"/>
                  <a:t> observable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ar-AE" sz="1400" dirty="0"/>
                  <a:t>.</a:t>
                </a:r>
              </a:p>
              <a:p>
                <a:r>
                  <a:rPr lang="en-CA" sz="1400" dirty="0"/>
                  <a:t>👉 Si on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ar-AE" sz="1400" dirty="0"/>
                  <a:t>, </a:t>
                </a:r>
                <a:r>
                  <a:rPr lang="en-CA" sz="1400" dirty="0"/>
                  <a:t>la </a:t>
                </a:r>
                <a:r>
                  <a:rPr lang="en-CA" sz="1400" b="1" dirty="0" err="1"/>
                  <a:t>probabilité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d’obtenir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valeur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1400" dirty="0" err="1"/>
                  <a:t>est</a:t>
                </a:r>
                <a:r>
                  <a:rPr lang="en-CA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1400" dirty="0"/>
              </a:p>
              <a:p>
                <a:r>
                  <a:rPr lang="en-CA" sz="1400" dirty="0"/>
                  <a:t>Mais </a:t>
                </a:r>
                <a:r>
                  <a:rPr lang="en-CA" sz="1400" b="1" dirty="0"/>
                  <a:t>après la </a:t>
                </a:r>
                <a:r>
                  <a:rPr lang="en-CA" sz="1400" b="1" dirty="0" err="1"/>
                  <a:t>mesure</a:t>
                </a:r>
                <a:r>
                  <a:rPr lang="en-CA" sz="1400" dirty="0"/>
                  <a:t>, le </a:t>
                </a:r>
                <a:r>
                  <a:rPr lang="en-CA" sz="1400" dirty="0" err="1"/>
                  <a:t>système</a:t>
                </a:r>
                <a:r>
                  <a:rPr lang="en-CA" sz="1400" dirty="0"/>
                  <a:t> </a:t>
                </a:r>
                <a:r>
                  <a:rPr lang="en-CA" sz="1400" b="1" dirty="0" err="1"/>
                  <a:t>n’est</a:t>
                </a:r>
                <a:r>
                  <a:rPr lang="en-CA" sz="1400" b="1" dirty="0"/>
                  <a:t> plus dans la superposition</a:t>
                </a:r>
                <a:r>
                  <a:rPr lang="en-CA" sz="1400" dirty="0"/>
                  <a:t>.</a:t>
                </a:r>
                <a:br>
                  <a:rPr lang="en-CA" sz="1400" dirty="0"/>
                </a:br>
                <a:r>
                  <a:rPr lang="en-CA" sz="1400" dirty="0"/>
                  <a:t>Il se </a:t>
                </a:r>
                <a:r>
                  <a:rPr lang="en-CA" sz="1400" dirty="0" err="1"/>
                  <a:t>trouve</a:t>
                </a:r>
                <a:r>
                  <a:rPr lang="en-CA" sz="1400" dirty="0"/>
                  <a:t> </a:t>
                </a:r>
                <a:r>
                  <a:rPr lang="en-CA" sz="1400" b="1" dirty="0"/>
                  <a:t>dans </a:t>
                </a:r>
                <a:r>
                  <a:rPr lang="en-CA" sz="1400" b="1" dirty="0" err="1"/>
                  <a:t>l’état</a:t>
                </a:r>
                <a:r>
                  <a:rPr lang="en-CA" sz="1400" b="1" dirty="0"/>
                  <a:t> propre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correspondant</a:t>
                </a:r>
                <a:r>
                  <a:rPr lang="en-CA" sz="1400" dirty="0"/>
                  <a:t> au </a:t>
                </a:r>
                <a:r>
                  <a:rPr lang="en-CA" sz="1400" dirty="0" err="1"/>
                  <a:t>résultat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obtenu</a:t>
                </a:r>
                <a:r>
                  <a:rPr lang="en-CA" sz="1400" dirty="0"/>
                  <a:t> :</a:t>
                </a:r>
                <a:r>
                  <a:rPr lang="ar-AE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sz="1400" b="0" i="0" smtClean="0">
                                <a:latin typeface="Cambria Math" panose="02040503050406030204" pitchFamily="18" charset="0"/>
                              </a:rPr>
                              <m:t>apres</m:t>
                            </m:r>
                            <m:r>
                              <a:rPr lang="en-CA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CA" sz="1400" b="0" i="0" smtClean="0">
                                <a:latin typeface="Cambria Math" panose="02040503050406030204" pitchFamily="18" charset="0"/>
                              </a:rPr>
                              <m:t>mesure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sz="1400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sz="14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ar-AE" sz="1400" b="0" dirty="0"/>
              </a:p>
              <a:p>
                <a:r>
                  <a:rPr lang="en-CA" sz="1400" dirty="0" err="1"/>
                  <a:t>C’est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qu’on</a:t>
                </a:r>
                <a:r>
                  <a:rPr lang="en-CA" sz="1400" dirty="0"/>
                  <a:t> </a:t>
                </a:r>
                <a:r>
                  <a:rPr lang="en-CA" sz="1400" dirty="0" err="1"/>
                  <a:t>appelle</a:t>
                </a:r>
                <a:r>
                  <a:rPr lang="en-CA" sz="1400" dirty="0"/>
                  <a:t> </a:t>
                </a:r>
                <a:r>
                  <a:rPr lang="en-CA" sz="1400" b="1" dirty="0"/>
                  <a:t>la </a:t>
                </a:r>
                <a:r>
                  <a:rPr lang="en-CA" sz="1400" b="1" dirty="0" err="1"/>
                  <a:t>réduction</a:t>
                </a:r>
                <a:r>
                  <a:rPr lang="en-CA" sz="1400" b="1" dirty="0"/>
                  <a:t> (</a:t>
                </a:r>
                <a:r>
                  <a:rPr lang="en-CA" sz="1400" b="1" dirty="0" err="1"/>
                  <a:t>ou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effondrement</a:t>
                </a:r>
                <a:r>
                  <a:rPr lang="en-CA" sz="1400" b="1" dirty="0"/>
                  <a:t>) du </a:t>
                </a:r>
                <a:r>
                  <a:rPr lang="en-CA" sz="1400" b="1" dirty="0" err="1"/>
                  <a:t>vecteur</a:t>
                </a:r>
                <a:r>
                  <a:rPr lang="en-CA" sz="1400" b="1" dirty="0"/>
                  <a:t> d’état</a:t>
                </a:r>
                <a:r>
                  <a:rPr lang="en-CA" sz="1400" dirty="0"/>
                  <a:t>.</a:t>
                </a:r>
                <a:br>
                  <a:rPr lang="en-CA" sz="1400" dirty="0"/>
                </a:br>
                <a:r>
                  <a:rPr lang="en-CA" sz="1400" dirty="0"/>
                  <a:t>On </a:t>
                </a:r>
                <a:r>
                  <a:rPr lang="en-CA" sz="1400" dirty="0" err="1"/>
                  <a:t>dit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aussi</a:t>
                </a:r>
                <a:r>
                  <a:rPr lang="en-CA" sz="1400" dirty="0"/>
                  <a:t> </a:t>
                </a:r>
                <a:r>
                  <a:rPr lang="en-CA" sz="1400" b="1" dirty="0"/>
                  <a:t>“collapse du </a:t>
                </a:r>
                <a:r>
                  <a:rPr lang="en-CA" sz="1400" b="1" dirty="0" err="1"/>
                  <a:t>paquet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d’ondes</a:t>
                </a:r>
                <a:r>
                  <a:rPr lang="en-CA" sz="1400" b="1" dirty="0"/>
                  <a:t>”</a:t>
                </a:r>
                <a:r>
                  <a:rPr lang="en-CA" sz="1400" dirty="0"/>
                  <a:t>.</a:t>
                </a:r>
              </a:p>
              <a:p>
                <a:br>
                  <a:rPr lang="en-CA" sz="1400" dirty="0"/>
                </a:br>
                <a:endParaRPr lang="en-CA" sz="1400" dirty="0"/>
              </a:p>
              <a:p>
                <a:endParaRPr lang="ar-AE" sz="14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D78FE03-9302-779B-C1E2-7243A11E2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50" y="970344"/>
                <a:ext cx="9191625" cy="3559629"/>
              </a:xfrm>
              <a:prstGeom prst="rect">
                <a:avLst/>
              </a:prstGeom>
              <a:blipFill>
                <a:blip r:embed="rId2"/>
                <a:stretch>
                  <a:fillRect l="-199" t="-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40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55EF-EBF5-9631-A74C-5341AF33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939868-FA07-D368-0406-C841E1DD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A6B86-7301-41FB-AE3B-49ECBAA518E3}" type="datetime2">
              <a:rPr kumimoji="0" lang="en-CA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November 11, 2025</a:t>
            </a:fld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BC5BEC1-68DE-72C0-FC91-9E9646E0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106C8F-2F7F-4E04-A1B3-431C8FF2B6D9}" type="slidenum">
              <a:rPr kumimoji="0" lang="en-CA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C0C7C1D-2671-D545-FC41-5C0E995BC341}"/>
                  </a:ext>
                </a:extLst>
              </p:cNvPr>
              <p:cNvSpPr txBox="1"/>
              <p:nvPr/>
            </p:nvSpPr>
            <p:spPr>
              <a:xfrm>
                <a:off x="1630363" y="357167"/>
                <a:ext cx="10029825" cy="5528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3</a:t>
                </a:r>
                <a:r>
                  <a:rPr kumimoji="0" lang="en-CA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Pourquoi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nécessaire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exemple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concret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Prenons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un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électron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avec un spin.</a:t>
                </a:r>
                <a:b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</a:b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Avant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disons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son état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superposition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</m:t>
                          </m:r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𝜓</m:t>
                          </m:r>
                        </m:e>
                      </m:d>
                      <m:r>
                        <a:rPr kumimoji="0" lang="ar-AE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ar-AE" sz="1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∣+</m:t>
                          </m:r>
                          <m:sSub>
                            <m:sSubPr>
                              <m:ctrlP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kumimoji="0" lang="ar-AE" sz="1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⟩</m:t>
                                  </m:r>
                                </m:e>
                              </m:d>
                            </m:e>
                            <m:sub>
                              <m: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sub>
                          </m:sSub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+∣−</m:t>
                          </m:r>
                          <m:sSub>
                            <m:sSubPr>
                              <m:ctrlP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kumimoji="0" lang="ar-AE" sz="1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⟩</m:t>
                                  </m:r>
                                </m:e>
                              </m:d>
                            </m:e>
                            <m:sub>
                              <m: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ar-A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Si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tu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passes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l’électron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dans un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appareil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 Stern-Gerlach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orienté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selon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CA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</a:t>
                </a:r>
                <a:b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</a:b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tu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verras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deux taches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pour </a:t>
                </a:r>
                <a14:m>
                  <m:oMath xmlns:m="http://schemas.openxmlformats.org/officeDocument/2006/math"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ℏ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et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pour </a:t>
                </a:r>
                <a14:m>
                  <m:oMath xmlns:m="http://schemas.openxmlformats.org/officeDocument/2006/math"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ℏ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Mais pour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chaque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électron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individuel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tu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n’en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vois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qu’une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seule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tache.</a:t>
                </a:r>
                <a:b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</a:b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Donc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après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même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électron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forcément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un spin bien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défini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selon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CA" sz="1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— par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exemple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ℏ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kumimoji="0" lang="en-CA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Il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donc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passé de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ar-AE" sz="1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∣+</m:t>
                          </m:r>
                          <m:sSub>
                            <m:sSubPr>
                              <m:ctrlP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kumimoji="0" lang="ar-AE" sz="1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⟩</m:t>
                                  </m:r>
                                </m:e>
                              </m:d>
                            </m:e>
                            <m:sub>
                              <m: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sub>
                          </m:sSub>
                          <m:r>
                            <a:rPr kumimoji="0" lang="ar-AE" sz="1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+∣−</m:t>
                          </m:r>
                          <m:sSub>
                            <m:sSubPr>
                              <m:ctrlP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kumimoji="0" lang="ar-AE" sz="1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⟩</m:t>
                                  </m:r>
                                </m:e>
                              </m:d>
                            </m:e>
                            <m:sub>
                              <m: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ar-A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à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∣+</m:t>
                      </m:r>
                      <m:sSub>
                        <m:sSubPr>
                          <m:ctrlP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kumimoji="0" lang="ar-AE" sz="1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⟩</m:t>
                              </m:r>
                            </m:e>
                          </m:d>
                        </m:e>
                        <m:sub>
                          <m:r>
                            <a:rPr kumimoji="0" lang="ar-AE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0" lang="ar-A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changement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brutal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qu’on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appelle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réduction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du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vecteur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d’état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</a:br>
                <a:endParaRPr kumimoji="0" lang="en-CA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4.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Interprétation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physique (et philosophique)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qu’il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faut bien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comprendre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avant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le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système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n’a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pas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valeur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précise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pour la grandeur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mesurée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crée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valeur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(au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sens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où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elle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“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sélectionne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”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parmi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les possibles).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pourquoi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mécanique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quantique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fondamentalement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probabiliste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</a:t>
                </a:r>
                <a:b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</a:b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on ne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prédit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pas </a:t>
                </a:r>
                <a:r>
                  <a:rPr kumimoji="0" lang="en-CA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le </a:t>
                </a:r>
                <a:r>
                  <a:rPr kumimoji="0" lang="en-CA" sz="1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résultat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</a:t>
                </a:r>
                <a:b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</a:b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on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prédit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les </a:t>
                </a:r>
                <a:r>
                  <a:rPr kumimoji="0" lang="en-CA" sz="14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probabilités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résultats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</a:t>
                </a:r>
                <a:b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</a:b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et on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dit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“fait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apparaître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”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un de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résultats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possibles.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C0C7C1D-2671-D545-FC41-5C0E995BC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363" y="357167"/>
                <a:ext cx="10029825" cy="5528052"/>
              </a:xfrm>
              <a:prstGeom prst="rect">
                <a:avLst/>
              </a:prstGeom>
              <a:blipFill>
                <a:blip r:embed="rId2"/>
                <a:stretch>
                  <a:fillRect l="-182" t="-221" b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32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00FE-1A40-8B99-29C9-8F995CD2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9061C5-7B4B-31A1-0A82-8071213ED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A6B86-7301-41FB-AE3B-49ECBAA518E3}" type="datetime2">
              <a:rPr kumimoji="0" lang="en-CA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November 11, 2025</a:t>
            </a:fld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E8B697-7D15-47FC-6444-2E44B44F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106C8F-2F7F-4E04-A1B3-431C8FF2B6D9}" type="slidenum">
              <a:rPr kumimoji="0" lang="en-CA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73F9D9E-A421-02A6-9347-2D3946FCC390}"/>
                  </a:ext>
                </a:extLst>
              </p:cNvPr>
              <p:cNvSpPr txBox="1"/>
              <p:nvPr/>
            </p:nvSpPr>
            <p:spPr>
              <a:xfrm>
                <a:off x="1609725" y="839013"/>
                <a:ext cx="10125075" cy="3825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2.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Pourquoi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on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dit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ça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— le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raisonnement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logique</a:t>
                </a:r>
                <a:endParaRPr kumimoji="0" lang="en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Avant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système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était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dans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superposition de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plusieurs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possibilités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;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tu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ne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pouvais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qu’attribuer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des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probabilités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à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chaque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résultat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Après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tu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sais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quel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résultat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été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obtenu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donc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système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doit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maintenant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être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dans un état qui correspond à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résultat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Autrement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dit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mesurer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grandeur,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forcer le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système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à adopter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valeurs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propres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possibles de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cette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grandeur.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un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postulat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expérimental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pas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simple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équation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mathématique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5.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D’où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vient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postulat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?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des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règles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fondatrices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mécanique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quantique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formulée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dans les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années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1920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Born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(1926) →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relie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fonction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d’onde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à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probabilité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Dirac &amp; von Neumann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→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formulent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le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postulat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 la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toute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mesure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d’une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observable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</m:acc>
                  </m:oMath>
                </a14:m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fait passer le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système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dans un des états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propres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</m:acc>
                  </m:oMath>
                </a14:m>
                <a:r>
                  <a:rPr kumimoji="0" lang="ar-AE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Il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n’y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a 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pas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d’explication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plus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fondamentale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à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l’intérieur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de la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théorie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—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un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principe</a:t>
                </a:r>
                <a:r>
                  <a:rPr kumimoji="0" lang="en-CA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expérimental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confirmé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par des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milliers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CA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d’expériences</a:t>
                </a:r>
                <a:r>
                  <a:rPr kumimoji="0" lang="en-CA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73F9D9E-A421-02A6-9347-2D3946FCC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839013"/>
                <a:ext cx="10125075" cy="3825856"/>
              </a:xfrm>
              <a:prstGeom prst="rect">
                <a:avLst/>
              </a:prstGeom>
              <a:blipFill>
                <a:blip r:embed="rId2"/>
                <a:stretch>
                  <a:fillRect l="-181" t="-319" b="-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154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6DE0-C741-4874-1A30-88F688EC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6ED941-B609-C28A-E3C7-47104045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A6B86-7301-41FB-AE3B-49ECBAA518E3}" type="datetime2">
              <a:rPr kumimoji="0" lang="en-CA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November 11, 2025</a:t>
            </a:fld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FA358C1-0A11-1023-DEF1-A2BFAE62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106C8F-2F7F-4E04-A1B3-431C8FF2B6D9}" type="slidenum">
              <a:rPr kumimoji="0" lang="en-CA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CA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125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EA65-D8DA-C933-64EA-02845894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BB7865-1C03-DB7A-71CA-C0827262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A6B86-7301-41FB-AE3B-49ECBAA518E3}" type="datetime2">
              <a:rPr kumimoji="0" lang="en-CA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November 11, 2025</a:t>
            </a:fld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2C19DE-C798-B18B-ACBC-81E87839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106C8F-2F7F-4E04-A1B3-431C8FF2B6D9}" type="slidenum">
              <a:rPr kumimoji="0" lang="en-CA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A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887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7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2E8E213-E069-8C79-22C6-F40590FF2817}"/>
                  </a:ext>
                </a:extLst>
              </p:cNvPr>
              <p:cNvSpPr txBox="1"/>
              <p:nvPr/>
            </p:nvSpPr>
            <p:spPr>
              <a:xfrm>
                <a:off x="613519" y="438150"/>
                <a:ext cx="6669809" cy="524328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700" b="1">
                    <a:solidFill>
                      <a:schemeClr val="tx1"/>
                    </a:solidFill>
                  </a:rPr>
                  <a:t>Definitions 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endParaRPr lang="en-US" sz="1700" b="1">
                  <a:solidFill>
                    <a:schemeClr val="tx1"/>
                  </a:solidFill>
                </a:endParaRP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>
                    <a:solidFill>
                      <a:schemeClr val="tx1"/>
                    </a:solidFill>
                  </a:rPr>
                  <a:t>Espace de Hilbert</a:t>
                </a:r>
                <a:r>
                  <a:rPr lang="en-US" sz="1700">
                    <a:solidFill>
                      <a:schemeClr val="tx1"/>
                    </a:solidFill>
                  </a:rPr>
                  <a:t> : cadre </a:t>
                </a:r>
                <a:r>
                  <a:rPr lang="en-US" sz="1700" err="1">
                    <a:solidFill>
                      <a:schemeClr val="tx1"/>
                    </a:solidFill>
                  </a:rPr>
                  <a:t>mathématique</a:t>
                </a:r>
                <a:r>
                  <a:rPr lang="en-US" sz="1700">
                    <a:solidFill>
                      <a:schemeClr val="tx1"/>
                    </a:solidFill>
                  </a:rPr>
                  <a:t> </a:t>
                </a:r>
                <a:r>
                  <a:rPr lang="en-US" sz="1700" err="1">
                    <a:solidFill>
                      <a:schemeClr val="tx1"/>
                    </a:solidFill>
                  </a:rPr>
                  <a:t>abstrait</a:t>
                </a:r>
                <a:r>
                  <a:rPr lang="en-US" sz="1700">
                    <a:solidFill>
                      <a:schemeClr val="tx1"/>
                    </a:solidFill>
                  </a:rPr>
                  <a:t>.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 err="1">
                    <a:solidFill>
                      <a:schemeClr val="tx1"/>
                    </a:solidFill>
                  </a:rPr>
                  <a:t>Vecteur</a:t>
                </a:r>
                <a:r>
                  <a:rPr lang="en-US" sz="1700" b="1">
                    <a:solidFill>
                      <a:schemeClr val="tx1"/>
                    </a:solidFill>
                  </a:rPr>
                  <a:t> d’état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1700">
                    <a:solidFill>
                      <a:schemeClr val="tx1"/>
                    </a:solidFill>
                  </a:rPr>
                  <a:t>: description </a:t>
                </a:r>
                <a:r>
                  <a:rPr lang="en-US" sz="1700" err="1">
                    <a:solidFill>
                      <a:schemeClr val="tx1"/>
                    </a:solidFill>
                  </a:rPr>
                  <a:t>complète</a:t>
                </a:r>
                <a:r>
                  <a:rPr lang="en-US" sz="1700">
                    <a:solidFill>
                      <a:schemeClr val="tx1"/>
                    </a:solidFill>
                  </a:rPr>
                  <a:t> </a:t>
                </a:r>
                <a:r>
                  <a:rPr lang="en-US" sz="1700" err="1">
                    <a:solidFill>
                      <a:schemeClr val="tx1"/>
                    </a:solidFill>
                  </a:rPr>
                  <a:t>mais</a:t>
                </a:r>
                <a:r>
                  <a:rPr lang="en-US" sz="1700">
                    <a:solidFill>
                      <a:schemeClr val="tx1"/>
                    </a:solidFill>
                  </a:rPr>
                  <a:t> </a:t>
                </a:r>
                <a:r>
                  <a:rPr lang="en-US" sz="1700" err="1">
                    <a:solidFill>
                      <a:schemeClr val="tx1"/>
                    </a:solidFill>
                  </a:rPr>
                  <a:t>abstraite</a:t>
                </a:r>
                <a:r>
                  <a:rPr lang="en-US" sz="1700">
                    <a:solidFill>
                      <a:schemeClr val="tx1"/>
                    </a:solidFill>
                  </a:rPr>
                  <a:t> de </a:t>
                </a:r>
                <a:r>
                  <a:rPr lang="en-US" sz="1700" err="1">
                    <a:solidFill>
                      <a:schemeClr val="tx1"/>
                    </a:solidFill>
                  </a:rPr>
                  <a:t>l’état</a:t>
                </a:r>
                <a:r>
                  <a:rPr lang="en-US" sz="1700">
                    <a:solidFill>
                      <a:schemeClr val="tx1"/>
                    </a:solidFill>
                  </a:rPr>
                  <a:t> du </a:t>
                </a:r>
                <a:r>
                  <a:rPr lang="en-US" sz="1700" err="1">
                    <a:solidFill>
                      <a:schemeClr val="tx1"/>
                    </a:solidFill>
                  </a:rPr>
                  <a:t>système</a:t>
                </a:r>
                <a:r>
                  <a:rPr lang="en-US" sz="1700">
                    <a:solidFill>
                      <a:schemeClr val="tx1"/>
                    </a:solidFill>
                  </a:rPr>
                  <a:t>.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 err="1">
                    <a:solidFill>
                      <a:schemeClr val="tx1"/>
                    </a:solidFill>
                  </a:rPr>
                  <a:t>Fonction</a:t>
                </a:r>
                <a:r>
                  <a:rPr lang="en-US" sz="1700" b="1">
                    <a:solidFill>
                      <a:schemeClr val="tx1"/>
                    </a:solidFill>
                  </a:rPr>
                  <a:t> </a:t>
                </a:r>
                <a:r>
                  <a:rPr lang="en-US" sz="1700" b="1" err="1">
                    <a:solidFill>
                      <a:schemeClr val="tx1"/>
                    </a:solidFill>
                  </a:rPr>
                  <a:t>d’onde</a:t>
                </a:r>
                <a:r>
                  <a:rPr lang="en-US" sz="1700" b="1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sepChr m:val=","/>
                        <m:ctrlP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700">
                    <a:solidFill>
                      <a:schemeClr val="tx1"/>
                    </a:solidFill>
                  </a:rPr>
                  <a:t>: </a:t>
                </a:r>
                <a:r>
                  <a:rPr lang="en-US" sz="1700" err="1">
                    <a:solidFill>
                      <a:schemeClr val="tx1"/>
                    </a:solidFill>
                  </a:rPr>
                  <a:t>représentation</a:t>
                </a:r>
                <a:r>
                  <a:rPr lang="en-US" sz="1700">
                    <a:solidFill>
                      <a:schemeClr val="tx1"/>
                    </a:solidFill>
                  </a:rPr>
                  <a:t> </a:t>
                </a:r>
                <a:r>
                  <a:rPr lang="en-US" sz="1700" err="1">
                    <a:solidFill>
                      <a:schemeClr val="tx1"/>
                    </a:solidFill>
                  </a:rPr>
                  <a:t>particulière</a:t>
                </a:r>
                <a:r>
                  <a:rPr lang="en-US" sz="1700">
                    <a:solidFill>
                      <a:schemeClr val="tx1"/>
                    </a:solidFill>
                  </a:rPr>
                  <a:t> du </a:t>
                </a:r>
                <a:r>
                  <a:rPr lang="en-US" sz="1700" err="1">
                    <a:solidFill>
                      <a:schemeClr val="tx1"/>
                    </a:solidFill>
                  </a:rPr>
                  <a:t>vecteur</a:t>
                </a:r>
                <a:r>
                  <a:rPr lang="en-US" sz="1700">
                    <a:solidFill>
                      <a:schemeClr val="tx1"/>
                    </a:solidFill>
                  </a:rPr>
                  <a:t> d’état dans la base de position.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</a:pPr>
                <a:endParaRPr lang="en-US">
                  <a:solidFill>
                    <a:schemeClr val="tx1"/>
                  </a:solidFill>
                </a:endParaRP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</a:pPr>
                <a:r>
                  <a:rPr lang="en-US">
                    <a:solidFill>
                      <a:schemeClr val="tx1"/>
                    </a:solidFill>
                  </a:rPr>
                  <a:t>On </a:t>
                </a:r>
                <a:r>
                  <a:rPr lang="en-US" err="1">
                    <a:solidFill>
                      <a:schemeClr val="tx1"/>
                    </a:solidFill>
                  </a:rPr>
                  <a:t>pourrait</a:t>
                </a:r>
                <a:r>
                  <a:rPr lang="en-US">
                    <a:solidFill>
                      <a:schemeClr val="tx1"/>
                    </a:solidFill>
                  </a:rPr>
                  <a:t> faire </a:t>
                </a:r>
                <a:r>
                  <a:rPr lang="en-US" err="1">
                    <a:solidFill>
                      <a:schemeClr val="tx1"/>
                    </a:solidFill>
                  </a:rPr>
                  <a:t>une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:r>
                  <a:rPr lang="en-US" err="1">
                    <a:solidFill>
                      <a:schemeClr val="tx1"/>
                    </a:solidFill>
                  </a:rPr>
                  <a:t>analogie</a:t>
                </a:r>
                <a:r>
                  <a:rPr lang="en-US">
                    <a:solidFill>
                      <a:schemeClr val="tx1"/>
                    </a:solidFill>
                  </a:rPr>
                  <a:t> simple :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</a:pPr>
                <a:r>
                  <a:rPr lang="en-US" err="1">
                    <a:solidFill>
                      <a:schemeClr val="tx1"/>
                    </a:solidFill>
                  </a:rPr>
                  <a:t>L’espace</a:t>
                </a:r>
                <a:r>
                  <a:rPr lang="en-US">
                    <a:solidFill>
                      <a:schemeClr val="tx1"/>
                    </a:solidFill>
                  </a:rPr>
                  <a:t> de Hilbert = </a:t>
                </a:r>
                <a:r>
                  <a:rPr lang="en-US" err="1">
                    <a:solidFill>
                      <a:schemeClr val="tx1"/>
                    </a:solidFill>
                  </a:rPr>
                  <a:t>l’espace</a:t>
                </a:r>
                <a:r>
                  <a:rPr lang="en-US">
                    <a:solidFill>
                      <a:schemeClr val="tx1"/>
                    </a:solidFill>
                  </a:rPr>
                  <a:t> de </a:t>
                </a:r>
                <a:r>
                  <a:rPr lang="en-US" err="1">
                    <a:solidFill>
                      <a:schemeClr val="tx1"/>
                    </a:solidFill>
                  </a:rPr>
                  <a:t>tous</a:t>
                </a:r>
                <a:r>
                  <a:rPr lang="en-US">
                    <a:solidFill>
                      <a:schemeClr val="tx1"/>
                    </a:solidFill>
                  </a:rPr>
                  <a:t> les </a:t>
                </a:r>
                <a:r>
                  <a:rPr lang="en-US" err="1">
                    <a:solidFill>
                      <a:schemeClr val="tx1"/>
                    </a:solidFill>
                  </a:rPr>
                  <a:t>vecteurs</a:t>
                </a:r>
                <a:r>
                  <a:rPr lang="en-US">
                    <a:solidFill>
                      <a:schemeClr val="tx1"/>
                    </a:solidFill>
                  </a:rPr>
                  <a:t> possibles (</a:t>
                </a:r>
                <a:r>
                  <a:rPr lang="en-US" err="1">
                    <a:solidFill>
                      <a:schemeClr val="tx1"/>
                    </a:solidFill>
                  </a:rPr>
                  <a:t>comme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).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</a:pPr>
                <a:r>
                  <a:rPr lang="en-US">
                    <a:solidFill>
                      <a:schemeClr val="tx1"/>
                    </a:solidFill>
                  </a:rPr>
                  <a:t>Le </a:t>
                </a:r>
                <a:r>
                  <a:rPr lang="en-US" err="1">
                    <a:solidFill>
                      <a:schemeClr val="tx1"/>
                    </a:solidFill>
                  </a:rPr>
                  <a:t>vecteur</a:t>
                </a:r>
                <a:r>
                  <a:rPr lang="en-US">
                    <a:solidFill>
                      <a:schemeClr val="tx1"/>
                    </a:solidFill>
                  </a:rPr>
                  <a:t> d’état = un </a:t>
                </a:r>
                <a:r>
                  <a:rPr lang="en-US" err="1">
                    <a:solidFill>
                      <a:schemeClr val="tx1"/>
                    </a:solidFill>
                  </a:rPr>
                  <a:t>vecteur</a:t>
                </a:r>
                <a:r>
                  <a:rPr lang="en-US">
                    <a:solidFill>
                      <a:schemeClr val="tx1"/>
                    </a:solidFill>
                  </a:rPr>
                  <a:t> particulier dans </a:t>
                </a:r>
                <a:r>
                  <a:rPr lang="en-US" err="1">
                    <a:solidFill>
                      <a:schemeClr val="tx1"/>
                    </a:solidFill>
                  </a:rPr>
                  <a:t>cet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:r>
                  <a:rPr lang="en-US" err="1">
                    <a:solidFill>
                      <a:schemeClr val="tx1"/>
                    </a:solidFill>
                  </a:rPr>
                  <a:t>espace</a:t>
                </a:r>
                <a:r>
                  <a:rPr lang="en-US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</a:pPr>
                <a:r>
                  <a:rPr lang="en-US">
                    <a:solidFill>
                      <a:schemeClr val="tx1"/>
                    </a:solidFill>
                  </a:rPr>
                  <a:t>La </a:t>
                </a:r>
                <a:r>
                  <a:rPr lang="en-US" err="1">
                    <a:solidFill>
                      <a:schemeClr val="tx1"/>
                    </a:solidFill>
                  </a:rPr>
                  <a:t>fonction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:r>
                  <a:rPr lang="en-US" err="1">
                    <a:solidFill>
                      <a:schemeClr val="tx1"/>
                    </a:solidFill>
                  </a:rPr>
                  <a:t>d’onde</a:t>
                </a:r>
                <a:r>
                  <a:rPr lang="en-US">
                    <a:solidFill>
                      <a:schemeClr val="tx1"/>
                    </a:solidFill>
                  </a:rPr>
                  <a:t> = les </a:t>
                </a:r>
                <a:r>
                  <a:rPr lang="en-US" err="1">
                    <a:solidFill>
                      <a:schemeClr val="tx1"/>
                    </a:solidFill>
                  </a:rPr>
                  <a:t>coordonnées</a:t>
                </a:r>
                <a:r>
                  <a:rPr lang="en-US">
                    <a:solidFill>
                      <a:schemeClr val="tx1"/>
                    </a:solidFill>
                  </a:rPr>
                  <a:t> de </a:t>
                </a:r>
                <a:r>
                  <a:rPr lang="en-US" err="1">
                    <a:solidFill>
                      <a:schemeClr val="tx1"/>
                    </a:solidFill>
                  </a:rPr>
                  <a:t>ce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:r>
                  <a:rPr lang="en-US" err="1">
                    <a:solidFill>
                      <a:schemeClr val="tx1"/>
                    </a:solidFill>
                  </a:rPr>
                  <a:t>vecteur</a:t>
                </a:r>
                <a:r>
                  <a:rPr lang="en-US">
                    <a:solidFill>
                      <a:schemeClr val="tx1"/>
                    </a:solidFill>
                  </a:rPr>
                  <a:t> dans la base des positions.</a:t>
                </a:r>
              </a:p>
              <a:p>
                <a:pPr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70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2E8E213-E069-8C79-22C6-F40590FF2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19" y="438150"/>
                <a:ext cx="6669809" cy="5243289"/>
              </a:xfrm>
              <a:prstGeom prst="rect">
                <a:avLst/>
              </a:prstGeom>
              <a:blipFill>
                <a:blip r:embed="rId2"/>
                <a:stretch>
                  <a:fillRect l="-823" t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6939370D-91D7-2798-52F8-321FAF800E21}"/>
                  </a:ext>
                </a:extLst>
              </p:cNvPr>
              <p:cNvSpPr txBox="1"/>
              <p:nvPr/>
            </p:nvSpPr>
            <p:spPr>
              <a:xfrm>
                <a:off x="7745978" y="618617"/>
                <a:ext cx="3980727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CA"/>
                  <a:t>Dans la </a:t>
                </a:r>
                <a:r>
                  <a:rPr lang="en-CA" b="1"/>
                  <a:t>base des impulsions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ar-AE"/>
                  <a:t>, </a:t>
                </a:r>
                <a:r>
                  <a:rPr lang="en-CA"/>
                  <a:t>la </a:t>
                </a:r>
                <a:r>
                  <a:rPr lang="en-CA" b="1" err="1"/>
                  <a:t>fonction</a:t>
                </a:r>
                <a:r>
                  <a:rPr lang="en-CA" b="1"/>
                  <a:t> </a:t>
                </a:r>
                <a:r>
                  <a:rPr lang="en-CA" b="1" err="1"/>
                  <a:t>d’onde</a:t>
                </a:r>
                <a:r>
                  <a:rPr lang="en-CA" b="1"/>
                  <a:t> impulsion</a:t>
                </a:r>
                <a:r>
                  <a:rPr lang="en-CA"/>
                  <a:t> </a:t>
                </a:r>
                <a:r>
                  <a:rPr lang="en-CA" err="1"/>
                  <a:t>est</a:t>
                </a:r>
                <a:r>
                  <a:rPr lang="en-CA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/>
              </a:p>
              <a:p>
                <a:pPr>
                  <a:buNone/>
                </a:pPr>
                <a:r>
                  <a:rPr lang="en-CA"/>
                  <a:t>Les deux </a:t>
                </a:r>
                <a:r>
                  <a:rPr lang="en-CA" err="1"/>
                  <a:t>sont</a:t>
                </a:r>
                <a:r>
                  <a:rPr lang="en-CA"/>
                  <a:t> des </a:t>
                </a:r>
                <a:r>
                  <a:rPr lang="en-CA" err="1"/>
                  <a:t>représentations</a:t>
                </a:r>
                <a:r>
                  <a:rPr lang="en-CA"/>
                  <a:t> du </a:t>
                </a:r>
                <a:r>
                  <a:rPr lang="en-CA" err="1"/>
                  <a:t>même</a:t>
                </a:r>
                <a:r>
                  <a:rPr lang="en-CA"/>
                  <a:t> </a:t>
                </a:r>
                <a:r>
                  <a:rPr lang="en-CA" err="1"/>
                  <a:t>vecteur</a:t>
                </a:r>
                <a:r>
                  <a:rPr lang="en-CA"/>
                  <a:t> </a:t>
                </a:r>
                <a:r>
                  <a:rPr lang="en-CA" err="1"/>
                  <a:t>abstrait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ar-AE"/>
                  <a:t>, </a:t>
                </a:r>
                <a:r>
                  <a:rPr lang="en-CA" err="1"/>
                  <a:t>mais</a:t>
                </a:r>
                <a:r>
                  <a:rPr lang="en-CA"/>
                  <a:t> dans des bases </a:t>
                </a:r>
                <a:r>
                  <a:rPr lang="en-CA" err="1"/>
                  <a:t>différentes</a:t>
                </a:r>
                <a:r>
                  <a:rPr lang="en-CA"/>
                  <a:t>.</a:t>
                </a:r>
              </a:p>
            </p:txBody>
          </p:sp>
        </mc:Choice>
        <mc:Fallback xmlns="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6939370D-91D7-2798-52F8-321FAF800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978" y="618617"/>
                <a:ext cx="3980727" cy="1754326"/>
              </a:xfrm>
              <a:prstGeom prst="rect">
                <a:avLst/>
              </a:prstGeom>
              <a:blipFill>
                <a:blip r:embed="rId3"/>
                <a:stretch>
                  <a:fillRect l="-1378" t="-25000"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D32FDDAF-51D3-F56C-8DDF-7857BB691384}"/>
                  </a:ext>
                </a:extLst>
              </p:cNvPr>
              <p:cNvSpPr txBox="1"/>
              <p:nvPr/>
            </p:nvSpPr>
            <p:spPr>
              <a:xfrm>
                <a:off x="7665075" y="2545526"/>
                <a:ext cx="4250365" cy="2701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/>
                  <a:t>Lien entre les deux </a:t>
                </a:r>
                <a:r>
                  <a:rPr lang="en-CA" b="1" err="1"/>
                  <a:t>représentations</a:t>
                </a:r>
                <a:endParaRPr lang="en-CA" b="1"/>
              </a:p>
              <a:p>
                <a:pPr>
                  <a:buNone/>
                </a:pPr>
                <a:r>
                  <a:rPr lang="en-CA"/>
                  <a:t>Les bases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/>
                  <a:t> et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CA" err="1"/>
                  <a:t>sont</a:t>
                </a:r>
                <a:r>
                  <a:rPr lang="en-CA"/>
                  <a:t> </a:t>
                </a:r>
                <a:r>
                  <a:rPr lang="en-CA" err="1"/>
                  <a:t>reliées</a:t>
                </a:r>
                <a:r>
                  <a:rPr lang="en-CA"/>
                  <a:t> par </a:t>
                </a:r>
                <a:r>
                  <a:rPr lang="en-CA" err="1"/>
                  <a:t>une</a:t>
                </a:r>
                <a:r>
                  <a:rPr lang="en-CA"/>
                  <a:t> </a:t>
                </a:r>
                <a:r>
                  <a:rPr lang="en-CA" b="1" err="1"/>
                  <a:t>transformée</a:t>
                </a:r>
                <a:r>
                  <a:rPr lang="en-CA" b="1"/>
                  <a:t> de Fourier</a:t>
                </a:r>
                <a:r>
                  <a:rPr lang="en-CA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</m:rad>
                        </m:den>
                      </m:f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𝑖𝑝𝑥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ar-AE" b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</m:rad>
                        </m:den>
                      </m:f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𝑖𝑝𝑥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𝑑𝑝</m:t>
                      </m:r>
                    </m:oMath>
                  </m:oMathPara>
                </a14:m>
                <a:endParaRPr lang="ar-AE" b="0"/>
              </a:p>
              <a:p>
                <a:pPr>
                  <a:buNone/>
                </a:pPr>
                <a:r>
                  <a:rPr lang="en-CA" err="1"/>
                  <a:t>Donc</a:t>
                </a:r>
                <a:r>
                  <a:rPr lang="en-CA"/>
                  <a:t>, </a:t>
                </a:r>
                <a:r>
                  <a:rPr lang="en-CA" err="1"/>
                  <a:t>si</a:t>
                </a:r>
                <a:r>
                  <a:rPr lang="en-CA"/>
                  <a:t> on </a:t>
                </a:r>
                <a:r>
                  <a:rPr lang="en-CA" err="1"/>
                  <a:t>connait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/>
                  <a:t>, </a:t>
                </a:r>
                <a:r>
                  <a:rPr lang="en-CA"/>
                  <a:t>on </a:t>
                </a:r>
                <a:r>
                  <a:rPr lang="en-CA" err="1"/>
                  <a:t>peut</a:t>
                </a:r>
                <a:r>
                  <a:rPr lang="en-CA"/>
                  <a:t> </a:t>
                </a:r>
                <a:r>
                  <a:rPr lang="en-CA" err="1"/>
                  <a:t>calculer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/>
                  <a:t> </a:t>
                </a:r>
                <a:r>
                  <a:rPr lang="ar-AE"/>
                  <a:t> </a:t>
                </a:r>
                <a:r>
                  <a:rPr lang="en-CA"/>
                  <a:t>et </a:t>
                </a:r>
                <a:r>
                  <a:rPr lang="en-CA" err="1"/>
                  <a:t>inversement</a:t>
                </a:r>
                <a:r>
                  <a:rPr lang="en-CA"/>
                  <a:t>.</a:t>
                </a: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D32FDDAF-51D3-F56C-8DDF-7857BB691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075" y="2545526"/>
                <a:ext cx="4250365" cy="2701765"/>
              </a:xfrm>
              <a:prstGeom prst="rect">
                <a:avLst/>
              </a:prstGeom>
              <a:blipFill>
                <a:blip r:embed="rId4"/>
                <a:stretch>
                  <a:fillRect l="-1146" t="-6321" b="-2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C2786-5F26-51DC-201E-67879489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AC96E-E791-4282-8575-5E1791037E5B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66872D-D394-9083-5CCE-4B6B1502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252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8E3073F-FD3B-5579-1FF2-2AE3DFFB44DF}"/>
                  </a:ext>
                </a:extLst>
              </p:cNvPr>
              <p:cNvSpPr txBox="1"/>
              <p:nvPr/>
            </p:nvSpPr>
            <p:spPr>
              <a:xfrm>
                <a:off x="742949" y="416302"/>
                <a:ext cx="10953751" cy="2532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/>
                  <a:t>En </a:t>
                </a:r>
                <a:r>
                  <a:rPr lang="en-CA" err="1"/>
                  <a:t>mécanique</a:t>
                </a:r>
                <a:r>
                  <a:rPr lang="en-CA"/>
                  <a:t> </a:t>
                </a:r>
                <a:r>
                  <a:rPr lang="en-CA" err="1"/>
                  <a:t>quantique</a:t>
                </a:r>
                <a:r>
                  <a:rPr lang="en-CA"/>
                  <a:t>, </a:t>
                </a:r>
                <a:r>
                  <a:rPr lang="en-CA" err="1"/>
                  <a:t>une</a:t>
                </a:r>
                <a:r>
                  <a:rPr lang="en-CA"/>
                  <a:t> </a:t>
                </a:r>
                <a:r>
                  <a:rPr lang="en-CA" b="1"/>
                  <a:t>base</a:t>
                </a:r>
                <a:r>
                  <a:rPr lang="en-CA"/>
                  <a:t> </a:t>
                </a:r>
                <a:r>
                  <a:rPr lang="en-CA" err="1"/>
                  <a:t>est</a:t>
                </a:r>
                <a:r>
                  <a:rPr lang="en-CA"/>
                  <a:t> </a:t>
                </a:r>
                <a:r>
                  <a:rPr lang="en-CA" err="1"/>
                  <a:t>simplement</a:t>
                </a:r>
                <a:r>
                  <a:rPr lang="en-CA"/>
                  <a:t> un ensemble d’états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CA"/>
                  <a:t> qui </a:t>
                </a:r>
                <a:r>
                  <a:rPr lang="en-CA" err="1"/>
                  <a:t>permet</a:t>
                </a:r>
                <a:r>
                  <a:rPr lang="en-CA"/>
                  <a:t> de </a:t>
                </a:r>
                <a:r>
                  <a:rPr lang="en-CA" err="1"/>
                  <a:t>décomposer</a:t>
                </a:r>
                <a:r>
                  <a:rPr lang="en-CA"/>
                  <a:t> un </a:t>
                </a:r>
                <a:r>
                  <a:rPr lang="en-CA" err="1"/>
                  <a:t>vecteur</a:t>
                </a:r>
                <a:r>
                  <a:rPr lang="en-CA"/>
                  <a:t> d’état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ar-AE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/>
                  <a:t>Pour la position : les états de base </a:t>
                </a:r>
                <a:r>
                  <a:rPr lang="en-CA" err="1"/>
                  <a:t>sont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/>
                  <a:t>Pour </a:t>
                </a:r>
                <a:r>
                  <a:rPr lang="en-CA" err="1"/>
                  <a:t>l’impulsion</a:t>
                </a:r>
                <a:r>
                  <a:rPr lang="en-CA"/>
                  <a:t> : les états de base </a:t>
                </a:r>
                <a:r>
                  <a:rPr lang="en-CA" err="1"/>
                  <a:t>sont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ar-AE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/>
                  <a:t>Pour le spin (par </a:t>
                </a:r>
                <a:r>
                  <a:rPr lang="en-CA" err="1"/>
                  <a:t>exemple</a:t>
                </a:r>
                <a:r>
                  <a:rPr lang="en-CA"/>
                  <a:t> un </a:t>
                </a:r>
                <a:r>
                  <a:rPr lang="en-CA" err="1"/>
                  <a:t>électron</a:t>
                </a:r>
                <a:r>
                  <a:rPr lang="en-CA"/>
                  <a:t> avec spin 1/2) : les états de base </a:t>
                </a:r>
                <a:r>
                  <a:rPr lang="en-CA" err="1"/>
                  <a:t>peuvent</a:t>
                </a:r>
                <a:r>
                  <a:rPr lang="en-CA"/>
                  <a:t> </a:t>
                </a:r>
                <a:r>
                  <a:rPr lang="en-CA" err="1"/>
                  <a:t>être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↑</m:t>
                        </m:r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/>
                  <a:t>spin </a:t>
                </a:r>
                <a:r>
                  <a:rPr lang="en-CA" err="1"/>
                  <a:t>vers</a:t>
                </a:r>
                <a:r>
                  <a:rPr lang="en-CA"/>
                  <a:t> le haut et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↓</m:t>
                        </m:r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/>
                  <a:t>spin </a:t>
                </a:r>
                <a:r>
                  <a:rPr lang="en-CA" err="1"/>
                  <a:t>vers</a:t>
                </a:r>
                <a:r>
                  <a:rPr lang="en-CA"/>
                  <a:t> le bas , dans </a:t>
                </a:r>
                <a:r>
                  <a:rPr lang="en-CA" err="1"/>
                  <a:t>une</a:t>
                </a:r>
                <a:r>
                  <a:rPr lang="en-CA"/>
                  <a:t> direction </a:t>
                </a:r>
                <a:r>
                  <a:rPr lang="en-CA" err="1"/>
                  <a:t>choisie</a:t>
                </a:r>
                <a:r>
                  <a:rPr lang="en-CA"/>
                  <a:t> (</a:t>
                </a:r>
                <a:r>
                  <a:rPr lang="en-CA" err="1"/>
                  <a:t>souvent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CA"/>
                  <a:t>).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8E3073F-FD3B-5579-1FF2-2AE3DFFB4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9" y="416302"/>
                <a:ext cx="10953751" cy="2532745"/>
              </a:xfrm>
              <a:prstGeom prst="rect">
                <a:avLst/>
              </a:prstGeom>
              <a:blipFill>
                <a:blip r:embed="rId2"/>
                <a:stretch>
                  <a:fillRect l="-390" t="-13702" b="-26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5A01072-0894-52A8-DF67-238F070B1BA4}"/>
                  </a:ext>
                </a:extLst>
              </p:cNvPr>
              <p:cNvSpPr txBox="1"/>
              <p:nvPr/>
            </p:nvSpPr>
            <p:spPr>
              <a:xfrm>
                <a:off x="1905000" y="3249369"/>
                <a:ext cx="10448925" cy="2064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CA"/>
                  <a:t>La </a:t>
                </a:r>
                <a:r>
                  <a:rPr lang="en-CA" b="1"/>
                  <a:t>position</a:t>
                </a:r>
                <a:r>
                  <a:rPr lang="en-CA"/>
                  <a:t> et </a:t>
                </a:r>
                <a:r>
                  <a:rPr lang="en-CA" err="1"/>
                  <a:t>l’</a:t>
                </a:r>
                <a:r>
                  <a:rPr lang="en-CA" b="1" err="1"/>
                  <a:t>impulsion</a:t>
                </a:r>
                <a:r>
                  <a:rPr lang="en-CA"/>
                  <a:t> </a:t>
                </a:r>
                <a:r>
                  <a:rPr lang="en-CA" err="1"/>
                  <a:t>forment</a:t>
                </a:r>
                <a:r>
                  <a:rPr lang="en-CA"/>
                  <a:t> des bases </a:t>
                </a:r>
                <a:r>
                  <a:rPr lang="en-CA" b="1"/>
                  <a:t>continues</a:t>
                </a:r>
                <a:r>
                  <a:rPr lang="en-CA"/>
                  <a:t> : les indices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err="1"/>
                  <a:t>ou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CA" err="1"/>
                  <a:t>varient</a:t>
                </a:r>
                <a:r>
                  <a:rPr lang="en-CA"/>
                  <a:t> sur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CA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/>
                  <a:t>Le </a:t>
                </a:r>
                <a:r>
                  <a:rPr lang="en-CA" b="1"/>
                  <a:t>spin</a:t>
                </a:r>
                <a:r>
                  <a:rPr lang="en-CA"/>
                  <a:t>, </a:t>
                </a:r>
                <a:r>
                  <a:rPr lang="en-CA" err="1"/>
                  <a:t>lui</a:t>
                </a:r>
                <a:r>
                  <a:rPr lang="en-CA"/>
                  <a:t>, </a:t>
                </a:r>
                <a:r>
                  <a:rPr lang="en-CA" err="1"/>
                  <a:t>forme</a:t>
                </a:r>
                <a:r>
                  <a:rPr lang="en-CA"/>
                  <a:t> </a:t>
                </a:r>
                <a:r>
                  <a:rPr lang="en-CA" err="1"/>
                  <a:t>une</a:t>
                </a:r>
                <a:r>
                  <a:rPr lang="en-CA"/>
                  <a:t> base </a:t>
                </a:r>
                <a:r>
                  <a:rPr lang="en-CA" b="1" err="1"/>
                  <a:t>discrète</a:t>
                </a:r>
                <a:r>
                  <a:rPr lang="en-CA"/>
                  <a:t> : </a:t>
                </a:r>
                <a:r>
                  <a:rPr lang="en-CA" err="1"/>
                  <a:t>seulement</a:t>
                </a:r>
                <a:r>
                  <a:rPr lang="en-CA"/>
                  <a:t> deux états pour un spin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CA"/>
                  <a:t>.</a:t>
                </a:r>
              </a:p>
              <a:p>
                <a:pPr>
                  <a:buNone/>
                </a:pPr>
                <a:r>
                  <a:rPr lang="en-CA" err="1"/>
                  <a:t>Donc</a:t>
                </a:r>
                <a:r>
                  <a:rPr lang="en-CA"/>
                  <a:t> la </a:t>
                </a:r>
                <a:r>
                  <a:rPr lang="en-CA" err="1"/>
                  <a:t>fonction</a:t>
                </a:r>
                <a:r>
                  <a:rPr lang="en-CA"/>
                  <a:t> </a:t>
                </a:r>
                <a:r>
                  <a:rPr lang="en-CA" err="1"/>
                  <a:t>d’onde</a:t>
                </a:r>
                <a:r>
                  <a:rPr lang="en-CA"/>
                  <a:t> de spin </a:t>
                </a:r>
                <a:r>
                  <a:rPr lang="en-CA" err="1"/>
                  <a:t>n’est</a:t>
                </a:r>
                <a:r>
                  <a:rPr lang="en-CA"/>
                  <a:t> pas </a:t>
                </a:r>
                <a:r>
                  <a:rPr lang="en-CA" err="1"/>
                  <a:t>une</a:t>
                </a:r>
                <a:r>
                  <a:rPr lang="en-CA"/>
                  <a:t> </a:t>
                </a:r>
                <a:r>
                  <a:rPr lang="en-CA" err="1"/>
                  <a:t>fonction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/>
                  <a:t>, </a:t>
                </a:r>
                <a:r>
                  <a:rPr lang="en-CA" err="1"/>
                  <a:t>mais</a:t>
                </a:r>
                <a:r>
                  <a:rPr lang="en-CA"/>
                  <a:t> un </a:t>
                </a:r>
                <a:r>
                  <a:rPr lang="en-CA" err="1"/>
                  <a:t>vecteur</a:t>
                </a:r>
                <a:r>
                  <a:rPr lang="en-CA"/>
                  <a:t> à </a:t>
                </a:r>
                <a:r>
                  <a:rPr lang="en-CA" err="1"/>
                  <a:t>composantes</a:t>
                </a:r>
                <a:r>
                  <a:rPr lang="en-CA"/>
                  <a:t>.</a:t>
                </a:r>
                <a:br>
                  <a:rPr lang="en-CA"/>
                </a:br>
                <a:r>
                  <a:rPr lang="en-CA" err="1"/>
                  <a:t>Exemple</a:t>
                </a:r>
                <a:r>
                  <a:rPr lang="en-CA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∣↑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begChr m:val=""/>
                          <m:endChr m:val="⟩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∣↓</m:t>
                          </m:r>
                        </m:e>
                      </m:d>
                    </m:oMath>
                  </m:oMathPara>
                </a14:m>
                <a:endParaRPr lang="ar-AE"/>
              </a:p>
              <a:p>
                <a:pPr>
                  <a:buNone/>
                </a:pPr>
                <a:r>
                  <a:rPr lang="en-CA" err="1"/>
                  <a:t>où</a:t>
                </a:r>
                <a:r>
                  <a:rPr lang="en-CA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CA"/>
                  <a:t> et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+∣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/>
                  <a:t>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5A01072-0894-52A8-DF67-238F070B1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249369"/>
                <a:ext cx="10448925" cy="2064348"/>
              </a:xfrm>
              <a:prstGeom prst="rect">
                <a:avLst/>
              </a:prstGeom>
              <a:blipFill>
                <a:blip r:embed="rId3"/>
                <a:stretch>
                  <a:fillRect l="-525" t="-1475" b="-17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6E92F6-5E24-16CC-369B-B12BCF00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07131-AEDF-4850-A1C0-16C527420B9D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897E84-DDFC-8C0C-56E4-6AF32498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642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E095374-D581-B7C2-E9ED-D5C9F29516CB}"/>
                  </a:ext>
                </a:extLst>
              </p:cNvPr>
              <p:cNvSpPr txBox="1"/>
              <p:nvPr/>
            </p:nvSpPr>
            <p:spPr>
              <a:xfrm>
                <a:off x="1546860" y="723019"/>
                <a:ext cx="9098280" cy="4750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fr-FR" b="1"/>
                  <a:t>Les postulats fondamentaux de la mécanique quantique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 b="1">
                    <a:highlight>
                      <a:srgbClr val="FFFF00"/>
                    </a:highlight>
                  </a:rPr>
                  <a:t>1- L’état quantique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Un système physique est complètement décrit à un instant donné par un </a:t>
                </a:r>
                <a:r>
                  <a:rPr lang="fr-FR" b="1"/>
                  <a:t>vecteur d’état</a:t>
                </a:r>
                <a:r>
                  <a:rPr lang="fr-FR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fr-FR"/>
                  <a:t> appartenant à un espace de Hilbert </a:t>
                </a: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fr-FR"/>
                  <a:t>.</a:t>
                </a:r>
                <a:br>
                  <a:rPr lang="fr-FR"/>
                </a:br>
                <a:r>
                  <a:rPr lang="fr-FR"/>
                  <a:t>Dans la </a:t>
                </a:r>
                <a:r>
                  <a:rPr lang="fr-FR" b="1"/>
                  <a:t>représentation positionnelle</a:t>
                </a:r>
                <a:r>
                  <a:rPr lang="fr-FR"/>
                  <a:t>, ce vecteur est associé à une </a:t>
                </a:r>
                <a:r>
                  <a:rPr lang="fr-FR" b="1"/>
                  <a:t>fonction d’onde</a:t>
                </a:r>
                <a:r>
                  <a:rPr lang="fr-FR"/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sepChr m:val=",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DZ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ar-DZ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Cette fonction contient </a:t>
                </a:r>
                <a:r>
                  <a:rPr lang="fr-FR" b="1"/>
                  <a:t>toute l’information accessible expérimentalement</a:t>
                </a:r>
                <a:r>
                  <a:rPr lang="fr-FR"/>
                  <a:t> : la probabilité de trouver la particule entre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/>
                  <a:t>et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fr-FR"/>
                  <a:t> est donnée par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ar-DZ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DZ" b="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DZ" b="0" i="0">
                          <a:latin typeface="Cambria Math" panose="02040503050406030204" pitchFamily="18" charset="0"/>
                        </a:rPr>
                        <m:t>=∣</m:t>
                      </m:r>
                      <m:r>
                        <a:rPr lang="ar-DZ" b="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sepChr m:val=","/>
                          <m:ctrlPr>
                            <a:rPr lang="ar-DZ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DZ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ar-DZ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DZ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DZ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ar-DZ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DZ" b="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ar-DZ" b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avec la condition de normalisation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DZ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DZ" i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ar-DZ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DZ" i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ar-DZ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r>
                      <a:rPr lang="ar-DZ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sepChr m:val=",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DZ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DZ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DZ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DZ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   // la </a:t>
                </a:r>
                <a:r>
                  <a:rPr lang="en-US" err="1"/>
                  <a:t>particule</a:t>
                </a:r>
                <a:r>
                  <a:rPr lang="en-US"/>
                  <a:t> </a:t>
                </a:r>
                <a:r>
                  <a:rPr lang="en-US" err="1"/>
                  <a:t>est</a:t>
                </a:r>
                <a:r>
                  <a:rPr lang="en-US"/>
                  <a:t> </a:t>
                </a:r>
                <a:r>
                  <a:rPr lang="en-US" err="1"/>
                  <a:t>présente</a:t>
                </a:r>
                <a:r>
                  <a:rPr lang="en-US"/>
                  <a:t> à 100% </a:t>
                </a:r>
                <a:r>
                  <a:rPr lang="en-US" err="1"/>
                  <a:t>présente</a:t>
                </a:r>
                <a:r>
                  <a:rPr lang="en-US"/>
                  <a:t> dans </a:t>
                </a:r>
                <a:r>
                  <a:rPr lang="en-US" err="1"/>
                  <a:t>l’épace</a:t>
                </a:r>
                <a:r>
                  <a:rPr lang="en-US"/>
                  <a:t>     </a:t>
                </a:r>
                <a:endParaRPr lang="ar-DZ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E095374-D581-B7C2-E9ED-D5C9F2951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860" y="723019"/>
                <a:ext cx="9098280" cy="4750083"/>
              </a:xfrm>
              <a:prstGeom prst="rect">
                <a:avLst/>
              </a:prstGeom>
              <a:blipFill>
                <a:blip r:embed="rId2"/>
                <a:stretch>
                  <a:fillRect l="-603" r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A1CA87-CEB3-A78C-903A-1E597DCD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991A-FCEA-4B97-9146-E9A9E57D9EB8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823E35E-23D9-CF8E-37E6-7C7C7D63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5662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70297B15-B3FE-7C58-5CD4-A580A0B15C91}"/>
                  </a:ext>
                </a:extLst>
              </p:cNvPr>
              <p:cNvSpPr txBox="1"/>
              <p:nvPr/>
            </p:nvSpPr>
            <p:spPr>
              <a:xfrm>
                <a:off x="1865376" y="883090"/>
                <a:ext cx="8622792" cy="5256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fr-FR" b="1">
                    <a:highlight>
                      <a:srgbClr val="FFFF00"/>
                    </a:highlight>
                  </a:rPr>
                  <a:t>2. Les observables et opérateurs hermétiques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À toute grandeur physique mesurable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/>
                  <a:t> est associé un </a:t>
                </a:r>
                <a:r>
                  <a:rPr lang="fr-FR" b="1"/>
                  <a:t>opérateur hermétique</a:t>
                </a:r>
                <a:r>
                  <a:rPr lang="fr-FR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fr-FR"/>
                  <a:t> agissant sur </a:t>
                </a: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fr-FR"/>
                  <a:t>, de sorte que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ar-DZ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DZ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ar-DZ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DZ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DZ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ar-DZ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  <m:r>
                            <a:rPr lang="ar-DZ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DZ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DZ"/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où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fr-FR"/>
                  <a:t> est une </a:t>
                </a:r>
                <a:r>
                  <a:rPr lang="fr-FR" b="1"/>
                  <a:t>valeur propre</a:t>
                </a:r>
                <a:r>
                  <a:rPr lang="fr-FR"/>
                  <a:t> réelle (car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r>
                          <a:rPr lang="ar-DZ" i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/>
                  <a:t>)</a:t>
                </a:r>
                <a:endParaRPr lang="ar-DZ"/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Les états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/>
                  <a:t> forment une </a:t>
                </a:r>
                <a:r>
                  <a:rPr lang="fr-FR" b="1"/>
                  <a:t>base orthonormée</a:t>
                </a:r>
                <a:r>
                  <a:rPr lang="fr-FR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ar-DZ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ar-DZ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DZ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ar-DZ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ar-DZ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DZ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ar-DZ"/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et tout état peut s’écrire comme une </a:t>
                </a:r>
                <a:r>
                  <a:rPr lang="fr-FR" b="1"/>
                  <a:t>superposition linéaire</a:t>
                </a:r>
                <a:r>
                  <a:rPr lang="fr-FR"/>
                  <a:t> :</a:t>
                </a:r>
              </a:p>
              <a:p>
                <a:endParaRPr lang="fr-FR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ar-DZ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ar-DZ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fr-FR"/>
              </a:p>
              <a:p>
                <a:pPr>
                  <a:buNone/>
                </a:pPr>
                <a:endParaRPr lang="fr-FR"/>
              </a:p>
              <a:p>
                <a:pPr>
                  <a:buNone/>
                </a:pPr>
                <a:r>
                  <a:rPr lang="fr-FR"/>
                  <a:t>avec </a:t>
                </a: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DZ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DZ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DZ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DZ"/>
                  <a:t>= </a:t>
                </a:r>
                <a:r>
                  <a:rPr lang="fr-FR"/>
                  <a:t>probabilité de mesurer la valeur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fr-FR"/>
                  <a:t>.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70297B15-B3FE-7C58-5CD4-A580A0B15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376" y="883090"/>
                <a:ext cx="8622792" cy="5256888"/>
              </a:xfrm>
              <a:prstGeom prst="rect">
                <a:avLst/>
              </a:prstGeom>
              <a:blipFill>
                <a:blip r:embed="rId2"/>
                <a:stretch>
                  <a:fillRect l="-565" b="-1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695AA6-0B9A-151A-43DB-265677AE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765D-2FE4-48F2-B4C3-BDFDEA681457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99328E-FA3E-4709-4D2D-C0EE26E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573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09C8E9-F931-2F8C-D7D9-EC6E3E4C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BE6B3E-CA78-5B72-5050-297A3C7F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17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8F948FD-0E8C-79D1-B88A-F69D2462D6DB}"/>
                  </a:ext>
                </a:extLst>
              </p:cNvPr>
              <p:cNvSpPr txBox="1"/>
              <p:nvPr/>
            </p:nvSpPr>
            <p:spPr>
              <a:xfrm>
                <a:off x="1524000" y="87924"/>
                <a:ext cx="10563225" cy="6142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/>
                  <a:t>Grandeur Classique </a:t>
                </a:r>
                <a:r>
                  <a:rPr lang="en-CA" b="1" i="1" dirty="0"/>
                  <a:t>Vs</a:t>
                </a:r>
                <a:r>
                  <a:rPr lang="en-CA" dirty="0"/>
                  <a:t> </a:t>
                </a:r>
                <a:r>
                  <a:rPr lang="en-CA" dirty="0" err="1"/>
                  <a:t>Quantique</a:t>
                </a:r>
                <a:r>
                  <a:rPr lang="en-CA" dirty="0"/>
                  <a:t> (</a:t>
                </a:r>
                <a:r>
                  <a:rPr lang="en-CA" dirty="0" err="1"/>
                  <a:t>raisonnement</a:t>
                </a:r>
                <a:r>
                  <a:rPr lang="en-CA" dirty="0"/>
                  <a:t> sur le moment </a:t>
                </a:r>
                <a:r>
                  <a:rPr lang="en-CA" dirty="0" err="1"/>
                  <a:t>cinétique</a:t>
                </a:r>
                <a:r>
                  <a:rPr lang="en-CA" dirty="0"/>
                  <a:t>)</a:t>
                </a:r>
              </a:p>
              <a:p>
                <a:r>
                  <a:rPr lang="fr-FR" sz="1400" b="1" dirty="0"/>
                  <a:t>En mécanique classique :</a:t>
                </a:r>
              </a:p>
              <a:p>
                <a:r>
                  <a:rPr lang="fr-FR" sz="1400" dirty="0"/>
                  <a:t>une grandeur physique (comme la position, la vitesse, ou le moment cinétique) est un </a:t>
                </a:r>
                <a:r>
                  <a:rPr lang="fr-FR" sz="1400" b="1" dirty="0"/>
                  <a:t>nombre réel</a:t>
                </a:r>
                <a:r>
                  <a:rPr lang="fr-FR" sz="1400" dirty="0"/>
                  <a:t> qu’on peut mesurer à tout instant avec une précision arbitraire.</a:t>
                </a:r>
              </a:p>
              <a:p>
                <a:r>
                  <a:rPr lang="fr-FR" sz="1400" dirty="0"/>
                  <a:t>on peut connaître </a:t>
                </a:r>
                <a:r>
                  <a:rPr lang="fr-FR" sz="1400" b="1" dirty="0"/>
                  <a:t>simultanément</a:t>
                </a:r>
                <a:r>
                  <a:rPr lang="fr-FR" sz="1400" dirty="0"/>
                  <a:t> la position et la quantité de mouvement d’une particule.</a:t>
                </a:r>
              </a:p>
              <a:p>
                <a:r>
                  <a:rPr lang="fr-FR" sz="1400" b="1" dirty="0"/>
                  <a:t>En mécanique quantique, au contraire :</a:t>
                </a:r>
              </a:p>
              <a:p>
                <a:r>
                  <a:rPr lang="fr-FR" sz="1400" dirty="0"/>
                  <a:t>une grandeur physique devient un </a:t>
                </a:r>
                <a:r>
                  <a:rPr lang="fr-FR" sz="1400" b="1" dirty="0"/>
                  <a:t>opérateur</a:t>
                </a:r>
                <a:r>
                  <a:rPr lang="fr-FR" sz="1400" dirty="0"/>
                  <a:t> (une “machine” mathématique) qui agit sur une fonction d’onde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fr-FR" sz="1400" dirty="0"/>
                  <a:t>.</a:t>
                </a:r>
              </a:p>
              <a:p>
                <a:r>
                  <a:rPr lang="fr-FR" sz="1400" dirty="0"/>
                  <a:t>le résultat d’une mesure n’est </a:t>
                </a:r>
                <a:r>
                  <a:rPr lang="fr-FR" sz="1400" b="1" dirty="0"/>
                  <a:t>pas déterministe</a:t>
                </a:r>
                <a:r>
                  <a:rPr lang="fr-FR" sz="1400" dirty="0"/>
                  <a:t>, mais </a:t>
                </a:r>
                <a:r>
                  <a:rPr lang="fr-FR" sz="1400" b="1" dirty="0"/>
                  <a:t>probabiliste</a:t>
                </a:r>
                <a:r>
                  <a:rPr lang="fr-FR" sz="1400" dirty="0"/>
                  <a:t> : on obtient l’une des </a:t>
                </a:r>
                <a:r>
                  <a:rPr lang="fr-FR" sz="1400" b="1" dirty="0"/>
                  <a:t>valeurs propres</a:t>
                </a:r>
                <a:r>
                  <a:rPr lang="fr-FR" sz="1400" dirty="0"/>
                  <a:t> de l’opérateur.</a:t>
                </a:r>
              </a:p>
              <a:p>
                <a:r>
                  <a:rPr lang="fr-FR" sz="1400" dirty="0"/>
                  <a:t>Donc le moment cinétique n’est pas une grandeur classique, parce qu’il :</a:t>
                </a:r>
              </a:p>
              <a:p>
                <a:r>
                  <a:rPr lang="fr-FR" sz="1400" b="1" dirty="0"/>
                  <a:t>n’a pas de valeur précise</a:t>
                </a:r>
                <a:r>
                  <a:rPr lang="fr-FR" sz="1400" dirty="0"/>
                  <a:t> avant la mesure,</a:t>
                </a:r>
                <a:r>
                  <a:rPr lang="fr-FR" sz="1400" b="1" dirty="0"/>
                  <a:t> agit sur les états quantiques</a:t>
                </a:r>
                <a:r>
                  <a:rPr lang="fr-FR" sz="1400" dirty="0"/>
                  <a:t> plutôt que d’être un simple vecteur réel.</a:t>
                </a:r>
              </a:p>
              <a:p>
                <a:r>
                  <a:rPr lang="en-CA" sz="1400" dirty="0"/>
                  <a:t>Une grandeur physique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1400" dirty="0"/>
                  <a:t>(par ex.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sz="1400" dirty="0"/>
                  <a:t>) </a:t>
                </a:r>
                <a:r>
                  <a:rPr lang="en-CA" sz="1400" dirty="0"/>
                  <a:t>a </a:t>
                </a:r>
                <a:r>
                  <a:rPr lang="en-CA" sz="1400" dirty="0" err="1"/>
                  <a:t>une</a:t>
                </a:r>
                <a:r>
                  <a:rPr lang="en-CA" sz="1400" dirty="0"/>
                  <a:t> </a:t>
                </a:r>
                <a:r>
                  <a:rPr lang="en-CA" sz="1400" b="1" dirty="0" err="1"/>
                  <a:t>valeur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précise</a:t>
                </a:r>
                <a:r>
                  <a:rPr lang="en-CA" sz="1400" dirty="0"/>
                  <a:t> dans un état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CA" sz="1400" dirty="0"/>
                  <a:t> seulement </a:t>
                </a:r>
                <a:r>
                  <a:rPr lang="en-CA" sz="1400" dirty="0" err="1"/>
                  <a:t>si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cet</a:t>
                </a:r>
                <a:r>
                  <a:rPr lang="en-CA" sz="1400" dirty="0"/>
                  <a:t> état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</a:t>
                </a:r>
                <a:r>
                  <a:rPr lang="en-CA" sz="1400" b="1" dirty="0"/>
                  <a:t>propre</a:t>
                </a:r>
                <a:r>
                  <a:rPr lang="en-CA" sz="1400" dirty="0"/>
                  <a:t> de </a:t>
                </a:r>
                <a:r>
                  <a:rPr lang="en-CA" sz="1400" dirty="0" err="1"/>
                  <a:t>l’opérateur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ar-AE" sz="1400" dirty="0"/>
              </a:p>
              <a:p>
                <a:r>
                  <a:rPr lang="ar-AE" sz="1400" dirty="0"/>
                  <a:t>→ </a:t>
                </a:r>
                <a:r>
                  <a:rPr lang="en-CA" sz="1400" dirty="0"/>
                  <a:t>dans </a:t>
                </a:r>
                <a:r>
                  <a:rPr lang="en-CA" sz="1400" dirty="0" err="1"/>
                  <a:t>ce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cas</a:t>
                </a:r>
                <a:r>
                  <a:rPr lang="en-CA" sz="1400" dirty="0"/>
                  <a:t>, la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1400" dirty="0"/>
                  <a:t> </a:t>
                </a:r>
                <a:r>
                  <a:rPr lang="en-CA" sz="1400" dirty="0" err="1"/>
                  <a:t>donnera</a:t>
                </a:r>
                <a:r>
                  <a:rPr lang="en-CA" sz="1400" dirty="0"/>
                  <a:t> </a:t>
                </a:r>
                <a:r>
                  <a:rPr lang="en-CA" sz="1400" dirty="0" err="1"/>
                  <a:t>toujours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valeur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sz="1400" dirty="0"/>
                  <a:t>.</a:t>
                </a:r>
              </a:p>
              <a:p>
                <a:r>
                  <a:rPr lang="en-CA" sz="1400" dirty="0"/>
                  <a:t>Mais </a:t>
                </a:r>
                <a:r>
                  <a:rPr lang="en-CA" sz="1400" dirty="0" err="1"/>
                  <a:t>si</a:t>
                </a:r>
                <a:r>
                  <a:rPr lang="en-CA" sz="1400" dirty="0"/>
                  <a:t> deux </a:t>
                </a:r>
                <a:r>
                  <a:rPr lang="en-CA" sz="1400" dirty="0" err="1"/>
                  <a:t>opérateurs</a:t>
                </a:r>
                <a:r>
                  <a:rPr lang="en-CA" sz="1400" dirty="0"/>
                  <a:t> </a:t>
                </a:r>
                <a:r>
                  <a:rPr lang="en-CA" sz="1400" b="1" dirty="0"/>
                  <a:t>ne </a:t>
                </a:r>
                <a:r>
                  <a:rPr lang="en-CA" sz="1400" b="1" dirty="0" err="1"/>
                  <a:t>commutent</a:t>
                </a:r>
                <a:r>
                  <a:rPr lang="en-CA" sz="1400" b="1" dirty="0"/>
                  <a:t> pas</a:t>
                </a:r>
                <a:r>
                  <a:rPr lang="en-CA" sz="1400" dirty="0"/>
                  <a:t> :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sz="1400" dirty="0"/>
                  <a:t>, </a:t>
                </a:r>
                <a:r>
                  <a:rPr lang="en-CA" sz="1400" dirty="0" err="1"/>
                  <a:t>alors</a:t>
                </a:r>
                <a:r>
                  <a:rPr lang="en-CA" sz="1400" dirty="0"/>
                  <a:t> il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</a:t>
                </a:r>
                <a:r>
                  <a:rPr lang="en-CA" sz="1400" b="1" dirty="0"/>
                  <a:t>impossible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d’avoir</a:t>
                </a:r>
                <a:r>
                  <a:rPr lang="en-CA" sz="1400" dirty="0"/>
                  <a:t> un état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CA" sz="1400" dirty="0"/>
                  <a:t> qui </a:t>
                </a:r>
                <a:r>
                  <a:rPr lang="en-CA" sz="1400" dirty="0" err="1"/>
                  <a:t>soit</a:t>
                </a:r>
                <a:r>
                  <a:rPr lang="en-CA" sz="1400" dirty="0"/>
                  <a:t> </a:t>
                </a:r>
                <a:r>
                  <a:rPr lang="en-CA" sz="1400" b="1" dirty="0"/>
                  <a:t>propre à la </a:t>
                </a:r>
                <a:r>
                  <a:rPr lang="en-CA" sz="1400" b="1" dirty="0" err="1"/>
                  <a:t>fois</a:t>
                </a:r>
                <a:r>
                  <a:rPr lang="en-CA" sz="1400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1400" dirty="0"/>
                  <a:t>et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sz="1400" dirty="0"/>
                  <a:t>. </a:t>
                </a:r>
                <a:r>
                  <a:rPr lang="en-CA" sz="1400" dirty="0" err="1"/>
                  <a:t>Donc</a:t>
                </a:r>
                <a:r>
                  <a:rPr lang="en-CA" sz="1400" dirty="0"/>
                  <a:t> on </a:t>
                </a:r>
                <a:r>
                  <a:rPr lang="en-CA" sz="1400" b="1" dirty="0"/>
                  <a:t>ne </a:t>
                </a:r>
                <a:r>
                  <a:rPr lang="en-CA" sz="1400" b="1" dirty="0" err="1"/>
                  <a:t>peut</a:t>
                </a:r>
                <a:r>
                  <a:rPr lang="en-CA" sz="1400" b="1" dirty="0"/>
                  <a:t> pas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connaître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simultanément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leurs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valeurs</a:t>
                </a:r>
                <a:r>
                  <a:rPr lang="en-CA" sz="1400" dirty="0"/>
                  <a:t> avec certitude.</a:t>
                </a:r>
              </a:p>
              <a:p>
                <a:r>
                  <a:rPr lang="fr-FR" sz="1400" b="1" dirty="0"/>
                  <a:t>ne peut pas être mesuré dans toutes ses composantes à la fois</a:t>
                </a:r>
                <a:r>
                  <a:rPr lang="fr-FR" sz="1400" dirty="0"/>
                  <a:t>,</a:t>
                </a:r>
                <a:r>
                  <a:rPr lang="en-CA" sz="1400" dirty="0"/>
                  <a:t> </a:t>
                </a:r>
                <a:r>
                  <a:rPr lang="en-CA" sz="1400" dirty="0" err="1"/>
                  <a:t>si</a:t>
                </a:r>
                <a:r>
                  <a:rPr lang="en-CA" sz="1400" dirty="0"/>
                  <a:t> on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précisément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:r>
                  <a:rPr lang="en-CA" sz="1400" dirty="0"/>
                  <a:t>les </a:t>
                </a:r>
                <a:r>
                  <a:rPr lang="en-CA" sz="1400" dirty="0" err="1"/>
                  <a:t>mesures</a:t>
                </a:r>
                <a:r>
                  <a:rPr lang="en-CA" sz="14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CA" sz="1400" dirty="0"/>
                  <a:t> </a:t>
                </a:r>
                <a:r>
                  <a:rPr lang="en-CA" sz="1400" dirty="0" err="1"/>
                  <a:t>ou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CA" sz="1400" dirty="0"/>
                  <a:t> </a:t>
                </a:r>
                <a:r>
                  <a:rPr lang="en-CA" sz="1400" dirty="0" err="1"/>
                  <a:t>deviennent</a:t>
                </a:r>
                <a:r>
                  <a:rPr lang="en-CA" sz="1400" dirty="0"/>
                  <a:t> </a:t>
                </a:r>
                <a:r>
                  <a:rPr lang="en-CA" sz="1400" dirty="0" err="1"/>
                  <a:t>floues</a:t>
                </a:r>
                <a:r>
                  <a:rPr lang="en-CA" sz="1400" dirty="0"/>
                  <a:t>.</a:t>
                </a:r>
              </a:p>
              <a:p>
                <a:r>
                  <a:rPr lang="en-CA" sz="1400" b="1" dirty="0"/>
                  <a:t>Comment on </a:t>
                </a:r>
                <a:r>
                  <a:rPr lang="en-CA" sz="1400" b="1" dirty="0" err="1"/>
                  <a:t>interprète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cela</a:t>
                </a:r>
                <a:r>
                  <a:rPr lang="en-CA" sz="1400" b="1" dirty="0"/>
                  <a:t> : </a:t>
                </a:r>
                <a:r>
                  <a:rPr lang="en-CA" sz="1400" dirty="0"/>
                  <a:t>Le moment </a:t>
                </a:r>
                <a:r>
                  <a:rPr lang="en-CA" sz="1400" dirty="0" err="1"/>
                  <a:t>cinétique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CA" sz="1400" dirty="0"/>
                  <a:t> </a:t>
                </a:r>
                <a:r>
                  <a:rPr lang="en-CA" sz="1400" dirty="0" err="1"/>
                  <a:t>est</a:t>
                </a:r>
                <a:r>
                  <a:rPr lang="en-CA" sz="1400" dirty="0"/>
                  <a:t> un </a:t>
                </a:r>
                <a:r>
                  <a:rPr lang="en-CA" sz="1400" b="1" dirty="0" err="1"/>
                  <a:t>vecteur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d’opérateurs</a:t>
                </a:r>
                <a:r>
                  <a:rPr lang="en-CA" sz="1400" dirty="0"/>
                  <a:t> :   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ar-AE" sz="1400" dirty="0"/>
              </a:p>
              <a:p>
                <a:r>
                  <a:rPr lang="en-CA" sz="1400" dirty="0"/>
                  <a:t>Comme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sz="1400" dirty="0"/>
                  <a:t> ne </a:t>
                </a:r>
                <a:r>
                  <a:rPr lang="en-CA" sz="1400" dirty="0" err="1"/>
                  <a:t>commutent</a:t>
                </a:r>
                <a:r>
                  <a:rPr lang="en-CA" sz="1400" dirty="0"/>
                  <a:t> pas, il </a:t>
                </a:r>
                <a:r>
                  <a:rPr lang="en-CA" sz="1400" dirty="0" err="1"/>
                  <a:t>n’existe</a:t>
                </a:r>
                <a:r>
                  <a:rPr lang="en-CA" sz="1400" dirty="0"/>
                  <a:t> pas d’état </a:t>
                </a:r>
                <a:r>
                  <a:rPr lang="en-CA" sz="1400" dirty="0" err="1"/>
                  <a:t>quantique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où</a:t>
                </a:r>
                <a:r>
                  <a:rPr lang="en-CA" sz="1400" dirty="0"/>
                  <a:t> les trois </a:t>
                </a:r>
                <a:r>
                  <a:rPr lang="en-CA" sz="1400" dirty="0" err="1"/>
                  <a:t>valeurs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soient</a:t>
                </a:r>
                <a:r>
                  <a:rPr lang="en-CA" sz="1400" dirty="0"/>
                  <a:t> fixes </a:t>
                </a:r>
                <a:r>
                  <a:rPr lang="en-CA" sz="1400" dirty="0" err="1"/>
                  <a:t>en</a:t>
                </a:r>
                <a:r>
                  <a:rPr lang="en-CA" sz="1400" dirty="0"/>
                  <a:t> </a:t>
                </a:r>
                <a:r>
                  <a:rPr lang="en-CA" sz="1400" dirty="0" err="1"/>
                  <a:t>même</a:t>
                </a:r>
                <a:r>
                  <a:rPr lang="en-CA" sz="1400" dirty="0"/>
                  <a:t> temps.</a:t>
                </a:r>
              </a:p>
              <a:p>
                <a:r>
                  <a:rPr lang="en-CA" sz="1400" b="1" dirty="0" err="1"/>
                  <a:t>Autrement</a:t>
                </a:r>
                <a:r>
                  <a:rPr lang="en-CA" sz="1400" b="1" dirty="0"/>
                  <a:t> </a:t>
                </a:r>
                <a:r>
                  <a:rPr lang="en-CA" sz="1400" b="1" dirty="0" err="1"/>
                  <a:t>dit</a:t>
                </a:r>
                <a:r>
                  <a:rPr lang="en-CA" sz="1400" b="1" dirty="0"/>
                  <a:t> </a:t>
                </a:r>
                <a:r>
                  <a:rPr lang="en-CA" sz="1400" dirty="0"/>
                  <a:t>: le </a:t>
                </a:r>
                <a:r>
                  <a:rPr lang="en-CA" sz="1400" dirty="0" err="1"/>
                  <a:t>vecteur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CA" sz="1400" dirty="0"/>
                  <a:t> n’a pas </a:t>
                </a:r>
                <a:r>
                  <a:rPr lang="en-CA" sz="1400" dirty="0" err="1"/>
                  <a:t>une</a:t>
                </a:r>
                <a:r>
                  <a:rPr lang="en-CA" sz="1400" dirty="0"/>
                  <a:t> orientation bien </a:t>
                </a:r>
                <a:r>
                  <a:rPr lang="en-CA" sz="1400" dirty="0" err="1"/>
                  <a:t>définie</a:t>
                </a:r>
                <a:r>
                  <a:rPr lang="en-CA" sz="1400" dirty="0"/>
                  <a:t>, </a:t>
                </a:r>
                <a:r>
                  <a:rPr lang="en-CA" sz="1400" dirty="0" err="1"/>
                  <a:t>seules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certaines</a:t>
                </a:r>
                <a:r>
                  <a:rPr lang="en-CA" sz="1400" dirty="0"/>
                  <a:t> de </a:t>
                </a:r>
                <a:r>
                  <a:rPr lang="en-CA" sz="1400" dirty="0" err="1"/>
                  <a:t>ses</a:t>
                </a:r>
                <a:r>
                  <a:rPr lang="en-CA" sz="1400" dirty="0"/>
                  <a:t> </a:t>
                </a:r>
                <a:r>
                  <a:rPr lang="en-CA" sz="1400" b="1" dirty="0"/>
                  <a:t>projections</a:t>
                </a:r>
                <a:r>
                  <a:rPr lang="en-CA" sz="1400" dirty="0"/>
                  <a:t> (</a:t>
                </a:r>
                <a:r>
                  <a:rPr lang="en-CA" sz="1400" dirty="0" err="1"/>
                  <a:t>comme</a:t>
                </a: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CA" sz="1400" dirty="0"/>
                  <a:t>peuvent </a:t>
                </a:r>
                <a:r>
                  <a:rPr lang="en-CA" sz="1400" dirty="0" err="1"/>
                  <a:t>être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mesurées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précisément</a:t>
                </a:r>
                <a:r>
                  <a:rPr lang="en-CA" sz="1400" dirty="0"/>
                  <a:t>. </a:t>
                </a:r>
                <a:r>
                  <a:rPr lang="en-CA" sz="1400" dirty="0" err="1"/>
                  <a:t>C’est</a:t>
                </a:r>
                <a:r>
                  <a:rPr lang="en-CA" sz="1400" dirty="0"/>
                  <a:t> pour </a:t>
                </a:r>
                <a:r>
                  <a:rPr lang="en-CA" sz="1400" dirty="0" err="1"/>
                  <a:t>cela</a:t>
                </a:r>
                <a:r>
                  <a:rPr lang="en-CA" sz="1400" dirty="0"/>
                  <a:t> </a:t>
                </a:r>
                <a:r>
                  <a:rPr lang="en-CA" sz="1400" dirty="0" err="1"/>
                  <a:t>qu’on</a:t>
                </a:r>
                <a:r>
                  <a:rPr lang="en-CA" sz="1400" dirty="0"/>
                  <a:t> </a:t>
                </a:r>
                <a:r>
                  <a:rPr lang="en-CA" sz="1400" dirty="0" err="1"/>
                  <a:t>dit</a:t>
                </a:r>
                <a:r>
                  <a:rPr lang="en-CA" sz="1400" dirty="0"/>
                  <a:t> :</a:t>
                </a:r>
              </a:p>
              <a:p>
                <a:r>
                  <a:rPr lang="en-CA" sz="1400" dirty="0"/>
                  <a:t>“le moment </a:t>
                </a:r>
                <a:r>
                  <a:rPr lang="en-CA" sz="1400" dirty="0" err="1"/>
                  <a:t>cinétique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n’a</a:t>
                </a:r>
                <a:r>
                  <a:rPr lang="en-CA" sz="1400" dirty="0"/>
                  <a:t> pas de </a:t>
                </a:r>
                <a:r>
                  <a:rPr lang="en-CA" sz="1400" dirty="0" err="1"/>
                  <a:t>valeur</a:t>
                </a:r>
                <a:r>
                  <a:rPr lang="en-CA" sz="1400" dirty="0"/>
                  <a:t> </a:t>
                </a:r>
                <a:r>
                  <a:rPr lang="en-CA" sz="1400" dirty="0" err="1"/>
                  <a:t>précise</a:t>
                </a:r>
                <a:r>
                  <a:rPr lang="en-CA" sz="1400" dirty="0"/>
                  <a:t> </a:t>
                </a:r>
                <a:r>
                  <a:rPr lang="en-CA" sz="1400" dirty="0" err="1"/>
                  <a:t>avant</a:t>
                </a:r>
                <a:r>
                  <a:rPr lang="en-CA" sz="1400" dirty="0"/>
                  <a:t> la </a:t>
                </a:r>
                <a:r>
                  <a:rPr lang="en-CA" sz="1400" dirty="0" err="1"/>
                  <a:t>mesure</a:t>
                </a:r>
                <a:r>
                  <a:rPr lang="en-CA" sz="1400" dirty="0"/>
                  <a:t>” </a:t>
                </a:r>
                <a:r>
                  <a:rPr lang="en-CA" sz="1400" b="1" dirty="0"/>
                  <a:t>(car il </a:t>
                </a:r>
                <a:r>
                  <a:rPr lang="en-CA" sz="1400" b="1" dirty="0" err="1"/>
                  <a:t>n’y</a:t>
                </a:r>
                <a:r>
                  <a:rPr lang="en-CA" sz="1400" b="1" dirty="0"/>
                  <a:t> a pas de </a:t>
                </a:r>
                <a:r>
                  <a:rPr lang="en-CA" sz="1400" b="1" dirty="0" err="1"/>
                  <a:t>vecteur</a:t>
                </a:r>
                <a:r>
                  <a:rPr lang="en-CA" sz="1400" b="1" dirty="0"/>
                  <a:t> fixe),</a:t>
                </a:r>
              </a:p>
              <a:p>
                <a:r>
                  <a:rPr lang="en-CA" sz="1400" dirty="0"/>
                  <a:t>“on ne </a:t>
                </a:r>
                <a:r>
                  <a:rPr lang="en-CA" sz="1400" dirty="0" err="1"/>
                  <a:t>peut</a:t>
                </a:r>
                <a:r>
                  <a:rPr lang="en-CA" sz="1400" dirty="0"/>
                  <a:t> pas </a:t>
                </a:r>
                <a:r>
                  <a:rPr lang="en-CA" sz="1400" dirty="0" err="1"/>
                  <a:t>mesurer</a:t>
                </a:r>
                <a:r>
                  <a:rPr lang="en-CA" sz="1400" dirty="0"/>
                  <a:t> </a:t>
                </a:r>
                <a:r>
                  <a:rPr lang="en-CA" sz="1400" dirty="0" err="1"/>
                  <a:t>toutes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ses</a:t>
                </a:r>
                <a:r>
                  <a:rPr lang="en-CA" sz="1400" dirty="0"/>
                  <a:t> </a:t>
                </a:r>
                <a:r>
                  <a:rPr lang="en-CA" sz="1400" dirty="0" err="1"/>
                  <a:t>composantes</a:t>
                </a:r>
                <a:r>
                  <a:rPr lang="en-CA" sz="1400" dirty="0"/>
                  <a:t> à la </a:t>
                </a:r>
                <a:r>
                  <a:rPr lang="en-CA" sz="1400" dirty="0" err="1"/>
                  <a:t>fois</a:t>
                </a:r>
                <a:r>
                  <a:rPr lang="en-CA" sz="1400" dirty="0"/>
                  <a:t>” (car </a:t>
                </a:r>
                <a:r>
                  <a:rPr lang="en-CA" sz="1400" dirty="0" err="1"/>
                  <a:t>elles</a:t>
                </a:r>
                <a:r>
                  <a:rPr lang="en-CA" sz="1400" dirty="0"/>
                  <a:t> ne </a:t>
                </a:r>
                <a:r>
                  <a:rPr lang="en-CA" sz="1400" dirty="0" err="1"/>
                  <a:t>commutent</a:t>
                </a:r>
                <a:r>
                  <a:rPr lang="en-CA" sz="1400" dirty="0"/>
                  <a:t> pas).</a:t>
                </a:r>
                <a:r>
                  <a:rPr lang="en-CA" dirty="0"/>
                  <a:t> 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8F948FD-0E8C-79D1-B88A-F69D2462D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87924"/>
                <a:ext cx="10563225" cy="6142259"/>
              </a:xfrm>
              <a:prstGeom prst="rect">
                <a:avLst/>
              </a:prstGeom>
              <a:blipFill>
                <a:blip r:embed="rId2"/>
                <a:stretch>
                  <a:fillRect l="-462" t="-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86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447648-8F12-AB5A-8BEA-2AA5C14C9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02209B-F804-F367-AF44-145B2097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18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434A7894-6B59-1F4C-4493-011472EAA23D}"/>
                  </a:ext>
                </a:extLst>
              </p:cNvPr>
              <p:cNvSpPr txBox="1"/>
              <p:nvPr/>
            </p:nvSpPr>
            <p:spPr>
              <a:xfrm>
                <a:off x="1562100" y="177282"/>
                <a:ext cx="10325100" cy="2796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 err="1"/>
                  <a:t>Exemple</a:t>
                </a:r>
                <a:r>
                  <a:rPr lang="en-CA" b="1" dirty="0"/>
                  <a:t> simple : le spin 1/2</a:t>
                </a:r>
              </a:p>
              <a:p>
                <a:pPr>
                  <a:buNone/>
                </a:pPr>
                <a:r>
                  <a:rPr lang="en-CA" dirty="0" err="1"/>
                  <a:t>Prenons</a:t>
                </a:r>
                <a:r>
                  <a:rPr lang="en-CA" dirty="0"/>
                  <a:t> le </a:t>
                </a:r>
                <a:r>
                  <a:rPr lang="en-CA" dirty="0" err="1"/>
                  <a:t>cas</a:t>
                </a:r>
                <a:r>
                  <a:rPr lang="en-CA" dirty="0"/>
                  <a:t> du spin d’un </a:t>
                </a:r>
                <a:r>
                  <a:rPr lang="en-CA" dirty="0" err="1"/>
                  <a:t>électron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Les </a:t>
                </a:r>
                <a:r>
                  <a:rPr lang="en-CA" dirty="0" err="1"/>
                  <a:t>opérateurs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dirty="0" err="1"/>
                  <a:t>obéissent</a:t>
                </a:r>
                <a:r>
                  <a:rPr lang="en-CA" dirty="0"/>
                  <a:t> à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CA" dirty="0"/>
                  <a:t>Si </a:t>
                </a:r>
                <a:r>
                  <a:rPr lang="en-CA" dirty="0" err="1"/>
                  <a:t>tu</a:t>
                </a:r>
                <a:r>
                  <a:rPr lang="en-CA" dirty="0"/>
                  <a:t> </a:t>
                </a:r>
                <a:r>
                  <a:rPr lang="en-CA" dirty="0" err="1"/>
                  <a:t>mesures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CA" dirty="0" err="1"/>
                  <a:t>tu</a:t>
                </a:r>
                <a:r>
                  <a:rPr lang="en-CA" dirty="0"/>
                  <a:t> </a:t>
                </a:r>
                <a:r>
                  <a:rPr lang="en-CA" dirty="0" err="1"/>
                  <a:t>trouves</a:t>
                </a:r>
                <a:r>
                  <a:rPr lang="en-CA" dirty="0"/>
                  <a:t> </a:t>
                </a:r>
                <a:r>
                  <a:rPr lang="en-CA" dirty="0" err="1"/>
                  <a:t>soit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ar-AE" dirty="0"/>
                  <a:t>, </a:t>
                </a:r>
                <a:r>
                  <a:rPr lang="en-CA" dirty="0" err="1"/>
                  <a:t>soit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:r>
                  <a:rPr lang="en-CA" dirty="0"/>
                  <a:t>Mais à </a:t>
                </a:r>
                <a:r>
                  <a:rPr lang="en-CA" dirty="0" err="1"/>
                  <a:t>ce</a:t>
                </a:r>
                <a:r>
                  <a:rPr lang="en-CA" dirty="0"/>
                  <a:t> moment,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CA" dirty="0"/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CA" dirty="0" err="1"/>
                  <a:t>deviennent</a:t>
                </a:r>
                <a:r>
                  <a:rPr lang="en-CA" dirty="0"/>
                  <a:t> </a:t>
                </a:r>
                <a:r>
                  <a:rPr lang="en-CA" dirty="0" err="1"/>
                  <a:t>indéterminés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Et </a:t>
                </a:r>
                <a:r>
                  <a:rPr lang="en-CA" dirty="0" err="1"/>
                  <a:t>si</a:t>
                </a:r>
                <a:r>
                  <a:rPr lang="en-CA" dirty="0"/>
                  <a:t> </a:t>
                </a:r>
                <a:r>
                  <a:rPr lang="en-CA" dirty="0" err="1"/>
                  <a:t>tu</a:t>
                </a:r>
                <a:r>
                  <a:rPr lang="en-CA" dirty="0"/>
                  <a:t> </a:t>
                </a:r>
                <a:r>
                  <a:rPr lang="en-CA" dirty="0" err="1"/>
                  <a:t>mesures</a:t>
                </a:r>
                <a:r>
                  <a:rPr lang="en-CA" dirty="0"/>
                  <a:t> ensuite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CA" dirty="0" err="1"/>
                  <a:t>tu</a:t>
                </a:r>
                <a:r>
                  <a:rPr lang="en-CA" dirty="0"/>
                  <a:t> “</a:t>
                </a:r>
                <a:r>
                  <a:rPr lang="en-CA" dirty="0" err="1"/>
                  <a:t>détruis</a:t>
                </a:r>
                <a:r>
                  <a:rPr lang="en-CA" dirty="0"/>
                  <a:t>” la </a:t>
                </a:r>
                <a:r>
                  <a:rPr lang="en-CA" dirty="0" err="1"/>
                  <a:t>connaissance</a:t>
                </a:r>
                <a:r>
                  <a:rPr lang="en-CA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>
                  <a:buNone/>
                </a:pPr>
                <a:r>
                  <a:rPr lang="en-CA" dirty="0" err="1"/>
                  <a:t>C’est</a:t>
                </a:r>
                <a:r>
                  <a:rPr lang="en-CA" dirty="0"/>
                  <a:t> </a:t>
                </a:r>
                <a:r>
                  <a:rPr lang="en-CA" b="1" dirty="0" err="1"/>
                  <a:t>expérimentalement</a:t>
                </a:r>
                <a:r>
                  <a:rPr lang="en-CA" b="1" dirty="0"/>
                  <a:t> </a:t>
                </a:r>
                <a:r>
                  <a:rPr lang="en-CA" b="1" dirty="0" err="1"/>
                  <a:t>vérifié</a:t>
                </a:r>
                <a:r>
                  <a:rPr lang="en-CA" dirty="0"/>
                  <a:t> (</a:t>
                </a:r>
                <a:r>
                  <a:rPr lang="en-CA" dirty="0" err="1"/>
                  <a:t>expérience</a:t>
                </a:r>
                <a:r>
                  <a:rPr lang="en-CA" dirty="0"/>
                  <a:t> de Stern-Gerlach avec champs </a:t>
                </a:r>
                <a:r>
                  <a:rPr lang="en-CA" dirty="0" err="1"/>
                  <a:t>magnétiques</a:t>
                </a:r>
                <a:r>
                  <a:rPr lang="en-CA" dirty="0"/>
                  <a:t> </a:t>
                </a:r>
                <a:r>
                  <a:rPr lang="en-CA" dirty="0" err="1"/>
                  <a:t>successifs</a:t>
                </a:r>
                <a:r>
                  <a:rPr lang="en-CA" dirty="0"/>
                  <a:t>).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434A7894-6B59-1F4C-4493-011472EAA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177282"/>
                <a:ext cx="10325100" cy="2796663"/>
              </a:xfrm>
              <a:prstGeom prst="rect">
                <a:avLst/>
              </a:prstGeom>
              <a:blipFill>
                <a:blip r:embed="rId2"/>
                <a:stretch>
                  <a:fillRect l="-472" t="-1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92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10788-6D99-3BB3-33D9-E46F8C1A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00D949-C0CF-C89B-AAFB-03BF115C4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DD585A-F1A8-B1CC-D540-FF62441E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19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438F267-D8E3-2B38-077C-B4BA4C6ACA95}"/>
                  </a:ext>
                </a:extLst>
              </p:cNvPr>
              <p:cNvSpPr txBox="1"/>
              <p:nvPr/>
            </p:nvSpPr>
            <p:spPr>
              <a:xfrm>
                <a:off x="1590675" y="263128"/>
                <a:ext cx="10229850" cy="5715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La commutation et </a:t>
                </a:r>
                <a:r>
                  <a:rPr lang="en-CA" b="1" dirty="0" err="1"/>
                  <a:t>en</a:t>
                </a:r>
                <a:r>
                  <a:rPr lang="en-CA" b="1" dirty="0"/>
                  <a:t> quoi </a:t>
                </a:r>
                <a:r>
                  <a:rPr lang="en-CA" b="1" dirty="0" err="1"/>
                  <a:t>elle</a:t>
                </a:r>
                <a:r>
                  <a:rPr lang="en-CA" b="1" dirty="0"/>
                  <a:t> </a:t>
                </a:r>
                <a:r>
                  <a:rPr lang="en-CA" b="1" dirty="0" err="1"/>
                  <a:t>est</a:t>
                </a:r>
                <a:r>
                  <a:rPr lang="en-CA" b="1" dirty="0"/>
                  <a:t> utile ? </a:t>
                </a:r>
              </a:p>
              <a:p>
                <a:pPr>
                  <a:buNone/>
                </a:pPr>
                <a:r>
                  <a:rPr lang="en-CA" dirty="0"/>
                  <a:t>La </a:t>
                </a:r>
                <a:r>
                  <a:rPr lang="en-CA" b="1" dirty="0"/>
                  <a:t>commutation</a:t>
                </a:r>
                <a:r>
                  <a:rPr lang="en-CA" dirty="0"/>
                  <a:t> entre deux </a:t>
                </a:r>
                <a:r>
                  <a:rPr lang="en-CA" dirty="0" err="1"/>
                  <a:t>opérateurs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dirty="0"/>
                  <a:t> et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 err="1"/>
                  <a:t>s’exprime</a:t>
                </a:r>
                <a:r>
                  <a:rPr lang="en-CA" dirty="0"/>
                  <a:t> par le </a:t>
                </a:r>
                <a:r>
                  <a:rPr lang="en-CA" b="1" dirty="0" err="1"/>
                  <a:t>commutateur</a:t>
                </a:r>
                <a:r>
                  <a:rPr lang="en-CA" dirty="0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𝐵𝐴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CA" b="1" dirty="0"/>
                  <a:t>Si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b="1" dirty="0"/>
                  <a:t> </a:t>
                </a:r>
                <a:r>
                  <a:rPr lang="en-CA" dirty="0"/>
                  <a:t>Les deux </a:t>
                </a:r>
                <a:r>
                  <a:rPr lang="en-CA" dirty="0" err="1"/>
                  <a:t>opérateurs</a:t>
                </a:r>
                <a:r>
                  <a:rPr lang="en-CA" dirty="0"/>
                  <a:t> </a:t>
                </a:r>
                <a:r>
                  <a:rPr lang="en-CA" b="1" dirty="0" err="1"/>
                  <a:t>commutent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Cela </a:t>
                </a:r>
                <a:r>
                  <a:rPr lang="en-CA" dirty="0" err="1"/>
                  <a:t>signifie</a:t>
                </a:r>
                <a:r>
                  <a:rPr lang="en-CA" dirty="0"/>
                  <a:t> </a:t>
                </a:r>
                <a:r>
                  <a:rPr lang="en-CA" dirty="0" err="1"/>
                  <a:t>qu’ils</a:t>
                </a:r>
                <a:r>
                  <a:rPr lang="en-CA" dirty="0"/>
                  <a:t> </a:t>
                </a:r>
                <a:r>
                  <a:rPr lang="en-CA" b="1" dirty="0" err="1"/>
                  <a:t>peuvent</a:t>
                </a:r>
                <a:r>
                  <a:rPr lang="en-CA" b="1" dirty="0"/>
                  <a:t> </a:t>
                </a:r>
                <a:r>
                  <a:rPr lang="en-CA" b="1" dirty="0" err="1"/>
                  <a:t>être</a:t>
                </a:r>
                <a:r>
                  <a:rPr lang="en-CA" b="1" dirty="0"/>
                  <a:t> </a:t>
                </a:r>
                <a:r>
                  <a:rPr lang="en-CA" b="1" dirty="0" err="1"/>
                  <a:t>mesurés</a:t>
                </a:r>
                <a:r>
                  <a:rPr lang="en-CA" b="1" dirty="0"/>
                  <a:t> </a:t>
                </a:r>
                <a:r>
                  <a:rPr lang="en-CA" b="1" dirty="0" err="1"/>
                  <a:t>simultanément</a:t>
                </a:r>
                <a:r>
                  <a:rPr lang="en-CA" dirty="0"/>
                  <a:t> avec </a:t>
                </a:r>
                <a:r>
                  <a:rPr lang="en-CA" dirty="0" err="1"/>
                  <a:t>précision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 err="1"/>
                  <a:t>Autrement</a:t>
                </a:r>
                <a:r>
                  <a:rPr lang="en-CA" dirty="0"/>
                  <a:t> </a:t>
                </a:r>
                <a:r>
                  <a:rPr lang="en-CA" dirty="0" err="1"/>
                  <a:t>dit</a:t>
                </a:r>
                <a:r>
                  <a:rPr lang="en-CA" dirty="0"/>
                  <a:t> : il </a:t>
                </a:r>
                <a:r>
                  <a:rPr lang="en-CA" dirty="0" err="1"/>
                  <a:t>existe</a:t>
                </a:r>
                <a:r>
                  <a:rPr lang="en-CA" dirty="0"/>
                  <a:t> des états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CA" dirty="0"/>
                  <a:t> qui </a:t>
                </a:r>
                <a:r>
                  <a:rPr lang="en-CA" dirty="0" err="1"/>
                  <a:t>sont</a:t>
                </a:r>
                <a:r>
                  <a:rPr lang="en-CA" dirty="0"/>
                  <a:t> </a:t>
                </a:r>
                <a:r>
                  <a:rPr lang="en-CA" b="1" dirty="0" err="1"/>
                  <a:t>propres</a:t>
                </a:r>
                <a:r>
                  <a:rPr lang="en-CA" b="1" dirty="0"/>
                  <a:t> des deux </a:t>
                </a:r>
                <a:r>
                  <a:rPr lang="en-CA" b="1" dirty="0" err="1"/>
                  <a:t>opérateurs</a:t>
                </a:r>
                <a:r>
                  <a:rPr lang="en-CA" b="1" dirty="0"/>
                  <a:t> à la </a:t>
                </a:r>
                <a:r>
                  <a:rPr lang="en-CA" b="1" dirty="0" err="1"/>
                  <a:t>fois</a:t>
                </a:r>
                <a:r>
                  <a:rPr lang="en-CA" dirty="0"/>
                  <a:t>.</a:t>
                </a:r>
              </a:p>
              <a:p>
                <a:pPr>
                  <a:buNone/>
                </a:pPr>
                <a:r>
                  <a:rPr lang="en-CA" b="1" dirty="0" err="1"/>
                  <a:t>Exemple</a:t>
                </a:r>
                <a:r>
                  <a:rPr lang="en-CA" b="1" dirty="0"/>
                  <a:t> :</a:t>
                </a: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commutent</a:t>
                </a:r>
                <a:r>
                  <a:rPr lang="en-CA" dirty="0"/>
                  <a:t>, </a:t>
                </a:r>
                <a:r>
                  <a:rPr lang="en-CA" dirty="0" err="1"/>
                  <a:t>donc</a:t>
                </a:r>
                <a:r>
                  <a:rPr lang="en-CA" dirty="0"/>
                  <a:t> on </a:t>
                </a:r>
                <a:r>
                  <a:rPr lang="en-CA" dirty="0" err="1"/>
                  <a:t>peut</a:t>
                </a:r>
                <a:r>
                  <a:rPr lang="en-CA" dirty="0"/>
                  <a:t> </a:t>
                </a:r>
                <a:r>
                  <a:rPr lang="en-CA" dirty="0" err="1"/>
                  <a:t>connaître</a:t>
                </a:r>
                <a:r>
                  <a:rPr lang="en-CA" dirty="0"/>
                  <a:t> le moment total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CA" dirty="0"/>
                  <a:t> et </a:t>
                </a:r>
                <a:r>
                  <a:rPr lang="en-CA" dirty="0" err="1"/>
                  <a:t>sa</a:t>
                </a:r>
                <a:r>
                  <a:rPr lang="en-CA" dirty="0"/>
                  <a:t> projection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en</a:t>
                </a:r>
                <a:r>
                  <a:rPr lang="en-CA" dirty="0"/>
                  <a:t> </a:t>
                </a:r>
                <a:r>
                  <a:rPr lang="en-CA" dirty="0" err="1"/>
                  <a:t>même</a:t>
                </a:r>
                <a:r>
                  <a:rPr lang="en-CA" dirty="0"/>
                  <a:t> temps.</a:t>
                </a:r>
              </a:p>
              <a:p>
                <a:r>
                  <a:rPr lang="en-CA" b="1" dirty="0"/>
                  <a:t>Si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  Les deux </a:t>
                </a:r>
                <a:r>
                  <a:rPr lang="en-CA" dirty="0" err="1"/>
                  <a:t>opérateurs</a:t>
                </a:r>
                <a:r>
                  <a:rPr lang="en-CA" dirty="0"/>
                  <a:t> </a:t>
                </a:r>
                <a:r>
                  <a:rPr lang="en-CA" b="1" dirty="0"/>
                  <a:t>ne </a:t>
                </a:r>
                <a:r>
                  <a:rPr lang="en-CA" b="1" dirty="0" err="1"/>
                  <a:t>commutent</a:t>
                </a:r>
                <a:r>
                  <a:rPr lang="en-CA" b="1" dirty="0"/>
                  <a:t> pas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Cela </a:t>
                </a:r>
                <a:r>
                  <a:rPr lang="en-CA" dirty="0" err="1"/>
                  <a:t>signifie</a:t>
                </a:r>
                <a:r>
                  <a:rPr lang="en-CA" dirty="0"/>
                  <a:t> </a:t>
                </a:r>
                <a:r>
                  <a:rPr lang="en-CA" dirty="0" err="1"/>
                  <a:t>qu’ils</a:t>
                </a:r>
                <a:r>
                  <a:rPr lang="en-CA" dirty="0"/>
                  <a:t> </a:t>
                </a:r>
                <a:r>
                  <a:rPr lang="en-CA" b="1" dirty="0"/>
                  <a:t>ne </a:t>
                </a:r>
                <a:r>
                  <a:rPr lang="en-CA" b="1" dirty="0" err="1"/>
                  <a:t>peuvent</a:t>
                </a:r>
                <a:r>
                  <a:rPr lang="en-CA" b="1" dirty="0"/>
                  <a:t> pas </a:t>
                </a:r>
                <a:r>
                  <a:rPr lang="en-CA" b="1" dirty="0" err="1"/>
                  <a:t>être</a:t>
                </a:r>
                <a:r>
                  <a:rPr lang="en-CA" b="1" dirty="0"/>
                  <a:t> </a:t>
                </a:r>
                <a:r>
                  <a:rPr lang="en-CA" b="1" dirty="0" err="1"/>
                  <a:t>connus</a:t>
                </a:r>
                <a:r>
                  <a:rPr lang="en-CA" b="1" dirty="0"/>
                  <a:t> </a:t>
                </a:r>
                <a:r>
                  <a:rPr lang="en-CA" b="1" dirty="0" err="1"/>
                  <a:t>simultanément</a:t>
                </a:r>
                <a:r>
                  <a:rPr lang="en-CA" dirty="0"/>
                  <a:t> : </a:t>
                </a:r>
                <a:r>
                  <a:rPr lang="en-CA" dirty="0" err="1"/>
                  <a:t>mesurer</a:t>
                </a:r>
                <a:r>
                  <a:rPr lang="en-CA" dirty="0"/>
                  <a:t> </a:t>
                </a:r>
                <a:r>
                  <a:rPr lang="en-CA" dirty="0" err="1"/>
                  <a:t>l’un</a:t>
                </a:r>
                <a:r>
                  <a:rPr lang="en-CA" dirty="0"/>
                  <a:t> </a:t>
                </a:r>
                <a:r>
                  <a:rPr lang="en-CA" dirty="0" err="1"/>
                  <a:t>modifie</a:t>
                </a:r>
                <a:r>
                  <a:rPr lang="en-CA" dirty="0"/>
                  <a:t> la </a:t>
                </a:r>
                <a:r>
                  <a:rPr lang="en-CA" dirty="0" err="1"/>
                  <a:t>valeur</a:t>
                </a:r>
                <a:r>
                  <a:rPr lang="en-CA" dirty="0"/>
                  <a:t> de </a:t>
                </a:r>
                <a:r>
                  <a:rPr lang="en-CA" dirty="0" err="1"/>
                  <a:t>l’autre</a:t>
                </a:r>
                <a:r>
                  <a:rPr lang="en-CA" dirty="0"/>
                  <a:t>. </a:t>
                </a:r>
                <a:r>
                  <a:rPr lang="en-CA" dirty="0" err="1"/>
                  <a:t>C’est</a:t>
                </a:r>
                <a:r>
                  <a:rPr lang="en-CA" dirty="0"/>
                  <a:t>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b="1" dirty="0" err="1"/>
                  <a:t>conséquence</a:t>
                </a:r>
                <a:r>
                  <a:rPr lang="en-CA" b="1" dirty="0"/>
                  <a:t> </a:t>
                </a:r>
                <a:r>
                  <a:rPr lang="en-CA" b="1" dirty="0" err="1"/>
                  <a:t>directe</a:t>
                </a:r>
                <a:r>
                  <a:rPr lang="en-CA" b="1" dirty="0"/>
                  <a:t> du </a:t>
                </a:r>
                <a:r>
                  <a:rPr lang="en-CA" b="1" dirty="0" err="1"/>
                  <a:t>principe</a:t>
                </a:r>
                <a:r>
                  <a:rPr lang="en-CA" b="1" dirty="0"/>
                  <a:t> </a:t>
                </a:r>
                <a:r>
                  <a:rPr lang="en-CA" b="1" dirty="0" err="1"/>
                  <a:t>d’incertitude</a:t>
                </a:r>
                <a:r>
                  <a:rPr lang="en-CA" dirty="0"/>
                  <a:t>.</a:t>
                </a:r>
              </a:p>
              <a:p>
                <a:endParaRPr lang="en-CA" dirty="0"/>
              </a:p>
              <a:p>
                <a:r>
                  <a:rPr lang="en-CA" b="1" dirty="0" err="1"/>
                  <a:t>Interprétation</a:t>
                </a:r>
                <a:r>
                  <a:rPr lang="en-CA" b="1" dirty="0"/>
                  <a:t> physique de la non-commutation des </a:t>
                </a:r>
                <a:r>
                  <a:rPr lang="en-CA" b="1" dirty="0" err="1"/>
                  <a:t>composantes</a:t>
                </a:r>
                <a:r>
                  <a:rPr lang="en-CA" b="1" dirty="0"/>
                  <a:t> du moment </a:t>
                </a:r>
                <a:r>
                  <a:rPr lang="en-CA" b="1" dirty="0" err="1"/>
                  <a:t>cinétique</a:t>
                </a:r>
                <a:endParaRPr lang="en-CA" b="1" dirty="0"/>
              </a:p>
              <a:p>
                <a:r>
                  <a:rPr lang="en-CA" dirty="0"/>
                  <a:t>On a :  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dirty="0"/>
                  <a:t>   et </a:t>
                </a:r>
                <a:r>
                  <a:rPr lang="en-CA" dirty="0" err="1"/>
                  <a:t>ses</a:t>
                </a:r>
                <a:r>
                  <a:rPr lang="en-CA" dirty="0"/>
                  <a:t> permutations.</a:t>
                </a:r>
              </a:p>
              <a:p>
                <a:r>
                  <a:rPr lang="en-CA" b="1" dirty="0"/>
                  <a:t>Cela </a:t>
                </a:r>
                <a:r>
                  <a:rPr lang="en-CA" b="1" dirty="0" err="1"/>
                  <a:t>veut</a:t>
                </a:r>
                <a:r>
                  <a:rPr lang="en-CA" b="1" dirty="0"/>
                  <a:t> dire</a:t>
                </a:r>
                <a:r>
                  <a:rPr lang="en-CA" dirty="0"/>
                  <a:t> :</a:t>
                </a:r>
              </a:p>
              <a:p>
                <a:r>
                  <a:rPr lang="en-CA" dirty="0"/>
                  <a:t>Si on </a:t>
                </a:r>
                <a:r>
                  <a:rPr lang="en-CA" dirty="0" err="1"/>
                  <a:t>mesure</a:t>
                </a:r>
                <a:r>
                  <a:rPr lang="en-CA" dirty="0"/>
                  <a:t> </a:t>
                </a:r>
                <a:r>
                  <a:rPr lang="en-CA" dirty="0" err="1"/>
                  <a:t>précisément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CA" dirty="0" err="1"/>
                  <a:t>alors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CA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deviennent</a:t>
                </a:r>
                <a:r>
                  <a:rPr lang="en-CA" dirty="0"/>
                  <a:t> </a:t>
                </a:r>
                <a:r>
                  <a:rPr lang="en-CA" b="1" dirty="0" err="1"/>
                  <a:t>indéterminés</a:t>
                </a:r>
                <a:r>
                  <a:rPr lang="en-CA" dirty="0"/>
                  <a:t>.</a:t>
                </a:r>
              </a:p>
              <a:p>
                <a:r>
                  <a:rPr lang="en-CA" dirty="0"/>
                  <a:t>Les trois </a:t>
                </a:r>
                <a:r>
                  <a:rPr lang="en-CA" dirty="0" err="1"/>
                  <a:t>composantes</a:t>
                </a:r>
                <a:r>
                  <a:rPr lang="en-CA" dirty="0"/>
                  <a:t> du moment </a:t>
                </a:r>
                <a:r>
                  <a:rPr lang="en-CA" dirty="0" err="1"/>
                  <a:t>cinétique</a:t>
                </a:r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</a:t>
                </a:r>
                <a:r>
                  <a:rPr lang="en-CA" b="1" dirty="0" err="1"/>
                  <a:t>liées</a:t>
                </a:r>
                <a:r>
                  <a:rPr lang="en-CA" b="1" dirty="0"/>
                  <a:t> par </a:t>
                </a:r>
                <a:r>
                  <a:rPr lang="en-CA" b="1" dirty="0" err="1"/>
                  <a:t>une</a:t>
                </a:r>
                <a:r>
                  <a:rPr lang="en-CA" b="1" dirty="0"/>
                  <a:t> incertitude </a:t>
                </a:r>
                <a:r>
                  <a:rPr lang="en-CA" b="1" dirty="0" err="1"/>
                  <a:t>fondamentale</a:t>
                </a:r>
                <a:r>
                  <a:rPr lang="en-CA" dirty="0"/>
                  <a:t>.</a:t>
                </a:r>
              </a:p>
              <a:p>
                <a:r>
                  <a:rPr lang="en-CA" dirty="0" err="1"/>
                  <a:t>C’est</a:t>
                </a:r>
                <a:r>
                  <a:rPr lang="en-CA" dirty="0"/>
                  <a:t> un peu </a:t>
                </a:r>
                <a:r>
                  <a:rPr lang="en-CA" dirty="0" err="1"/>
                  <a:t>comme</a:t>
                </a:r>
                <a:r>
                  <a:rPr lang="en-CA" dirty="0"/>
                  <a:t> </a:t>
                </a:r>
                <a:r>
                  <a:rPr lang="en-CA" dirty="0" err="1"/>
                  <a:t>si</a:t>
                </a:r>
                <a:r>
                  <a:rPr lang="en-CA" dirty="0"/>
                  <a:t>, </a:t>
                </a:r>
                <a:r>
                  <a:rPr lang="en-CA" dirty="0" err="1"/>
                  <a:t>quand</a:t>
                </a:r>
                <a:r>
                  <a:rPr lang="en-CA" dirty="0"/>
                  <a:t> on </a:t>
                </a:r>
                <a:r>
                  <a:rPr lang="en-CA" dirty="0" err="1"/>
                  <a:t>veut</a:t>
                </a:r>
                <a:r>
                  <a:rPr lang="en-CA" dirty="0"/>
                  <a:t> bien “</a:t>
                </a:r>
                <a:r>
                  <a:rPr lang="en-CA" dirty="0" err="1"/>
                  <a:t>voir</a:t>
                </a:r>
                <a:r>
                  <a:rPr lang="en-CA" dirty="0"/>
                  <a:t>” la rotation </a:t>
                </a:r>
                <a:r>
                  <a:rPr lang="en-CA" dirty="0" err="1"/>
                  <a:t>autour</a:t>
                </a:r>
                <a:r>
                  <a:rPr lang="en-CA" dirty="0"/>
                  <a:t> d’un axe, la rotation </a:t>
                </a:r>
                <a:r>
                  <a:rPr lang="en-CA" dirty="0" err="1"/>
                  <a:t>autour</a:t>
                </a:r>
                <a:r>
                  <a:rPr lang="en-CA" dirty="0"/>
                  <a:t> des </a:t>
                </a:r>
                <a:r>
                  <a:rPr lang="en-CA" dirty="0" err="1"/>
                  <a:t>autres</a:t>
                </a:r>
                <a:r>
                  <a:rPr lang="en-CA" dirty="0"/>
                  <a:t> axes </a:t>
                </a:r>
                <a:r>
                  <a:rPr lang="en-CA" dirty="0" err="1"/>
                  <a:t>devient</a:t>
                </a:r>
                <a:r>
                  <a:rPr lang="en-CA" dirty="0"/>
                  <a:t> </a:t>
                </a:r>
                <a:r>
                  <a:rPr lang="en-CA" dirty="0" err="1"/>
                  <a:t>floue</a:t>
                </a:r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438F267-D8E3-2B38-077C-B4BA4C6AC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675" y="263128"/>
                <a:ext cx="10229850" cy="5715091"/>
              </a:xfrm>
              <a:prstGeom prst="rect">
                <a:avLst/>
              </a:prstGeom>
              <a:blipFill>
                <a:blip r:embed="rId2"/>
                <a:stretch>
                  <a:fillRect l="-536"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246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1405F-7927-E480-C139-6FD0463D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28B4B2-31CA-7D92-F251-B386F8F7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498E5F-921B-F7AF-5FFC-48D9C1BF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20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4EEC9D69-7641-1493-A0F2-D72D36F37E18}"/>
                  </a:ext>
                </a:extLst>
              </p:cNvPr>
              <p:cNvSpPr txBox="1"/>
              <p:nvPr/>
            </p:nvSpPr>
            <p:spPr>
              <a:xfrm>
                <a:off x="1619251" y="264779"/>
                <a:ext cx="10163174" cy="5309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sz="1500" b="1" dirty="0"/>
                  <a:t>Utilité concrète de </a:t>
                </a:r>
                <a:r>
                  <a:rPr lang="en-CA" sz="1500" b="1" dirty="0" err="1"/>
                  <a:t>cette</a:t>
                </a:r>
                <a:r>
                  <a:rPr lang="en-CA" sz="1500" b="1" dirty="0"/>
                  <a:t> notion de commutation</a:t>
                </a:r>
              </a:p>
              <a:p>
                <a:pPr>
                  <a:buNone/>
                </a:pPr>
                <a:endParaRPr lang="en-CA" sz="1500" b="1" dirty="0"/>
              </a:p>
              <a:p>
                <a:pPr>
                  <a:buNone/>
                </a:pPr>
                <a:r>
                  <a:rPr lang="en-CA" sz="1500" b="1" dirty="0"/>
                  <a:t>a) Elle </a:t>
                </a:r>
                <a:r>
                  <a:rPr lang="en-CA" sz="1500" b="1" dirty="0" err="1"/>
                  <a:t>indique</a:t>
                </a:r>
                <a:r>
                  <a:rPr lang="en-CA" sz="1500" b="1" dirty="0"/>
                  <a:t> </a:t>
                </a:r>
                <a:r>
                  <a:rPr lang="en-CA" sz="1500" b="1" dirty="0" err="1"/>
                  <a:t>quelles</a:t>
                </a:r>
                <a:r>
                  <a:rPr lang="en-CA" sz="1500" b="1" dirty="0"/>
                  <a:t> grandeurs </a:t>
                </a:r>
                <a:r>
                  <a:rPr lang="en-CA" sz="1500" b="1" dirty="0" err="1"/>
                  <a:t>sont</a:t>
                </a:r>
                <a:r>
                  <a:rPr lang="en-CA" sz="1500" b="1" dirty="0"/>
                  <a:t> observables ensemble</a:t>
                </a:r>
              </a:p>
              <a:p>
                <a:pPr>
                  <a:buNone/>
                </a:pPr>
                <a:r>
                  <a:rPr lang="en-CA" sz="1500" dirty="0" err="1"/>
                  <a:t>C’est</a:t>
                </a:r>
                <a:r>
                  <a:rPr lang="en-CA" sz="1500" dirty="0"/>
                  <a:t> la base de la </a:t>
                </a:r>
                <a:r>
                  <a:rPr lang="en-CA" sz="1500" b="1" dirty="0" err="1"/>
                  <a:t>théorie</a:t>
                </a:r>
                <a:r>
                  <a:rPr lang="en-CA" sz="1500" b="1" dirty="0"/>
                  <a:t> des </a:t>
                </a:r>
                <a:r>
                  <a:rPr lang="en-CA" sz="1500" b="1" dirty="0" err="1"/>
                  <a:t>mesures</a:t>
                </a:r>
                <a:r>
                  <a:rPr lang="en-CA" sz="1500" dirty="0"/>
                  <a:t> </a:t>
                </a:r>
                <a:r>
                  <a:rPr lang="en-CA" sz="1500" dirty="0" err="1"/>
                  <a:t>en</a:t>
                </a:r>
                <a:r>
                  <a:rPr lang="en-CA" sz="1500" dirty="0"/>
                  <a:t> MQ.</a:t>
                </a:r>
                <a:br>
                  <a:rPr lang="en-CA" sz="1500" dirty="0"/>
                </a:br>
                <a:r>
                  <a:rPr lang="en-CA" sz="1500" dirty="0" err="1"/>
                  <a:t>Exemple</a:t>
                </a:r>
                <a:r>
                  <a:rPr lang="en-CA" sz="1500" dirty="0"/>
                  <a:t> 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sz="1500" b="0" dirty="0"/>
                  <a:t>  </a:t>
                </a:r>
                <a14:m>
                  <m:oMath xmlns:m="http://schemas.openxmlformats.org/officeDocument/2006/math">
                    <m:r>
                      <a:rPr lang="en-CA" sz="15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sz="15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sz="15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sz="1500" dirty="0"/>
                  <a:t> </a:t>
                </a:r>
                <a:r>
                  <a:rPr lang="en-CA" sz="1500" dirty="0" err="1"/>
                  <a:t>commutent</a:t>
                </a:r>
                <a:r>
                  <a:rPr lang="en-CA" sz="1500" dirty="0"/>
                  <a:t> → observables </a:t>
                </a:r>
                <a:r>
                  <a:rPr lang="en-CA" sz="1500" dirty="0" err="1"/>
                  <a:t>conjointes</a:t>
                </a:r>
                <a:r>
                  <a:rPr lang="en-CA" sz="1500" dirty="0"/>
                  <a:t> possibles.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sz="15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CA" sz="15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CA" sz="1500" dirty="0"/>
                  <a:t> ne </a:t>
                </a:r>
                <a:r>
                  <a:rPr lang="en-CA" sz="1500" dirty="0" err="1"/>
                  <a:t>commutent</a:t>
                </a:r>
                <a:r>
                  <a:rPr lang="en-CA" sz="1500" dirty="0"/>
                  <a:t> pas → impossible de les </a:t>
                </a:r>
                <a:r>
                  <a:rPr lang="en-CA" sz="1500" dirty="0" err="1"/>
                  <a:t>mesurer</a:t>
                </a:r>
                <a:r>
                  <a:rPr lang="en-CA" sz="1500" dirty="0"/>
                  <a:t> </a:t>
                </a:r>
                <a:r>
                  <a:rPr lang="en-CA" sz="1500" dirty="0" err="1"/>
                  <a:t>simultanément</a:t>
                </a:r>
                <a:r>
                  <a:rPr lang="en-CA" sz="1500" dirty="0"/>
                  <a:t>.</a:t>
                </a:r>
              </a:p>
              <a:p>
                <a:endParaRPr lang="en-CA" sz="1500" dirty="0"/>
              </a:p>
              <a:p>
                <a:r>
                  <a:rPr lang="en-CA" sz="1500" b="1" dirty="0"/>
                  <a:t>b) Elle </a:t>
                </a:r>
                <a:r>
                  <a:rPr lang="en-CA" sz="1500" b="1" dirty="0" err="1"/>
                  <a:t>détermine</a:t>
                </a:r>
                <a:r>
                  <a:rPr lang="en-CA" sz="1500" b="1" dirty="0"/>
                  <a:t> les bases </a:t>
                </a:r>
                <a:r>
                  <a:rPr lang="en-CA" sz="1500" b="1" dirty="0" err="1"/>
                  <a:t>propres</a:t>
                </a:r>
                <a:r>
                  <a:rPr lang="en-CA" sz="1500" b="1" dirty="0"/>
                  <a:t> dans </a:t>
                </a:r>
                <a:r>
                  <a:rPr lang="en-CA" sz="1500" b="1" dirty="0" err="1"/>
                  <a:t>lesquelles</a:t>
                </a:r>
                <a:r>
                  <a:rPr lang="en-CA" sz="1500" b="1" dirty="0"/>
                  <a:t> on </a:t>
                </a:r>
                <a:r>
                  <a:rPr lang="en-CA" sz="1500" b="1" dirty="0" err="1"/>
                  <a:t>travaille</a:t>
                </a:r>
                <a:endParaRPr lang="en-CA" sz="1500" b="1" dirty="0"/>
              </a:p>
              <a:p>
                <a:r>
                  <a:rPr lang="en-CA" sz="1500" dirty="0"/>
                  <a:t>Les relations de commutation </a:t>
                </a:r>
                <a:r>
                  <a:rPr lang="en-CA" sz="1500" dirty="0" err="1"/>
                  <a:t>servent</a:t>
                </a:r>
                <a:r>
                  <a:rPr lang="en-CA" sz="1500" dirty="0"/>
                  <a:t> à </a:t>
                </a:r>
                <a:r>
                  <a:rPr lang="en-CA" sz="1500" dirty="0" err="1"/>
                  <a:t>construire</a:t>
                </a:r>
                <a:r>
                  <a:rPr lang="en-CA" sz="1500" dirty="0"/>
                  <a:t> les </a:t>
                </a:r>
                <a:r>
                  <a:rPr lang="en-CA" sz="1500" b="1" dirty="0" err="1"/>
                  <a:t>opérateurs</a:t>
                </a:r>
                <a:r>
                  <a:rPr lang="en-CA" sz="1500" b="1" dirty="0"/>
                  <a:t> de montée et de </a:t>
                </a:r>
                <a:r>
                  <a:rPr lang="en-CA" sz="1500" b="1" dirty="0" err="1"/>
                  <a:t>descente</a:t>
                </a:r>
                <a:r>
                  <a:rPr lang="en-CA" sz="1500" dirty="0"/>
                  <a:t> (par </a:t>
                </a:r>
                <a:r>
                  <a:rPr lang="en-CA" sz="1500" dirty="0" err="1"/>
                  <a:t>exemple</a:t>
                </a:r>
                <a:r>
                  <a:rPr lang="en-CA" sz="1500" dirty="0"/>
                  <a:t> pour </a:t>
                </a:r>
                <a:r>
                  <a:rPr lang="en-CA" sz="1500" dirty="0" err="1"/>
                  <a:t>l’oscillateur</a:t>
                </a:r>
                <a:r>
                  <a:rPr lang="en-CA" sz="1500" dirty="0"/>
                  <a:t> </a:t>
                </a:r>
                <a:r>
                  <a:rPr lang="en-CA" sz="1500" dirty="0" err="1"/>
                  <a:t>harmonique</a:t>
                </a:r>
                <a:r>
                  <a:rPr lang="en-CA" sz="1500" dirty="0"/>
                  <a:t> </a:t>
                </a:r>
                <a:r>
                  <a:rPr lang="en-CA" sz="1500" dirty="0" err="1"/>
                  <a:t>ou</a:t>
                </a:r>
                <a:r>
                  <a:rPr lang="en-CA" sz="1500" dirty="0"/>
                  <a:t> le spin).</a:t>
                </a:r>
                <a:br>
                  <a:rPr lang="en-CA" sz="1500" dirty="0"/>
                </a:br>
                <a:r>
                  <a:rPr lang="en-CA" sz="1500" dirty="0"/>
                  <a:t>Elles </a:t>
                </a:r>
                <a:r>
                  <a:rPr lang="en-CA" sz="1500" dirty="0" err="1"/>
                  <a:t>permettent</a:t>
                </a:r>
                <a:r>
                  <a:rPr lang="en-CA" sz="1500" dirty="0"/>
                  <a:t> </a:t>
                </a:r>
                <a:r>
                  <a:rPr lang="en-CA" sz="1500" dirty="0" err="1"/>
                  <a:t>d’obtenir</a:t>
                </a:r>
                <a:r>
                  <a:rPr lang="en-CA" sz="1500" dirty="0"/>
                  <a:t> </a:t>
                </a:r>
                <a:r>
                  <a:rPr lang="en-CA" sz="1500" dirty="0" err="1"/>
                  <a:t>toutes</a:t>
                </a:r>
                <a:r>
                  <a:rPr lang="en-CA" sz="1500" dirty="0"/>
                  <a:t> les </a:t>
                </a:r>
                <a:r>
                  <a:rPr lang="en-CA" sz="1500" dirty="0" err="1"/>
                  <a:t>valeurs</a:t>
                </a:r>
                <a:r>
                  <a:rPr lang="en-CA" sz="1500" dirty="0"/>
                  <a:t> </a:t>
                </a:r>
                <a:r>
                  <a:rPr lang="en-CA" sz="1500" dirty="0" err="1"/>
                  <a:t>propres</a:t>
                </a:r>
                <a:r>
                  <a:rPr lang="en-CA" sz="1500" dirty="0"/>
                  <a:t> </a:t>
                </a:r>
                <a:r>
                  <a:rPr lang="en-CA" sz="1500" b="1" dirty="0"/>
                  <a:t>sans </a:t>
                </a:r>
                <a:r>
                  <a:rPr lang="en-CA" sz="1500" b="1" dirty="0" err="1"/>
                  <a:t>résoudre</a:t>
                </a:r>
                <a:r>
                  <a:rPr lang="en-CA" sz="1500" b="1" dirty="0"/>
                  <a:t> </a:t>
                </a:r>
                <a:r>
                  <a:rPr lang="en-CA" sz="1500" b="1" dirty="0" err="1"/>
                  <a:t>d’équation</a:t>
                </a:r>
                <a:r>
                  <a:rPr lang="en-CA" sz="1500" b="1" dirty="0"/>
                  <a:t> </a:t>
                </a:r>
                <a:r>
                  <a:rPr lang="en-CA" sz="1500" b="1" dirty="0" err="1"/>
                  <a:t>différentielle</a:t>
                </a:r>
                <a:r>
                  <a:rPr lang="en-CA" sz="1500" dirty="0"/>
                  <a:t>, </a:t>
                </a:r>
                <a:r>
                  <a:rPr lang="en-CA" sz="1500" dirty="0" err="1"/>
                  <a:t>juste</a:t>
                </a:r>
                <a:r>
                  <a:rPr lang="en-CA" sz="1500" dirty="0"/>
                  <a:t> par </a:t>
                </a:r>
                <a:r>
                  <a:rPr lang="en-CA" sz="1500" dirty="0" err="1"/>
                  <a:t>algèbre</a:t>
                </a:r>
                <a:r>
                  <a:rPr lang="en-CA" sz="1500" dirty="0"/>
                  <a:t>.</a:t>
                </a:r>
              </a:p>
              <a:p>
                <a:r>
                  <a:rPr lang="en-CA" sz="1500" dirty="0" err="1"/>
                  <a:t>Exemple</a:t>
                </a:r>
                <a:r>
                  <a:rPr lang="en-CA" sz="15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sz="15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sz="15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ar-AE" sz="1500">
                          <a:latin typeface="Cambria Math" panose="02040503050406030204" pitchFamily="18" charset="0"/>
                        </a:rPr>
                        <m:t>=+</m:t>
                      </m:r>
                      <m:r>
                        <a:rPr lang="ar-AE" sz="150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sz="150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ar-AE" sz="150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sz="15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sz="15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ar-AE" sz="15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150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sz="150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ar-AE" sz="1500" dirty="0"/>
              </a:p>
              <a:p>
                <a:r>
                  <a:rPr lang="ar-AE" sz="1500" dirty="0"/>
                  <a:t>→ </a:t>
                </a:r>
                <a:r>
                  <a:rPr lang="en-CA" sz="1500" dirty="0" err="1"/>
                  <a:t>permettent</a:t>
                </a:r>
                <a:r>
                  <a:rPr lang="en-CA" sz="1500" dirty="0"/>
                  <a:t> de “</a:t>
                </a:r>
                <a:r>
                  <a:rPr lang="en-CA" sz="1500" dirty="0" err="1"/>
                  <a:t>monter</a:t>
                </a:r>
                <a:r>
                  <a:rPr lang="en-CA" sz="1500" dirty="0"/>
                  <a:t>” </a:t>
                </a:r>
                <a:r>
                  <a:rPr lang="en-CA" sz="1500" dirty="0" err="1"/>
                  <a:t>ou</a:t>
                </a:r>
                <a:r>
                  <a:rPr lang="en-CA" sz="1500" dirty="0"/>
                  <a:t> “</a:t>
                </a:r>
                <a:r>
                  <a:rPr lang="en-CA" sz="1500" dirty="0" err="1"/>
                  <a:t>descendre</a:t>
                </a:r>
                <a:r>
                  <a:rPr lang="en-CA" sz="1500" dirty="0"/>
                  <a:t>” les </a:t>
                </a:r>
                <a:r>
                  <a:rPr lang="en-CA" sz="1500" dirty="0" err="1"/>
                  <a:t>valeurs</a:t>
                </a:r>
                <a:r>
                  <a:rPr lang="en-CA" sz="1500" dirty="0"/>
                  <a:t> de </a:t>
                </a:r>
                <a14:m>
                  <m:oMath xmlns:m="http://schemas.openxmlformats.org/officeDocument/2006/math">
                    <m:r>
                      <a:rPr lang="en-CA" sz="15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CA" sz="1500" dirty="0"/>
                  <a:t>.</a:t>
                </a:r>
              </a:p>
              <a:p>
                <a:endParaRPr lang="en-CA" sz="1500" dirty="0"/>
              </a:p>
              <a:p>
                <a:r>
                  <a:rPr lang="fr-FR" sz="1500" b="1" dirty="0"/>
                  <a:t>c) </a:t>
                </a:r>
                <a:r>
                  <a:rPr lang="fr-FR" sz="1500" dirty="0"/>
                  <a:t>Les relations de commutation définissent comment la nature “voit” les rotations.</a:t>
                </a:r>
              </a:p>
              <a:p>
                <a:r>
                  <a:rPr lang="fr-FR" sz="1500" dirty="0"/>
                  <a:t>C’est pour cela que toute particule possède un </a:t>
                </a:r>
                <a:r>
                  <a:rPr lang="fr-FR" sz="1500" b="1" dirty="0"/>
                  <a:t>moment cinétique quantique</a:t>
                </a:r>
                <a:r>
                  <a:rPr lang="fr-FR" sz="1500" dirty="0"/>
                  <a:t> intrinsèque : le </a:t>
                </a:r>
                <a:r>
                  <a:rPr lang="fr-FR" sz="1500" b="1" dirty="0"/>
                  <a:t>spin</a:t>
                </a:r>
                <a:r>
                  <a:rPr lang="fr-FR" sz="1500" dirty="0"/>
                  <a:t>.</a:t>
                </a:r>
                <a:br>
                  <a:rPr lang="fr-FR" sz="1500" dirty="0"/>
                </a:br>
                <a:r>
                  <a:rPr lang="fr-FR" sz="1500" dirty="0"/>
                  <a:t>Le spin n’a </a:t>
                </a:r>
                <a:r>
                  <a:rPr lang="fr-FR" sz="1500" b="1" dirty="0"/>
                  <a:t>aucun équivalent classique</a:t>
                </a:r>
                <a:r>
                  <a:rPr lang="fr-FR" sz="1500" dirty="0"/>
                  <a:t>, il vient uniquement de cette structure de commutation.</a:t>
                </a:r>
              </a:p>
              <a:p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4EEC9D69-7641-1493-A0F2-D72D36F37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1" y="264779"/>
                <a:ext cx="10163174" cy="5309274"/>
              </a:xfrm>
              <a:prstGeom prst="rect">
                <a:avLst/>
              </a:prstGeom>
              <a:blipFill>
                <a:blip r:embed="rId2"/>
                <a:stretch>
                  <a:fillRect l="-300" t="-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774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2940-681B-2916-670C-5DB1B401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88790B-814D-381F-DAA8-A11B2E2C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0BDB4D-8811-B83A-6A9B-DA5212E32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7565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ECC2-D767-A868-FA28-6F466CAC0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CEF3B5-6BEB-9024-66D4-3C1B0294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1D6468-C1C4-CF72-365C-42279C45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8688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0698-5212-4BDD-00B9-13643CDB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121A6B-5ADA-2B15-A691-57FCCCD3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BD6BF4-5A11-3E3D-FD28-483DF6B3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4277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9352D-29DB-1C08-B0D7-0DCFB65A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8EBD4C-68EA-046F-9DEF-69DD063E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8CA31D-7B5D-509E-73D8-36AE4423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971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D6D3A0A-65FA-1398-BBFF-2384F232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E2D22-45A5-404F-B28B-76B138FFD900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850C5F-28FB-E7EA-3562-B9B53296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25</a:t>
            </a:fld>
            <a:endParaRPr lang="en-CA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22CB7D48-F7A1-15F7-8DE7-F8BC60899971}"/>
              </a:ext>
            </a:extLst>
          </p:cNvPr>
          <p:cNvGrpSpPr/>
          <p:nvPr/>
        </p:nvGrpSpPr>
        <p:grpSpPr>
          <a:xfrm>
            <a:off x="1783080" y="146337"/>
            <a:ext cx="10122408" cy="6354496"/>
            <a:chOff x="1783080" y="146337"/>
            <a:chExt cx="10122408" cy="6354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ZoneTexte 4">
                  <a:extLst>
                    <a:ext uri="{FF2B5EF4-FFF2-40B4-BE49-F238E27FC236}">
                      <a16:creationId xmlns:a16="http://schemas.microsoft.com/office/drawing/2014/main" id="{84A5EAA9-CAAB-7375-B2FA-E8A2E4AF699E}"/>
                    </a:ext>
                  </a:extLst>
                </p:cNvPr>
                <p:cNvSpPr txBox="1"/>
                <p:nvPr/>
              </p:nvSpPr>
              <p:spPr>
                <a:xfrm>
                  <a:off x="1783080" y="146337"/>
                  <a:ext cx="10122408" cy="63544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  <a:buNone/>
                  </a:pPr>
                  <a:r>
                    <a:rPr lang="fr-FR" b="1" dirty="0">
                      <a:highlight>
                        <a:srgbClr val="FFFF00"/>
                      </a:highlight>
                    </a:rPr>
                    <a:t>3 - Évolution temporelle et équation de Schrödinger</a:t>
                  </a:r>
                </a:p>
                <a:p>
                  <a:pPr>
                    <a:lnSpc>
                      <a:spcPct val="150000"/>
                    </a:lnSpc>
                    <a:buNone/>
                  </a:pPr>
                  <a:r>
                    <a:rPr lang="fr-FR" dirty="0"/>
                    <a:t>La dynamique d’un système quantique est déterminée par l’</a:t>
                  </a:r>
                  <a:r>
                    <a:rPr lang="fr-FR" b="1" dirty="0"/>
                    <a:t>équation de Schrödinger dépendant du temps</a:t>
                  </a:r>
                  <a:r>
                    <a:rPr lang="fr-FR" dirty="0"/>
                    <a:t> :</a:t>
                  </a:r>
                  <a:endParaRPr lang="en-US" i="1" dirty="0"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ct val="150000"/>
                    </a:lnSpc>
                    <a:buNone/>
                  </a:pPr>
                  <a14:m>
                    <m:oMath xmlns:m="http://schemas.openxmlformats.org/officeDocument/2006/math">
                      <m:r>
                        <a:rPr lang="ar-DZ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DZ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DZ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ar-DZ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"/>
                          <m:endChr m:val="⟩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ar-DZ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begChr m:val=""/>
                          <m:endChr m:val="⟩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dirty="0"/>
                    <a:t> </a:t>
                  </a:r>
                  <a:endParaRPr lang="ar-DZ" dirty="0"/>
                </a:p>
                <a:p>
                  <a:pPr>
                    <a:lnSpc>
                      <a:spcPct val="150000"/>
                    </a:lnSpc>
                    <a:buNone/>
                  </a:pPr>
                  <a:r>
                    <a:rPr lang="fr-FR" dirty="0"/>
                    <a:t>où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a14:m>
                  <a:r>
                    <a:rPr lang="fr-FR" dirty="0"/>
                    <a:t> est l’</a:t>
                  </a:r>
                  <a:r>
                    <a:rPr lang="fr-FR" b="1" dirty="0"/>
                    <a:t>hamiltonien</a:t>
                  </a:r>
                  <a:r>
                    <a:rPr lang="fr-FR" dirty="0"/>
                    <a:t>, opérateur hermétique représentant l’énergie totale du système.</a:t>
                  </a:r>
                </a:p>
                <a:p>
                  <a:pPr>
                    <a:lnSpc>
                      <a:spcPct val="150000"/>
                    </a:lnSpc>
                    <a:buNone/>
                  </a:pPr>
                  <a:r>
                    <a:rPr lang="fr-FR" dirty="0"/>
                    <a:t>Dans la représentation positionnelle :</a:t>
                  </a:r>
                </a:p>
                <a:p>
                  <a:pPr>
                    <a:lnSpc>
                      <a:spcPct val="15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0">
                            <a:latin typeface="Cambria Math" panose="02040503050406030204" pitchFamily="18" charset="0"/>
                          </a:rPr>
                          <m:t>ℏ</m:t>
                        </m:r>
                        <m:f>
                          <m:f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sepChr m:val=","/>
                                <m:ctrlPr>
                                  <a:rPr lang="ar-DZ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DZ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ar-DZ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ar-DZ" i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ar-DZ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ar-DZ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DZ" i="0">
                                        <a:latin typeface="Cambria Math" panose="02040503050406030204" pitchFamily="18" charset="0"/>
                                      </a:rPr>
                                      <m:t>ℏ</m:t>
                                    </m:r>
                                  </m:e>
                                  <m:sup>
                                    <m:r>
                                      <a:rPr lang="ar-DZ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DZ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ar-DZ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ar-DZ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DZ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ar-DZ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ar-DZ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ar-DZ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DZ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ar-DZ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ar-DZ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DZ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ar-DZ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sepChr m:val=","/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ar-DZ" dirty="0"/>
                </a:p>
                <a:p>
                  <a:pPr>
                    <a:lnSpc>
                      <a:spcPct val="150000"/>
                    </a:lnSpc>
                    <a:buNone/>
                  </a:pPr>
                  <a:r>
                    <a:rPr lang="fr-FR" dirty="0"/>
                    <a:t>Si le potentiel </a:t>
                  </a:r>
                  <a14:m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fr-FR" dirty="0"/>
                    <a:t> ne dépend pas du temps, on cherche des </a:t>
                  </a:r>
                  <a:r>
                    <a:rPr lang="fr-FR" b="1" dirty="0"/>
                    <a:t>solutions séparables</a:t>
                  </a:r>
                  <a:r>
                    <a:rPr lang="fr-FR" dirty="0"/>
                    <a:t> :</a:t>
                  </a:r>
                </a:p>
                <a:p>
                  <a:pPr>
                    <a:lnSpc>
                      <a:spcPct val="150000"/>
                    </a:lnSpc>
                    <a:buNone/>
                  </a:pPr>
                  <a14:m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sepChr m:val=",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DZ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DZ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DZ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𝑖𝐸𝑡</m:t>
                          </m:r>
                          <m:r>
                            <a:rPr lang="ar-DZ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DZ" i="0">
                              <a:latin typeface="Cambria Math" panose="02040503050406030204" pitchFamily="18" charset="0"/>
                            </a:rPr>
                            <m:t>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           (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DZ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DZ">
                          <a:latin typeface="Cambria Math" panose="02040503050406030204" pitchFamily="18" charset="0"/>
                        </a:rPr>
                        <m:t>ℏ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a14:m>
                  <a:r>
                    <a:rPr lang="en-US" dirty="0"/>
                    <a:t> =&gt; 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ar-DZ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  ) </a:t>
                  </a:r>
                  <a:endParaRPr lang="ar-DZ" dirty="0"/>
                </a:p>
                <a:p>
                  <a:pPr>
                    <a:lnSpc>
                      <a:spcPct val="150000"/>
                    </a:lnSpc>
                    <a:buNone/>
                  </a:pPr>
                  <a:r>
                    <a:rPr lang="fr-FR" dirty="0"/>
                    <a:t>ce qui conduit à l’</a:t>
                  </a:r>
                  <a:r>
                    <a:rPr lang="fr-FR" b="1" dirty="0"/>
                    <a:t>équation stationnaire</a:t>
                  </a:r>
                  <a:r>
                    <a:rPr lang="fr-FR" dirty="0"/>
                    <a:t> :</a:t>
                  </a:r>
                </a:p>
                <a:p>
                  <a:pPr>
                    <a:lnSpc>
                      <a:spcPct val="15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ar-DZ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ar-DZ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ar-DZ" dirty="0"/>
                </a:p>
                <a:p>
                  <a:pPr>
                    <a:lnSpc>
                      <a:spcPct val="150000"/>
                    </a:lnSpc>
                    <a:buNone/>
                  </a:pPr>
                  <a:r>
                    <a:rPr lang="fr-FR" dirty="0"/>
                    <a:t>Cette équation est une </a:t>
                  </a:r>
                  <a:r>
                    <a:rPr lang="fr-FR" b="1" dirty="0"/>
                    <a:t>équation aux valeurs propres</a:t>
                  </a:r>
                  <a:r>
                    <a:rPr lang="fr-FR" dirty="0"/>
                    <a:t>, où les solutions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fr-FR" dirty="0"/>
                    <a:t> sont les </a:t>
                  </a:r>
                  <a:r>
                    <a:rPr lang="fr-FR" b="1" dirty="0"/>
                    <a:t>états stationnaires</a:t>
                  </a:r>
                  <a:r>
                    <a:rPr lang="fr-FR" dirty="0"/>
                    <a:t> associés aux </a:t>
                  </a:r>
                  <a:r>
                    <a:rPr lang="fr-FR" b="1" dirty="0"/>
                    <a:t>niveaux d’énergie</a:t>
                  </a:r>
                  <a:r>
                    <a:rPr lang="fr-FR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ar-DZ" dirty="0"/>
                    <a:t>.</a:t>
                  </a:r>
                </a:p>
              </p:txBody>
            </p:sp>
          </mc:Choice>
          <mc:Fallback xmlns="">
            <p:sp>
              <p:nvSpPr>
                <p:cNvPr id="5" name="ZoneTexte 4">
                  <a:extLst>
                    <a:ext uri="{FF2B5EF4-FFF2-40B4-BE49-F238E27FC236}">
                      <a16:creationId xmlns:a16="http://schemas.microsoft.com/office/drawing/2014/main" id="{84A5EAA9-CAAB-7375-B2FA-E8A2E4AF6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3080" y="146337"/>
                  <a:ext cx="10122408" cy="6354496"/>
                </a:xfrm>
                <a:prstGeom prst="rect">
                  <a:avLst/>
                </a:prstGeom>
                <a:blipFill>
                  <a:blip r:embed="rId2"/>
                  <a:stretch>
                    <a:fillRect l="-542" r="-361" b="-7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6360B893-63F8-DF7C-64A3-5857531CB533}"/>
                </a:ext>
              </a:extLst>
            </p:cNvPr>
            <p:cNvGrpSpPr/>
            <p:nvPr/>
          </p:nvGrpSpPr>
          <p:grpSpPr>
            <a:xfrm>
              <a:off x="7775310" y="4299030"/>
              <a:ext cx="2372760" cy="1020600"/>
              <a:chOff x="7775310" y="4299030"/>
              <a:chExt cx="2372760" cy="1020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2" name="Encre 1">
                    <a:extLst>
                      <a:ext uri="{FF2B5EF4-FFF2-40B4-BE49-F238E27FC236}">
                        <a16:creationId xmlns:a16="http://schemas.microsoft.com/office/drawing/2014/main" id="{6FA15280-E063-BBCC-E6A3-13737A2C6C38}"/>
                      </a:ext>
                    </a:extLst>
                  </p14:cNvPr>
                  <p14:cNvContentPartPr/>
                  <p14:nvPr/>
                </p14:nvContentPartPr>
                <p14:xfrm>
                  <a:off x="7775310" y="4299030"/>
                  <a:ext cx="287640" cy="1020600"/>
                </p14:xfrm>
              </p:contentPart>
            </mc:Choice>
            <mc:Fallback xmlns="">
              <p:pic>
                <p:nvPicPr>
                  <p:cNvPr id="2" name="Encre 1">
                    <a:extLst>
                      <a:ext uri="{FF2B5EF4-FFF2-40B4-BE49-F238E27FC236}">
                        <a16:creationId xmlns:a16="http://schemas.microsoft.com/office/drawing/2014/main" id="{6FA15280-E063-BBCC-E6A3-13737A2C6C38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769190" y="4292910"/>
                    <a:ext cx="299880" cy="1032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3" name="Encre 2">
                    <a:extLst>
                      <a:ext uri="{FF2B5EF4-FFF2-40B4-BE49-F238E27FC236}">
                        <a16:creationId xmlns:a16="http://schemas.microsoft.com/office/drawing/2014/main" id="{59C56C9D-9D43-10FB-1547-3849C97478A9}"/>
                      </a:ext>
                    </a:extLst>
                  </p14:cNvPr>
                  <p14:cNvContentPartPr/>
                  <p14:nvPr/>
                </p14:nvContentPartPr>
                <p14:xfrm>
                  <a:off x="8277870" y="4400910"/>
                  <a:ext cx="240120" cy="354960"/>
                </p14:xfrm>
              </p:contentPart>
            </mc:Choice>
            <mc:Fallback xmlns="">
              <p:pic>
                <p:nvPicPr>
                  <p:cNvPr id="3" name="Encre 2">
                    <a:extLst>
                      <a:ext uri="{FF2B5EF4-FFF2-40B4-BE49-F238E27FC236}">
                        <a16:creationId xmlns:a16="http://schemas.microsoft.com/office/drawing/2014/main" id="{59C56C9D-9D43-10FB-1547-3849C97478A9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271759" y="4394790"/>
                    <a:ext cx="252342" cy="36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8" name="Encre 7">
                    <a:extLst>
                      <a:ext uri="{FF2B5EF4-FFF2-40B4-BE49-F238E27FC236}">
                        <a16:creationId xmlns:a16="http://schemas.microsoft.com/office/drawing/2014/main" id="{39CFAB34-387C-66AF-402B-169337674108}"/>
                      </a:ext>
                    </a:extLst>
                  </p14:cNvPr>
                  <p14:cNvContentPartPr/>
                  <p14:nvPr/>
                </p14:nvContentPartPr>
                <p14:xfrm>
                  <a:off x="8718870" y="4470750"/>
                  <a:ext cx="243000" cy="5040"/>
                </p14:xfrm>
              </p:contentPart>
            </mc:Choice>
            <mc:Fallback xmlns="">
              <p:pic>
                <p:nvPicPr>
                  <p:cNvPr id="8" name="Encre 7">
                    <a:extLst>
                      <a:ext uri="{FF2B5EF4-FFF2-40B4-BE49-F238E27FC236}">
                        <a16:creationId xmlns:a16="http://schemas.microsoft.com/office/drawing/2014/main" id="{39CFAB34-387C-66AF-402B-169337674108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712750" y="4464630"/>
                    <a:ext cx="255240" cy="1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9" name="Encre 8">
                    <a:extLst>
                      <a:ext uri="{FF2B5EF4-FFF2-40B4-BE49-F238E27FC236}">
                        <a16:creationId xmlns:a16="http://schemas.microsoft.com/office/drawing/2014/main" id="{DB566B1A-7AF0-9C70-BA92-C017CED315A2}"/>
                      </a:ext>
                    </a:extLst>
                  </p14:cNvPr>
                  <p14:cNvContentPartPr/>
                  <p14:nvPr/>
                </p14:nvContentPartPr>
                <p14:xfrm>
                  <a:off x="8663790" y="4589190"/>
                  <a:ext cx="243720" cy="9360"/>
                </p14:xfrm>
              </p:contentPart>
            </mc:Choice>
            <mc:Fallback xmlns="">
              <p:pic>
                <p:nvPicPr>
                  <p:cNvPr id="9" name="Encre 8">
                    <a:extLst>
                      <a:ext uri="{FF2B5EF4-FFF2-40B4-BE49-F238E27FC236}">
                        <a16:creationId xmlns:a16="http://schemas.microsoft.com/office/drawing/2014/main" id="{DB566B1A-7AF0-9C70-BA92-C017CED315A2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8657670" y="4583070"/>
                    <a:ext cx="255960" cy="21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0" name="Encre 9">
                    <a:extLst>
                      <a:ext uri="{FF2B5EF4-FFF2-40B4-BE49-F238E27FC236}">
                        <a16:creationId xmlns:a16="http://schemas.microsoft.com/office/drawing/2014/main" id="{9221A9EA-011F-4590-0825-9A75310847BB}"/>
                      </a:ext>
                    </a:extLst>
                  </p14:cNvPr>
                  <p14:cNvContentPartPr/>
                  <p14:nvPr/>
                </p14:nvContentPartPr>
                <p14:xfrm>
                  <a:off x="9150150" y="4306230"/>
                  <a:ext cx="461160" cy="366480"/>
                </p14:xfrm>
              </p:contentPart>
            </mc:Choice>
            <mc:Fallback xmlns="">
              <p:pic>
                <p:nvPicPr>
                  <p:cNvPr id="10" name="Encre 9">
                    <a:extLst>
                      <a:ext uri="{FF2B5EF4-FFF2-40B4-BE49-F238E27FC236}">
                        <a16:creationId xmlns:a16="http://schemas.microsoft.com/office/drawing/2014/main" id="{9221A9EA-011F-4590-0825-9A75310847BB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9144030" y="4300110"/>
                    <a:ext cx="473400" cy="37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1" name="Encre 10">
                    <a:extLst>
                      <a:ext uri="{FF2B5EF4-FFF2-40B4-BE49-F238E27FC236}">
                        <a16:creationId xmlns:a16="http://schemas.microsoft.com/office/drawing/2014/main" id="{68C2399B-6A22-C4C2-B4A1-D7B18C9C6006}"/>
                      </a:ext>
                    </a:extLst>
                  </p14:cNvPr>
                  <p14:cNvContentPartPr/>
                  <p14:nvPr/>
                </p14:nvContentPartPr>
                <p14:xfrm>
                  <a:off x="9273990" y="4471110"/>
                  <a:ext cx="334800" cy="9360"/>
                </p14:xfrm>
              </p:contentPart>
            </mc:Choice>
            <mc:Fallback xmlns="">
              <p:pic>
                <p:nvPicPr>
                  <p:cNvPr id="11" name="Encre 10">
                    <a:extLst>
                      <a:ext uri="{FF2B5EF4-FFF2-40B4-BE49-F238E27FC236}">
                        <a16:creationId xmlns:a16="http://schemas.microsoft.com/office/drawing/2014/main" id="{68C2399B-6A22-C4C2-B4A1-D7B18C9C6006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267863" y="4465217"/>
                    <a:ext cx="347053" cy="211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3" name="Encre 12">
                    <a:extLst>
                      <a:ext uri="{FF2B5EF4-FFF2-40B4-BE49-F238E27FC236}">
                        <a16:creationId xmlns:a16="http://schemas.microsoft.com/office/drawing/2014/main" id="{1607F916-0A3C-2C0D-E361-140C1B084FE3}"/>
                      </a:ext>
                    </a:extLst>
                  </p14:cNvPr>
                  <p14:cNvContentPartPr/>
                  <p14:nvPr/>
                </p14:nvContentPartPr>
                <p14:xfrm>
                  <a:off x="9898230" y="4320270"/>
                  <a:ext cx="249840" cy="372600"/>
                </p14:xfrm>
              </p:contentPart>
            </mc:Choice>
            <mc:Fallback xmlns="">
              <p:pic>
                <p:nvPicPr>
                  <p:cNvPr id="13" name="Encre 12">
                    <a:extLst>
                      <a:ext uri="{FF2B5EF4-FFF2-40B4-BE49-F238E27FC236}">
                        <a16:creationId xmlns:a16="http://schemas.microsoft.com/office/drawing/2014/main" id="{1607F916-0A3C-2C0D-E361-140C1B084FE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9892119" y="4314150"/>
                    <a:ext cx="262062" cy="3848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D98DD85-3A4A-4942-7426-DD453A758E05}"/>
              </a:ext>
            </a:extLst>
          </p:cNvPr>
          <p:cNvGrpSpPr/>
          <p:nvPr/>
        </p:nvGrpSpPr>
        <p:grpSpPr>
          <a:xfrm>
            <a:off x="8269230" y="4967550"/>
            <a:ext cx="1862280" cy="440280"/>
            <a:chOff x="8269230" y="4967550"/>
            <a:chExt cx="1862280" cy="4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EB61536A-D701-B0FA-8E01-1EA273F7E526}"/>
                    </a:ext>
                  </a:extLst>
                </p14:cNvPr>
                <p14:cNvContentPartPr/>
                <p14:nvPr/>
              </p14:nvContentPartPr>
              <p14:xfrm>
                <a:off x="8307030" y="5026950"/>
                <a:ext cx="36000" cy="2073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EB61536A-D701-B0FA-8E01-1EA273F7E5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00910" y="5020830"/>
                  <a:ext cx="48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28C6C107-4FBB-DA27-6768-256A6DC6D05E}"/>
                    </a:ext>
                  </a:extLst>
                </p14:cNvPr>
                <p14:cNvContentPartPr/>
                <p14:nvPr/>
              </p14:nvContentPartPr>
              <p14:xfrm>
                <a:off x="8269230" y="4971510"/>
                <a:ext cx="457560" cy="327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28C6C107-4FBB-DA27-6768-256A6DC6D05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63110" y="4965390"/>
                  <a:ext cx="469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F2968673-C0A0-778C-2087-6B35A539ADF3}"/>
                    </a:ext>
                  </a:extLst>
                </p14:cNvPr>
                <p14:cNvContentPartPr/>
                <p14:nvPr/>
              </p14:nvContentPartPr>
              <p14:xfrm>
                <a:off x="8425110" y="5127030"/>
                <a:ext cx="230760" cy="2628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F2968673-C0A0-778C-2087-6B35A539AD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18990" y="5120910"/>
                  <a:ext cx="243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0DFF2374-4E67-0385-336B-D05A812CA161}"/>
                    </a:ext>
                  </a:extLst>
                </p14:cNvPr>
                <p14:cNvContentPartPr/>
                <p14:nvPr/>
              </p14:nvContentPartPr>
              <p14:xfrm>
                <a:off x="8337990" y="5299470"/>
                <a:ext cx="352440" cy="3780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0DFF2374-4E67-0385-336B-D05A812CA1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31870" y="5293350"/>
                  <a:ext cx="364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46C9F432-8AF0-8483-90C5-64D5809DA9EA}"/>
                    </a:ext>
                  </a:extLst>
                </p14:cNvPr>
                <p14:cNvContentPartPr/>
                <p14:nvPr/>
              </p14:nvContentPartPr>
              <p14:xfrm>
                <a:off x="8975910" y="4967550"/>
                <a:ext cx="448200" cy="44028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46C9F432-8AF0-8483-90C5-64D5809DA9E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69795" y="4961430"/>
                  <a:ext cx="46043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0D28ADE5-0704-1DF4-C715-571E3E43BF79}"/>
                    </a:ext>
                  </a:extLst>
                </p14:cNvPr>
                <p14:cNvContentPartPr/>
                <p14:nvPr/>
              </p14:nvContentPartPr>
              <p14:xfrm>
                <a:off x="9104430" y="5144670"/>
                <a:ext cx="303120" cy="61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0D28ADE5-0704-1DF4-C715-571E3E43BF7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098310" y="5138550"/>
                  <a:ext cx="3153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Encre 21">
                  <a:extLst>
                    <a:ext uri="{FF2B5EF4-FFF2-40B4-BE49-F238E27FC236}">
                      <a16:creationId xmlns:a16="http://schemas.microsoft.com/office/drawing/2014/main" id="{C8F03131-71B2-4D2D-00D1-8AFF260A1CBA}"/>
                    </a:ext>
                  </a:extLst>
                </p14:cNvPr>
                <p14:cNvContentPartPr/>
                <p14:nvPr/>
              </p14:nvContentPartPr>
              <p14:xfrm>
                <a:off x="9658110" y="5058990"/>
                <a:ext cx="473400" cy="252720"/>
              </p14:xfrm>
            </p:contentPart>
          </mc:Choice>
          <mc:Fallback xmlns="">
            <p:pic>
              <p:nvPicPr>
                <p:cNvPr id="22" name="Encre 21">
                  <a:extLst>
                    <a:ext uri="{FF2B5EF4-FFF2-40B4-BE49-F238E27FC236}">
                      <a16:creationId xmlns:a16="http://schemas.microsoft.com/office/drawing/2014/main" id="{C8F03131-71B2-4D2D-00D1-8AFF260A1CB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51990" y="5052861"/>
                  <a:ext cx="485640" cy="26497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47376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543CD26B-559A-EE2D-38F6-AF4C1C7FCE4D}"/>
                  </a:ext>
                </a:extLst>
              </p:cNvPr>
              <p:cNvSpPr txBox="1"/>
              <p:nvPr/>
            </p:nvSpPr>
            <p:spPr>
              <a:xfrm>
                <a:off x="1682496" y="616515"/>
                <a:ext cx="9939528" cy="5048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fr-FR" b="1"/>
                  <a:t>2. Commutation et observables compatibles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Deux observables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fr-FR"/>
                  <a:t>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fr-FR" b="1"/>
                  <a:t> commutent</a:t>
                </a:r>
                <a:r>
                  <a:rPr lang="fr-FR"/>
                  <a:t> si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e>
                          <m:acc>
                            <m:accPr>
                              <m:chr m:val="̂"/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ar-DZ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ar-DZ" i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ar-DZ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DZ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DZ"/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Elles possèdent alors une </a:t>
                </a:r>
                <a:r>
                  <a:rPr lang="fr-FR" b="1"/>
                  <a:t>base commune de vecteurs propres</a:t>
                </a:r>
                <a:r>
                  <a:rPr lang="fr-FR"/>
                  <a:t>, et il est possible de mesurer leurs valeurs simultanément avec certitude.</a:t>
                </a:r>
                <a:br>
                  <a:rPr lang="fr-FR"/>
                </a:br>
                <a:r>
                  <a:rPr lang="fr-FR"/>
                  <a:t>Ce résultat découle du </a:t>
                </a:r>
                <a:r>
                  <a:rPr lang="fr-FR" b="1"/>
                  <a:t>théorème de commutation simultanée</a:t>
                </a:r>
                <a:r>
                  <a:rPr lang="fr-FR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Exemple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e>
                          <m:acc>
                            <m:accPr>
                              <m:chr m:val="̂"/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DZ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ar-DZ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DZ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DZ" i="0"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en-US"/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Cette non-commutation implique le </a:t>
                </a:r>
                <a:r>
                  <a:rPr lang="fr-FR" b="1"/>
                  <a:t>principe d’incertitude de Heisenberg</a:t>
                </a:r>
                <a:r>
                  <a:rPr lang="fr-FR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l-GR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l-GR" b="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b="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l-GR" b="0" i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ar-DZ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DZ" b="0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ar-DZ" b="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fr-FR"/>
                  <a:t>et interdit toute localisation parfaite de la particule.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543CD26B-559A-EE2D-38F6-AF4C1C7FC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496" y="616515"/>
                <a:ext cx="9939528" cy="5048498"/>
              </a:xfrm>
              <a:prstGeom prst="rect">
                <a:avLst/>
              </a:prstGeom>
              <a:blipFill>
                <a:blip r:embed="rId2"/>
                <a:stretch>
                  <a:fillRect l="-490" r="-245" b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C7E4F95-3BC9-1A1B-13AC-5B0E175C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D618-B5E4-47C5-8D92-12BDD92D8338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7F0CBD-A434-30FF-72F5-0743FABB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8310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6136456-D46C-257D-1E83-3B15017C148F}"/>
                  </a:ext>
                </a:extLst>
              </p:cNvPr>
              <p:cNvSpPr txBox="1"/>
              <p:nvPr/>
            </p:nvSpPr>
            <p:spPr>
              <a:xfrm>
                <a:off x="2087118" y="214995"/>
                <a:ext cx="8245602" cy="1807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fr-FR" dirty="0"/>
                  <a:t>Exercice Une particule de masse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est confinée dans un puits de potentiel infini de largeur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DZ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DZ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DZ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DZ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DZ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ar-DZ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mr>
                            <m:mr>
                              <m:e/>
                              <m:e/>
                            </m:mr>
                            <m:mr>
                              <m:e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ar-DZ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fr-FR" b="0" i="1">
                                    <a:latin typeface="Cambria Math" panose="02040503050406030204" pitchFamily="18" charset="0"/>
                                  </a:rPr>
                                  <m:t>sinon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DZ" b="0" dirty="0"/>
              </a:p>
              <a:p>
                <a:pPr>
                  <a:buNone/>
                </a:pPr>
                <a:r>
                  <a:rPr lang="fr-FR" dirty="0"/>
                  <a:t>La particule ne peut pas s’échapper :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DZ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DZ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DZ" dirty="0"/>
                  <a:t>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6136456-D46C-257D-1E83-3B15017C1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118" y="214995"/>
                <a:ext cx="8245602" cy="1807611"/>
              </a:xfrm>
              <a:prstGeom prst="rect">
                <a:avLst/>
              </a:prstGeom>
              <a:blipFill>
                <a:blip r:embed="rId2"/>
                <a:stretch>
                  <a:fillRect l="-591" t="-1684" b="-4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1BA9AC0-1AB0-3494-626F-10B6CA86D9DA}"/>
                  </a:ext>
                </a:extLst>
              </p:cNvPr>
              <p:cNvSpPr txBox="1"/>
              <p:nvPr/>
            </p:nvSpPr>
            <p:spPr>
              <a:xfrm>
                <a:off x="1400175" y="2227998"/>
                <a:ext cx="9666351" cy="4095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fr-FR" b="1" dirty="0"/>
                  <a:t>Résolution de l’équation de Schrödinger</a:t>
                </a:r>
              </a:p>
              <a:p>
                <a:pPr>
                  <a:buNone/>
                </a:pPr>
                <a:endParaRPr lang="fr-FR" b="1" dirty="0"/>
              </a:p>
              <a:p>
                <a:pPr>
                  <a:buNone/>
                </a:pPr>
                <a:r>
                  <a:rPr lang="fr-FR" dirty="0"/>
                  <a:t>À l’intérieur du puits :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fr-FR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DZ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DZ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ar-DZ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DZ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ar-DZ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CA" dirty="0"/>
              </a:p>
              <a:p>
                <a:pPr>
                  <a:buNone/>
                </a:pPr>
                <a:endParaRPr lang="ar-DZ" dirty="0"/>
              </a:p>
              <a:p>
                <a:pPr>
                  <a:buNone/>
                </a:pPr>
                <a:r>
                  <a:rPr lang="fr-FR" dirty="0"/>
                  <a:t>Les solutions générales sont :</a:t>
                </a:r>
                <a:r>
                  <a:rPr lang="fi-FI" dirty="0"/>
                  <a:t>        ψ(x)=Asin(kx)+Bcos(kx) </a:t>
                </a:r>
              </a:p>
              <a:p>
                <a:pPr>
                  <a:buNone/>
                </a:pPr>
                <a:endParaRPr lang="fi-FI" dirty="0"/>
              </a:p>
              <a:p>
                <a:pPr>
                  <a:buNone/>
                </a:pPr>
                <a:r>
                  <a:rPr lang="fr-FR" dirty="0"/>
                  <a:t>Conditions aux limites :            </a:t>
                </a:r>
                <a:r>
                  <a:rPr lang="nb-NO" dirty="0"/>
                  <a:t>ψ(0)=0 ⇒ B=0,   ψ(L)=0 ⇒ sin(kL)=0</a:t>
                </a:r>
                <a:endParaRPr lang="fr-FR" dirty="0"/>
              </a:p>
              <a:p>
                <a:pPr>
                  <a:buNone/>
                </a:pPr>
                <a:endParaRPr lang="fr-FR" dirty="0"/>
              </a:p>
              <a:p>
                <a:pPr>
                  <a:buNone/>
                </a:pPr>
                <a:r>
                  <a:rPr lang="fr-FR" dirty="0"/>
                  <a:t>D’où :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𝑘𝐿</m:t>
                    </m:r>
                    <m:r>
                      <a:rPr lang="fr-FR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fr-FR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DZ" i="0"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ar-DZ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ar-DZ" dirty="0"/>
              </a:p>
              <a:p>
                <a:pPr>
                  <a:buNone/>
                </a:pPr>
                <a:endParaRPr lang="fr-FR" dirty="0"/>
              </a:p>
              <a:p>
                <a:pPr>
                  <a:buNone/>
                </a:pPr>
                <a:r>
                  <a:rPr lang="fr-FR" dirty="0"/>
                  <a:t>et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DZ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DZ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ar-DZ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ar-DZ" dirty="0"/>
              </a:p>
              <a:p>
                <a:pPr>
                  <a:buNone/>
                </a:pPr>
                <a:r>
                  <a:rPr lang="fr-FR" dirty="0"/>
                  <a:t>L’énergie correspondante :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DZ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DZ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ar-DZ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ar-DZ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DZ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DZ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DZ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ar-DZ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DZ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ar-DZ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CA" dirty="0"/>
              </a:p>
              <a:p>
                <a:pPr>
                  <a:buNone/>
                </a:pPr>
                <a:endParaRPr lang="ar-DZ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1BA9AC0-1AB0-3494-626F-10B6CA86D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175" y="2227998"/>
                <a:ext cx="9666351" cy="4095160"/>
              </a:xfrm>
              <a:prstGeom prst="rect">
                <a:avLst/>
              </a:prstGeom>
              <a:blipFill>
                <a:blip r:embed="rId3"/>
                <a:stretch>
                  <a:fillRect l="-568" t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91D549CA-D750-37ED-F930-39C77480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6581-2C25-458E-9E20-64453294B209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F6336A-9811-3204-CDF7-1A6B0111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9126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70FCD3-623C-2FA6-8BC8-F54C05D7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9F5DA8-7540-9247-341F-EEB6AF12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28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73B74DF-15FD-F8D2-4526-53EC1237D187}"/>
                  </a:ext>
                </a:extLst>
              </p:cNvPr>
              <p:cNvSpPr txBox="1"/>
              <p:nvPr/>
            </p:nvSpPr>
            <p:spPr>
              <a:xfrm>
                <a:off x="1639888" y="359626"/>
                <a:ext cx="10361612" cy="57708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CA" b="1" dirty="0"/>
              </a:p>
              <a:p>
                <a:pPr>
                  <a:buNone/>
                </a:pPr>
                <a:endParaRPr lang="en-CA" b="1" dirty="0"/>
              </a:p>
              <a:p>
                <a:pPr>
                  <a:buNone/>
                </a:pPr>
                <a:r>
                  <a:rPr lang="en-CA" b="1" dirty="0"/>
                  <a:t>Normalisation et </a:t>
                </a:r>
                <a:r>
                  <a:rPr lang="en-CA" b="1" dirty="0" err="1"/>
                  <a:t>interprétation</a:t>
                </a:r>
                <a:endParaRPr lang="en-CA" b="1" dirty="0"/>
              </a:p>
              <a:p>
                <a:pPr>
                  <a:buNone/>
                </a:pPr>
                <a:r>
                  <a:rPr lang="en-CA" dirty="0"/>
                  <a:t>La </a:t>
                </a:r>
                <a:r>
                  <a:rPr lang="en-CA" dirty="0" err="1"/>
                  <a:t>fonction</a:t>
                </a:r>
                <a:r>
                  <a:rPr lang="en-CA" dirty="0"/>
                  <a:t> </a:t>
                </a:r>
                <a:r>
                  <a:rPr lang="en-CA" dirty="0" err="1"/>
                  <a:t>d’onde</a:t>
                </a:r>
                <a:r>
                  <a:rPr lang="en-CA" dirty="0"/>
                  <a:t> </a:t>
                </a:r>
                <a:r>
                  <a:rPr lang="en-CA" dirty="0" err="1"/>
                  <a:t>normalisée</a:t>
                </a:r>
                <a:r>
                  <a:rPr lang="en-CA" dirty="0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rad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CA" dirty="0"/>
                  <a:t>On </a:t>
                </a:r>
                <a:r>
                  <a:rPr lang="en-CA" dirty="0" err="1"/>
                  <a:t>substitue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:</a:t>
                </a:r>
                <a:r>
                  <a:rPr lang="en-CA" dirty="0"/>
                  <a:t>  </a:t>
                </a:r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𝑆𝑖𝑛</m:t>
                              </m:r>
                            </m:e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CA" b="0" dirty="0"/>
              </a:p>
              <a:p>
                <a:endParaRPr lang="ar-AE" b="0" dirty="0"/>
              </a:p>
              <a:p>
                <a:r>
                  <a:rPr lang="en-CA" b="1" dirty="0"/>
                  <a:t> o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𝐬𝐚𝐢𝐭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𝐪𝐮𝐞</m:t>
                    </m:r>
                    <m:r>
                      <a:rPr lang="en-CA" b="1" i="0" smtClean="0">
                        <a:latin typeface="Cambria Math" panose="02040503050406030204" pitchFamily="18" charset="0"/>
                      </a:rPr>
                      <m:t> :        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CA" dirty="0"/>
              </a:p>
              <a:p>
                <a:pPr>
                  <a:buNone/>
                </a:pPr>
                <a:endParaRPr lang="en-CA" dirty="0"/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73B74DF-15FD-F8D2-4526-53EC1237D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888" y="359626"/>
                <a:ext cx="10361612" cy="5770811"/>
              </a:xfrm>
              <a:prstGeom prst="rect">
                <a:avLst/>
              </a:prstGeom>
              <a:blipFill>
                <a:blip r:embed="rId2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383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4F6373-84B1-EAA0-8323-FD8CD009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9B80BC-B1C5-EB87-4B8D-6B6CA2DE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29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DC8349E-DD27-6F9E-FC7A-ED5C18B8BD95}"/>
                  </a:ext>
                </a:extLst>
              </p:cNvPr>
              <p:cNvSpPr txBox="1"/>
              <p:nvPr/>
            </p:nvSpPr>
            <p:spPr>
              <a:xfrm>
                <a:off x="1619251" y="970344"/>
                <a:ext cx="7953374" cy="3853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Probabilité dans </a:t>
                </a:r>
                <a:r>
                  <a:rPr lang="en-CA" b="1" dirty="0" err="1"/>
                  <a:t>une</a:t>
                </a:r>
                <a:r>
                  <a:rPr lang="en-CA" b="1" dirty="0"/>
                  <a:t> </a:t>
                </a:r>
                <a:r>
                  <a:rPr lang="en-CA" b="1" dirty="0" err="1"/>
                  <a:t>région</a:t>
                </a:r>
                <a:endParaRPr lang="en-CA" b="1" dirty="0"/>
              </a:p>
              <a:p>
                <a:pPr>
                  <a:buNone/>
                </a:pPr>
                <a:r>
                  <a:rPr lang="en-CA" b="1" dirty="0"/>
                  <a:t>Question :</a:t>
                </a:r>
                <a:r>
                  <a:rPr lang="en-CA" dirty="0"/>
                  <a:t> quelle </a:t>
                </a:r>
                <a:r>
                  <a:rPr lang="en-CA" dirty="0" err="1"/>
                  <a:t>est</a:t>
                </a:r>
                <a:r>
                  <a:rPr lang="en-CA" dirty="0"/>
                  <a:t> la </a:t>
                </a:r>
                <a:r>
                  <a:rPr lang="en-CA" dirty="0" err="1"/>
                  <a:t>probabilité</a:t>
                </a:r>
                <a:r>
                  <a:rPr lang="en-CA" dirty="0"/>
                  <a:t> de </a:t>
                </a:r>
                <a:r>
                  <a:rPr lang="en-CA" dirty="0" err="1"/>
                  <a:t>trouver</a:t>
                </a:r>
                <a:r>
                  <a:rPr lang="en-CA" dirty="0"/>
                  <a:t> la </a:t>
                </a:r>
                <a:r>
                  <a:rPr lang="en-CA" dirty="0" err="1"/>
                  <a:t>particule</a:t>
                </a:r>
                <a:r>
                  <a:rPr lang="en-CA" dirty="0"/>
                  <a:t> (état </a:t>
                </a:r>
                <a:r>
                  <a:rPr lang="en-CA" dirty="0" err="1"/>
                  <a:t>fondamental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) dans la </a:t>
                </a:r>
                <a:r>
                  <a:rPr lang="en-CA" dirty="0" err="1"/>
                  <a:t>moitié</a:t>
                </a:r>
                <a:r>
                  <a:rPr lang="en-CA" dirty="0"/>
                  <a:t> gauche du </a:t>
                </a:r>
                <a:r>
                  <a:rPr lang="en-CA" dirty="0" err="1"/>
                  <a:t>puits</a:t>
                </a:r>
                <a:r>
                  <a:rPr lang="en-CA" dirty="0"/>
                  <a:t> ?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CA" dirty="0" err="1"/>
                  <a:t>Substituons</a:t>
                </a:r>
                <a:r>
                  <a:rPr lang="en-CA" dirty="0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</m:nary>
                      <m:r>
                        <a:rPr lang="en-CA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CA" dirty="0"/>
              </a:p>
              <a:p>
                <a:pPr>
                  <a:buNone/>
                </a:pPr>
                <a:endParaRPr lang="fr-FR" dirty="0"/>
              </a:p>
              <a:p>
                <a:r>
                  <a:rPr lang="en-CA" dirty="0"/>
                  <a:t>​</a:t>
                </a:r>
                <a:r>
                  <a:rPr lang="fr-FR" dirty="0"/>
                  <a:t> La probabilité est </a:t>
                </a:r>
                <a:r>
                  <a:rPr lang="fr-FR" b="1" dirty="0"/>
                  <a:t>égale à 1/2</a:t>
                </a:r>
                <a:r>
                  <a:rPr lang="fr-FR" dirty="0"/>
                  <a:t> : la particule a la même chance d’être à gauche ou à droite.</a:t>
                </a:r>
              </a:p>
              <a:p>
                <a:pPr>
                  <a:buNone/>
                </a:pPr>
                <a:endParaRPr lang="en-CA" dirty="0"/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DC8349E-DD27-6F9E-FC7A-ED5C18B8B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1" y="970344"/>
                <a:ext cx="7953374" cy="3853234"/>
              </a:xfrm>
              <a:prstGeom prst="rect">
                <a:avLst/>
              </a:prstGeom>
              <a:blipFill>
                <a:blip r:embed="rId2"/>
                <a:stretch>
                  <a:fillRect l="-690" t="-791" r="-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192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BB090B-3C36-C207-89A6-4729DDE6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5AD5B6-32A3-C57F-602C-12C7F623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30</a:t>
            </a:fld>
            <a:endParaRPr lang="en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7EF56C-6732-6403-C2F2-2F1B293E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787782"/>
            <a:ext cx="8934450" cy="515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46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A69C007-229C-C0DA-DB5C-831BFADDA3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1812" y="533399"/>
                <a:ext cx="11069638" cy="614362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CA" b="1" dirty="0">
                    <a:solidFill>
                      <a:schemeClr val="tx1"/>
                    </a:solidFill>
                  </a:rPr>
                  <a:t>Interpretation </a:t>
                </a:r>
                <a:r>
                  <a:rPr lang="en-CA" dirty="0">
                    <a:solidFill>
                      <a:schemeClr val="tx1"/>
                    </a:solidFill>
                  </a:rPr>
                  <a:t>: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fr-FR" dirty="0">
                    <a:solidFill>
                      <a:schemeClr val="tx1"/>
                    </a:solidFill>
                  </a:rPr>
                  <a:t>La </a:t>
                </a:r>
                <a:r>
                  <a:rPr lang="fr-FR" b="1" dirty="0">
                    <a:solidFill>
                      <a:schemeClr val="tx1"/>
                    </a:solidFill>
                  </a:rPr>
                  <a:t>quantification</a:t>
                </a:r>
                <a:r>
                  <a:rPr lang="fr-FR" dirty="0">
                    <a:solidFill>
                      <a:schemeClr val="tx1"/>
                    </a:solidFill>
                  </a:rPr>
                  <a:t> des niveaux d’énergie est une conséquence directe des </a:t>
                </a:r>
                <a:r>
                  <a:rPr lang="fr-FR" b="1" dirty="0">
                    <a:solidFill>
                      <a:schemeClr val="tx1"/>
                    </a:solidFill>
                  </a:rPr>
                  <a:t>conditions aux limites imposées à la fonction d’onde</a:t>
                </a:r>
                <a:r>
                  <a:rPr lang="fr-FR" dirty="0">
                    <a:solidFill>
                      <a:schemeClr val="tx1"/>
                    </a:solidFill>
                  </a:rPr>
                  <a:t>.</a:t>
                </a:r>
                <a:br>
                  <a:rPr lang="fr-FR" dirty="0">
                    <a:solidFill>
                      <a:schemeClr val="tx1"/>
                    </a:solidFill>
                  </a:rPr>
                </a:br>
                <a:r>
                  <a:rPr lang="fr-FR" dirty="0">
                    <a:solidFill>
                      <a:schemeClr val="tx1"/>
                    </a:solidFill>
                  </a:rPr>
                  <a:t>Contrairement à la mécanique classique, où une particule confinée peut avoir n’importe quelle énergie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fr-FR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CA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CA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fr-FR" dirty="0"/>
                  <a:t>Par exemple, si vous considérez le billard : une balle dans une boîte rectangulaire, la balle peut avoir toutes sortes de vitesses et donc toutes sortes d'énergies.</a:t>
                </a:r>
                <a:endParaRPr lang="fr-FR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fr-FR" dirty="0">
                    <a:solidFill>
                      <a:schemeClr val="tx1"/>
                    </a:solidFill>
                  </a:rPr>
                  <a:t>la mécanique quantique impose que la fonction d’onde soit </a:t>
                </a:r>
                <a:r>
                  <a:rPr lang="fr-FR" b="1" dirty="0">
                    <a:solidFill>
                      <a:schemeClr val="tx1"/>
                    </a:solidFill>
                  </a:rPr>
                  <a:t>continue</a:t>
                </a:r>
                <a:r>
                  <a:rPr lang="fr-FR" dirty="0">
                    <a:solidFill>
                      <a:schemeClr val="tx1"/>
                    </a:solidFill>
                  </a:rPr>
                  <a:t>, </a:t>
                </a:r>
                <a:r>
                  <a:rPr lang="fr-FR" b="1" dirty="0">
                    <a:solidFill>
                      <a:schemeClr val="tx1"/>
                    </a:solidFill>
                  </a:rPr>
                  <a:t>dérivable</a:t>
                </a:r>
                <a:r>
                  <a:rPr lang="fr-FR" dirty="0">
                    <a:solidFill>
                      <a:schemeClr val="tx1"/>
                    </a:solidFill>
                  </a:rPr>
                  <a:t> et </a:t>
                </a:r>
                <a:r>
                  <a:rPr lang="fr-FR" b="1" dirty="0">
                    <a:solidFill>
                      <a:schemeClr val="tx1"/>
                    </a:solidFill>
                  </a:rPr>
                  <a:t>nulle sur les parois</a:t>
                </a:r>
                <a:r>
                  <a:rPr lang="fr-FR" dirty="0">
                    <a:solidFill>
                      <a:schemeClr val="tx1"/>
                    </a:solidFill>
                  </a:rPr>
                  <a:t> (ici en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et </a:t>
                </a:r>
                <a14:m>
                  <m:oMath xmlns:m="http://schemas.openxmlformats.org/officeDocument/2006/math">
                    <m:r>
                      <a:rPr lang="fr-F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).</a:t>
                </a:r>
              </a:p>
              <a:p>
                <a:pPr>
                  <a:lnSpc>
                    <a:spcPct val="170000"/>
                  </a:lnSpc>
                </a:pPr>
                <a:r>
                  <a:rPr lang="fr-FR" dirty="0"/>
                  <a:t>Ces conditions imposent que seule une famille discrète de fonctions </a:t>
                </a:r>
                <a:r>
                  <a:rPr lang="fr-FR" dirty="0" err="1"/>
                  <a:t>verifie</a:t>
                </a:r>
                <a:r>
                  <a:rPr lang="fr-FR" dirty="0"/>
                  <a:t> l’équation de Schrödinger 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fr-FR" dirty="0"/>
                  <a:t>Autrement dit :</a:t>
                </a:r>
              </a:p>
              <a:p>
                <a:pPr>
                  <a:lnSpc>
                    <a:spcPct val="170000"/>
                  </a:lnSpc>
                </a:pPr>
                <a:r>
                  <a:rPr lang="fr-FR" dirty="0"/>
                  <a:t>La </a:t>
                </a:r>
                <a:r>
                  <a:rPr lang="fr-FR" b="1" dirty="0"/>
                  <a:t>quantification n’est pas ajoutée “à la main”</a:t>
                </a:r>
                <a:r>
                  <a:rPr lang="fr-FR" dirty="0"/>
                  <a:t> : elle émerge naturellement du formalisme.</a:t>
                </a:r>
              </a:p>
              <a:p>
                <a:pPr>
                  <a:lnSpc>
                    <a:spcPct val="170000"/>
                  </a:lnSpc>
                </a:pPr>
                <a:r>
                  <a:rPr lang="fr-FR" dirty="0"/>
                  <a:t>Les </a:t>
                </a:r>
                <a:r>
                  <a:rPr lang="fr-FR" b="1" dirty="0"/>
                  <a:t>conditions aux limites physiques</a:t>
                </a:r>
                <a:r>
                  <a:rPr lang="fr-FR" dirty="0"/>
                  <a:t> (parois infinies) jouent un rôle analogue à celui des </a:t>
                </a:r>
                <a:r>
                  <a:rPr lang="fr-FR" b="1" dirty="0"/>
                  <a:t>conditions de résonance</a:t>
                </a:r>
                <a:r>
                  <a:rPr lang="fr-FR" dirty="0"/>
                  <a:t> en acoustique ou en optique (longueurs d’onde stationnaires).</a:t>
                </a:r>
              </a:p>
              <a:p>
                <a:pPr>
                  <a:lnSpc>
                    <a:spcPct val="170000"/>
                  </a:lnSpc>
                </a:pPr>
                <a:r>
                  <a:rPr lang="fr-FR" dirty="0"/>
                  <a:t>Une analogie utile :</a:t>
                </a:r>
              </a:p>
              <a:p>
                <a:pPr marL="800100" lvl="2" indent="0">
                  <a:lnSpc>
                    <a:spcPct val="170000"/>
                  </a:lnSpc>
                  <a:buNone/>
                </a:pPr>
                <a:r>
                  <a:rPr lang="fr-FR" dirty="0"/>
                  <a:t>Une corde fixée aux deux extrémités ne peut vibrer que pour certaines fréquences propres : les ondes stationnaires.</a:t>
                </a:r>
                <a:br>
                  <a:rPr lang="fr-FR" dirty="0"/>
                </a:br>
                <a:r>
                  <a:rPr lang="fr-FR" dirty="0"/>
                  <a:t>De même, la particule quantique dans un puits ne peut exister que pour certaines “vibrations de probabilité” (les fonctions d’onde admissibles).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A69C007-229C-C0DA-DB5C-831BFADDA3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812" y="533399"/>
                <a:ext cx="11069638" cy="6143625"/>
              </a:xfrm>
              <a:blipFill>
                <a:blip r:embed="rId2"/>
                <a:stretch>
                  <a:fillRect l="-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54C082-7D5D-F394-4B6E-45795840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3F176F-5771-5DAC-C6AF-84914BD8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0538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1B3263-1CB7-8D1C-A0CC-FCF020A0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3E4357-B529-A588-13E3-9EEB6952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32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DAF6B954-53FD-8492-92F5-65C1C4BF2FB5}"/>
                  </a:ext>
                </a:extLst>
              </p:cNvPr>
              <p:cNvSpPr txBox="1"/>
              <p:nvPr/>
            </p:nvSpPr>
            <p:spPr>
              <a:xfrm>
                <a:off x="1425879" y="150376"/>
                <a:ext cx="10082016" cy="6331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 err="1"/>
                  <a:t>Discontinuité</a:t>
                </a:r>
                <a:r>
                  <a:rPr lang="en-CA" b="1" dirty="0"/>
                  <a:t> du spectre </a:t>
                </a:r>
                <a:r>
                  <a:rPr lang="en-CA" b="1" dirty="0" err="1"/>
                  <a:t>d’énergie</a:t>
                </a:r>
                <a:endParaRPr lang="en-CA" b="1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Le spectre des </a:t>
                </a:r>
                <a:r>
                  <a:rPr lang="en-CA" dirty="0" err="1"/>
                  <a:t>énergies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b="1" dirty="0" err="1"/>
                  <a:t>discret</a:t>
                </a:r>
                <a:r>
                  <a:rPr lang="en-CA" dirty="0"/>
                  <a:t> et </a:t>
                </a:r>
                <a:r>
                  <a:rPr lang="en-CA" b="1" dirty="0" err="1"/>
                  <a:t>quadratique</a:t>
                </a:r>
                <a:r>
                  <a:rPr lang="en-CA" dirty="0"/>
                  <a:t> </a:t>
                </a:r>
                <a:r>
                  <a:rPr lang="en-CA" dirty="0" err="1"/>
                  <a:t>en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Cela </a:t>
                </a:r>
                <a:r>
                  <a:rPr lang="en-CA" dirty="0" err="1"/>
                  <a:t>signifie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les </a:t>
                </a:r>
                <a:r>
                  <a:rPr lang="en-CA" dirty="0" err="1"/>
                  <a:t>niveaux</a:t>
                </a:r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</a:t>
                </a:r>
                <a:r>
                  <a:rPr lang="en-CA" b="1" dirty="0" err="1"/>
                  <a:t>inégalement</a:t>
                </a:r>
                <a:r>
                  <a:rPr lang="en-CA" b="1" dirty="0"/>
                  <a:t> </a:t>
                </a:r>
                <a:r>
                  <a:rPr lang="en-CA" b="1" dirty="0" err="1"/>
                  <a:t>espacés</a:t>
                </a:r>
                <a:r>
                  <a:rPr lang="en-CA" dirty="0"/>
                  <a:t> (plus </a:t>
                </a:r>
                <a:r>
                  <a:rPr lang="en-CA" dirty="0" err="1"/>
                  <a:t>espacés</a:t>
                </a:r>
                <a:r>
                  <a:rPr lang="en-CA" dirty="0"/>
                  <a:t> à </a:t>
                </a:r>
                <a:r>
                  <a:rPr lang="en-CA" dirty="0" err="1"/>
                  <a:t>basse</a:t>
                </a:r>
                <a:r>
                  <a:rPr lang="en-CA" dirty="0"/>
                  <a:t> </a:t>
                </a:r>
                <a:r>
                  <a:rPr lang="en-CA" dirty="0" err="1"/>
                  <a:t>énergie</a:t>
                </a:r>
                <a:r>
                  <a:rPr lang="en-CA" dirty="0"/>
                  <a:t>, plus </a:t>
                </a:r>
                <a:r>
                  <a:rPr lang="en-CA" dirty="0" err="1"/>
                  <a:t>denses</a:t>
                </a:r>
                <a:r>
                  <a:rPr lang="en-CA" dirty="0"/>
                  <a:t> à haute </a:t>
                </a:r>
                <a:r>
                  <a:rPr lang="en-CA" dirty="0" err="1"/>
                  <a:t>énergie</a:t>
                </a:r>
                <a:r>
                  <a:rPr lang="en-CA" dirty="0"/>
                  <a:t>) ;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entre deux </a:t>
                </a:r>
                <a:r>
                  <a:rPr lang="en-CA" dirty="0" err="1">
                    <a:highlight>
                      <a:srgbClr val="FFFF00"/>
                    </a:highlight>
                  </a:rPr>
                  <a:t>niveaux</a:t>
                </a:r>
                <a:r>
                  <a:rPr lang="en-CA" dirty="0">
                    <a:highlight>
                      <a:srgbClr val="FFFF00"/>
                    </a:highlight>
                  </a:rPr>
                  <a:t> </a:t>
                </a:r>
                <a:r>
                  <a:rPr lang="en-CA" dirty="0" err="1">
                    <a:highlight>
                      <a:srgbClr val="FFFF00"/>
                    </a:highlight>
                  </a:rPr>
                  <a:t>consécutifs</a:t>
                </a:r>
                <a:r>
                  <a:rPr lang="en-CA" dirty="0"/>
                  <a:t>, </a:t>
                </a:r>
                <a:r>
                  <a:rPr lang="en-CA" b="1" dirty="0" err="1"/>
                  <a:t>aucun</a:t>
                </a:r>
                <a:r>
                  <a:rPr lang="en-CA" b="1" dirty="0"/>
                  <a:t> état </a:t>
                </a:r>
                <a:r>
                  <a:rPr lang="en-CA" b="1" dirty="0" err="1"/>
                  <a:t>stationnaire</a:t>
                </a:r>
                <a:r>
                  <a:rPr lang="en-CA" dirty="0"/>
                  <a:t> </a:t>
                </a:r>
                <a:r>
                  <a:rPr lang="en-CA" dirty="0" err="1"/>
                  <a:t>n’est</a:t>
                </a:r>
                <a:r>
                  <a:rPr lang="en-CA" dirty="0"/>
                  <a:t> possible.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b="1" dirty="0" err="1"/>
                  <a:t>Conséquence</a:t>
                </a:r>
                <a:r>
                  <a:rPr lang="en-CA" b="1" dirty="0"/>
                  <a:t> :</a:t>
                </a:r>
                <a:br>
                  <a:rPr lang="en-CA" dirty="0"/>
                </a:br>
                <a:r>
                  <a:rPr lang="en-CA" dirty="0"/>
                  <a:t>Une transition d’un </a:t>
                </a:r>
                <a:r>
                  <a:rPr lang="en-CA" dirty="0" err="1"/>
                  <a:t>niveau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dirty="0"/>
                  <a:t>à un </a:t>
                </a:r>
                <a:r>
                  <a:rPr lang="en-CA" dirty="0" err="1"/>
                  <a:t>autre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CA" dirty="0"/>
                  <a:t>ne </a:t>
                </a:r>
                <a:r>
                  <a:rPr lang="en-CA" dirty="0" err="1"/>
                  <a:t>peut</a:t>
                </a:r>
                <a:r>
                  <a:rPr lang="en-CA" dirty="0"/>
                  <a:t> </a:t>
                </a:r>
                <a:r>
                  <a:rPr lang="en-CA" dirty="0" err="1"/>
                  <a:t>libérer</a:t>
                </a:r>
                <a:r>
                  <a:rPr lang="en-CA" dirty="0"/>
                  <a:t> </a:t>
                </a:r>
                <a:r>
                  <a:rPr lang="en-CA" dirty="0" err="1"/>
                  <a:t>ou</a:t>
                </a:r>
                <a:r>
                  <a:rPr lang="en-CA" dirty="0"/>
                  <a:t> absorber </a:t>
                </a:r>
                <a:r>
                  <a:rPr lang="en-CA" dirty="0" err="1"/>
                  <a:t>qu’un</a:t>
                </a:r>
                <a:r>
                  <a:rPr lang="en-CA" dirty="0"/>
                  <a:t> </a:t>
                </a:r>
                <a:r>
                  <a:rPr lang="en-CA" b="1" dirty="0"/>
                  <a:t>quantum </a:t>
                </a:r>
                <a:r>
                  <a:rPr lang="en-CA" b="1" dirty="0" err="1"/>
                  <a:t>d’énergie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</a:pPr>
                <a:r>
                  <a:rPr lang="en-CA" dirty="0" err="1"/>
                  <a:t>C’est</a:t>
                </a:r>
                <a:r>
                  <a:rPr lang="en-CA" dirty="0"/>
                  <a:t> </a:t>
                </a:r>
                <a:r>
                  <a:rPr lang="en-CA" dirty="0" err="1"/>
                  <a:t>ce</a:t>
                </a:r>
                <a:r>
                  <a:rPr lang="en-CA" dirty="0"/>
                  <a:t> </a:t>
                </a:r>
                <a:r>
                  <a:rPr lang="en-CA" dirty="0" err="1"/>
                  <a:t>principe</a:t>
                </a:r>
                <a:r>
                  <a:rPr lang="en-CA" dirty="0"/>
                  <a:t> qui </a:t>
                </a:r>
                <a:r>
                  <a:rPr lang="en-CA" dirty="0" err="1"/>
                  <a:t>fonde</a:t>
                </a:r>
                <a:r>
                  <a:rPr lang="en-CA" dirty="0"/>
                  <a:t> les spectres </a:t>
                </a:r>
                <a:r>
                  <a:rPr lang="en-CA" dirty="0" err="1"/>
                  <a:t>discrets</a:t>
                </a:r>
                <a:r>
                  <a:rPr lang="en-CA" dirty="0"/>
                  <a:t> </a:t>
                </a:r>
                <a:r>
                  <a:rPr lang="en-CA" dirty="0" err="1"/>
                  <a:t>d’émission</a:t>
                </a:r>
                <a:r>
                  <a:rPr lang="en-CA" dirty="0"/>
                  <a:t> et </a:t>
                </a:r>
                <a:r>
                  <a:rPr lang="en-CA" dirty="0" err="1"/>
                  <a:t>d’absorption</a:t>
                </a:r>
                <a:r>
                  <a:rPr lang="en-CA" dirty="0"/>
                  <a:t> </a:t>
                </a:r>
                <a:r>
                  <a:rPr lang="en-CA" dirty="0" err="1"/>
                  <a:t>observés</a:t>
                </a:r>
                <a:r>
                  <a:rPr lang="en-CA" dirty="0"/>
                  <a:t> </a:t>
                </a:r>
                <a:r>
                  <a:rPr lang="en-CA" dirty="0" err="1"/>
                  <a:t>en</a:t>
                </a:r>
                <a:r>
                  <a:rPr lang="en-CA" dirty="0"/>
                  <a:t> physique </a:t>
                </a:r>
                <a:r>
                  <a:rPr lang="en-CA" dirty="0" err="1"/>
                  <a:t>atomique</a:t>
                </a:r>
                <a:r>
                  <a:rPr lang="en-CA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CA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DAF6B954-53FD-8492-92F5-65C1C4BF2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879" y="150376"/>
                <a:ext cx="10082016" cy="6331733"/>
              </a:xfrm>
              <a:prstGeom prst="rect">
                <a:avLst/>
              </a:prstGeom>
              <a:blipFill>
                <a:blip r:embed="rId2"/>
                <a:stretch>
                  <a:fillRect l="-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662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F55845-246A-AEAF-52F2-158606DB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AEA931-58DB-9DB8-C9D2-CDA37283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33</a:t>
            </a:fld>
            <a:endParaRPr lang="en-CA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9EAC55D7-ADE2-E851-CA0F-987FF392BAB5}"/>
              </a:ext>
            </a:extLst>
          </p:cNvPr>
          <p:cNvGrpSpPr/>
          <p:nvPr/>
        </p:nvGrpSpPr>
        <p:grpSpPr>
          <a:xfrm>
            <a:off x="2105025" y="648258"/>
            <a:ext cx="8420100" cy="4589933"/>
            <a:chOff x="1590675" y="323880"/>
            <a:chExt cx="8420100" cy="4589933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0CB8FD8-D264-74E1-E154-4FD346C968DC}"/>
                </a:ext>
              </a:extLst>
            </p:cNvPr>
            <p:cNvSpPr txBox="1"/>
            <p:nvPr/>
          </p:nvSpPr>
          <p:spPr>
            <a:xfrm>
              <a:off x="1590675" y="323880"/>
              <a:ext cx="8420100" cy="44935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fr-FR" b="1" dirty="0"/>
                <a:t>Mécanique Classique vs Mécanique Quantique</a:t>
              </a:r>
            </a:p>
            <a:p>
              <a:pPr>
                <a:lnSpc>
                  <a:spcPts val="3000"/>
                </a:lnSpc>
              </a:pPr>
              <a:r>
                <a:rPr lang="fr-FR" dirty="0">
                  <a:highlight>
                    <a:srgbClr val="FFFF00"/>
                  </a:highlight>
                </a:rPr>
                <a:t>Mécanique Classique : </a:t>
              </a:r>
              <a:r>
                <a:rPr lang="fr-FR" dirty="0"/>
                <a:t>Énergies Continues</a:t>
              </a:r>
            </a:p>
            <a:p>
              <a:pPr>
                <a:lnSpc>
                  <a:spcPts val="3000"/>
                </a:lnSpc>
              </a:pPr>
              <a:r>
                <a:rPr lang="fr-FR" dirty="0"/>
                <a:t>Une particule (comme une balle de billard) peut avoir n'importe quelle énergie positive.</a:t>
              </a:r>
            </a:p>
            <a:p>
              <a:pPr>
                <a:lnSpc>
                  <a:spcPts val="3000"/>
                </a:lnSpc>
              </a:pPr>
              <a:r>
                <a:rPr lang="fr-FR" b="1" dirty="0"/>
                <a:t>Exemple :</a:t>
              </a:r>
              <a:r>
                <a:rPr lang="fr-FR" dirty="0"/>
                <a:t> Une balle de billard dans une boîte peut rouler à des vitesses différentes, générant une gamme continue d'énergies cinétiques.</a:t>
              </a:r>
            </a:p>
            <a:p>
              <a:pPr>
                <a:lnSpc>
                  <a:spcPts val="3000"/>
                </a:lnSpc>
              </a:pPr>
              <a:r>
                <a:rPr lang="fr-FR" dirty="0">
                  <a:highlight>
                    <a:srgbClr val="FFFF00"/>
                  </a:highlight>
                </a:rPr>
                <a:t>Mécanique Quantique : </a:t>
              </a:r>
              <a:r>
                <a:rPr lang="fr-FR" dirty="0"/>
                <a:t>Énergies Discrètes</a:t>
              </a:r>
            </a:p>
            <a:p>
              <a:pPr>
                <a:lnSpc>
                  <a:spcPts val="3000"/>
                </a:lnSpc>
              </a:pPr>
              <a:r>
                <a:rPr lang="fr-FR" dirty="0"/>
                <a:t>Une particule dans une boîte (comme un atome dans un potentiel atomique) ne peut occuper que des niveaux d'énergie spécifiques et discrètes.</a:t>
              </a:r>
            </a:p>
            <a:p>
              <a:endParaRPr lang="fr-FR" dirty="0"/>
            </a:p>
            <a:p>
              <a:endParaRPr lang="fr-FR" dirty="0"/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B60F7760-5AA2-8910-BE8C-8AB93B2ED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90027" y="4075496"/>
              <a:ext cx="3543795" cy="8383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7698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8467AD-6267-9E7A-6A53-55605401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956958-F161-AE52-F14A-09E28E7B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34</a:t>
            </a:fld>
            <a:endParaRPr lang="en-CA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CB9A9F9-71A6-59E4-D8CA-3DF473C9A8BB}"/>
              </a:ext>
            </a:extLst>
          </p:cNvPr>
          <p:cNvGrpSpPr/>
          <p:nvPr/>
        </p:nvGrpSpPr>
        <p:grpSpPr>
          <a:xfrm>
            <a:off x="1146959" y="787782"/>
            <a:ext cx="10264877" cy="4793388"/>
            <a:chOff x="1146959" y="787782"/>
            <a:chExt cx="10264877" cy="4793388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813479D7-6915-1216-3C41-3548AC838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6959" y="2542108"/>
              <a:ext cx="10264877" cy="3039062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945A117-4E60-5368-0D39-D5A9A4B2B495}"/>
                </a:ext>
              </a:extLst>
            </p:cNvPr>
            <p:cNvSpPr txBox="1"/>
            <p:nvPr/>
          </p:nvSpPr>
          <p:spPr>
            <a:xfrm>
              <a:off x="1904999" y="787782"/>
              <a:ext cx="9274277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Exemple : </a:t>
              </a:r>
              <a:r>
                <a:rPr lang="fr-FR" dirty="0">
                  <a:solidFill>
                    <a:prstClr val="black"/>
                  </a:solidFill>
                </a:rPr>
                <a:t>Atome d’Hydrogène </a:t>
              </a:r>
              <a:r>
                <a: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: Les niveaux d'énergie sont donnés par :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fr-FR" dirty="0">
                <a:solidFill>
                  <a:prstClr val="black"/>
                </a:solidFill>
                <a:latin typeface="Century Gothic" panose="020B0502020202020204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595C557A-8D39-E99D-3840-7D17D1068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3541" y="1308686"/>
              <a:ext cx="4039164" cy="847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6818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1946C6-EF71-0793-34EB-CAC6176F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3C8661-6A89-C5B3-1B67-65BB99AB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35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4BFC6E96-CF5C-A89A-A4B3-4E2968ECAAB0}"/>
                  </a:ext>
                </a:extLst>
              </p:cNvPr>
              <p:cNvSpPr txBox="1"/>
              <p:nvPr/>
            </p:nvSpPr>
            <p:spPr>
              <a:xfrm>
                <a:off x="1609724" y="644899"/>
                <a:ext cx="10050463" cy="5513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500"/>
                  </a:lnSpc>
                  <a:buNone/>
                </a:pPr>
                <a:r>
                  <a:rPr lang="en-CA" b="1" dirty="0"/>
                  <a:t>Rupture avec la physique </a:t>
                </a:r>
                <a:r>
                  <a:rPr lang="en-CA" b="1" dirty="0" err="1"/>
                  <a:t>classique</a:t>
                </a:r>
                <a:endParaRPr lang="en-CA" b="1" dirty="0"/>
              </a:p>
              <a:p>
                <a:pPr>
                  <a:lnSpc>
                    <a:spcPts val="2500"/>
                  </a:lnSpc>
                  <a:buNone/>
                </a:pPr>
                <a:r>
                  <a:rPr lang="en-CA" dirty="0"/>
                  <a:t>En </a:t>
                </a:r>
                <a:r>
                  <a:rPr lang="en-CA" dirty="0" err="1"/>
                  <a:t>mécanique</a:t>
                </a:r>
                <a:r>
                  <a:rPr lang="en-CA" dirty="0"/>
                  <a:t> </a:t>
                </a:r>
                <a:r>
                  <a:rPr lang="en-CA" dirty="0" err="1"/>
                  <a:t>classique</a:t>
                </a:r>
                <a:r>
                  <a:rPr lang="en-CA" dirty="0"/>
                  <a:t>,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dirty="0" err="1"/>
                  <a:t>particule</a:t>
                </a:r>
                <a:r>
                  <a:rPr lang="en-CA" dirty="0"/>
                  <a:t> </a:t>
                </a:r>
                <a:r>
                  <a:rPr lang="en-CA" dirty="0" err="1"/>
                  <a:t>confinée</a:t>
                </a:r>
                <a:r>
                  <a:rPr lang="en-CA" dirty="0"/>
                  <a:t> entre deux </a:t>
                </a:r>
                <a:r>
                  <a:rPr lang="en-CA" dirty="0" err="1"/>
                  <a:t>murs</a:t>
                </a:r>
                <a:r>
                  <a:rPr lang="en-CA" dirty="0"/>
                  <a:t> </a:t>
                </a:r>
                <a:r>
                  <a:rPr lang="en-CA" dirty="0" err="1"/>
                  <a:t>rebondit</a:t>
                </a:r>
                <a:r>
                  <a:rPr lang="en-CA" dirty="0"/>
                  <a:t> </a:t>
                </a:r>
                <a:r>
                  <a:rPr lang="en-CA" dirty="0" err="1"/>
                  <a:t>indéfiniment</a:t>
                </a:r>
                <a:r>
                  <a:rPr lang="en-CA" dirty="0"/>
                  <a:t> :</a:t>
                </a:r>
                <a:br>
                  <a:rPr lang="en-CA" dirty="0"/>
                </a:br>
                <a:r>
                  <a:rPr lang="en-CA" dirty="0" err="1"/>
                  <a:t>elle</a:t>
                </a:r>
                <a:r>
                  <a:rPr lang="en-CA" dirty="0"/>
                  <a:t> </a:t>
                </a:r>
                <a:r>
                  <a:rPr lang="en-CA" dirty="0" err="1"/>
                  <a:t>peut</a:t>
                </a:r>
                <a:r>
                  <a:rPr lang="en-CA" dirty="0"/>
                  <a:t> </a:t>
                </a:r>
                <a:r>
                  <a:rPr lang="en-CA" dirty="0" err="1"/>
                  <a:t>avoir</a:t>
                </a:r>
                <a:r>
                  <a:rPr lang="en-CA" dirty="0"/>
                  <a:t> </a:t>
                </a:r>
                <a:r>
                  <a:rPr lang="en-CA" b="1" dirty="0"/>
                  <a:t>toute </a:t>
                </a:r>
                <a:r>
                  <a:rPr lang="en-CA" b="1" dirty="0" err="1"/>
                  <a:t>énergie</a:t>
                </a:r>
                <a:r>
                  <a:rPr lang="en-CA" b="1" dirty="0"/>
                  <a:t> continue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, et </a:t>
                </a:r>
                <a:r>
                  <a:rPr lang="en-CA" dirty="0" err="1"/>
                  <a:t>sa</a:t>
                </a:r>
                <a:r>
                  <a:rPr lang="en-CA" dirty="0"/>
                  <a:t> position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dirty="0" err="1"/>
                  <a:t>déterminée</a:t>
                </a:r>
                <a:r>
                  <a:rPr lang="en-CA" dirty="0"/>
                  <a:t> </a:t>
                </a:r>
                <a:r>
                  <a:rPr lang="en-CA" dirty="0" err="1"/>
                  <a:t>en</a:t>
                </a:r>
                <a:r>
                  <a:rPr lang="en-CA" dirty="0"/>
                  <a:t> </a:t>
                </a:r>
                <a:r>
                  <a:rPr lang="en-CA" dirty="0" err="1"/>
                  <a:t>fonction</a:t>
                </a:r>
                <a:r>
                  <a:rPr lang="en-CA" dirty="0"/>
                  <a:t> du temps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ts val="2500"/>
                  </a:lnSpc>
                  <a:buNone/>
                </a:pPr>
                <a:r>
                  <a:rPr lang="en-CA" dirty="0"/>
                  <a:t>En </a:t>
                </a:r>
                <a:r>
                  <a:rPr lang="en-CA" dirty="0" err="1"/>
                  <a:t>mécanique</a:t>
                </a:r>
                <a:r>
                  <a:rPr lang="en-CA" dirty="0"/>
                  <a:t> </a:t>
                </a:r>
                <a:r>
                  <a:rPr lang="en-CA" dirty="0" err="1"/>
                  <a:t>quantique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25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La </a:t>
                </a:r>
                <a:r>
                  <a:rPr lang="en-CA" dirty="0" err="1"/>
                  <a:t>particule</a:t>
                </a:r>
                <a:r>
                  <a:rPr lang="en-CA" dirty="0"/>
                  <a:t> </a:t>
                </a:r>
                <a:r>
                  <a:rPr lang="en-CA" b="1" dirty="0" err="1"/>
                  <a:t>n’a</a:t>
                </a:r>
                <a:r>
                  <a:rPr lang="en-CA" b="1" dirty="0"/>
                  <a:t> pas de </a:t>
                </a:r>
                <a:r>
                  <a:rPr lang="en-CA" b="1" dirty="0" err="1"/>
                  <a:t>trajectoire</a:t>
                </a:r>
                <a:r>
                  <a:rPr lang="en-CA" dirty="0"/>
                  <a:t> ; la notion de “chemin”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dirty="0" err="1"/>
                  <a:t>remplacée</a:t>
                </a:r>
                <a:r>
                  <a:rPr lang="en-CA" dirty="0"/>
                  <a:t> par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b="1" dirty="0"/>
                  <a:t>distribution de </a:t>
                </a:r>
                <a:r>
                  <a:rPr lang="en-CA" b="1" dirty="0" err="1"/>
                  <a:t>probabilité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25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</a:t>
                </a:r>
                <a:r>
                  <a:rPr lang="en-CA" dirty="0" err="1"/>
                  <a:t>L’énergie</a:t>
                </a:r>
                <a:r>
                  <a:rPr lang="en-CA" dirty="0"/>
                  <a:t> </a:t>
                </a:r>
                <a:r>
                  <a:rPr lang="en-CA" b="1" dirty="0" err="1"/>
                  <a:t>n’est</a:t>
                </a:r>
                <a:r>
                  <a:rPr lang="en-CA" b="1" dirty="0"/>
                  <a:t> pas continue</a:t>
                </a:r>
                <a:r>
                  <a:rPr lang="en-CA" dirty="0"/>
                  <a:t>, </a:t>
                </a:r>
                <a:r>
                  <a:rPr lang="en-CA" dirty="0" err="1"/>
                  <a:t>mais</a:t>
                </a:r>
                <a:r>
                  <a:rPr lang="en-CA" dirty="0"/>
                  <a:t> </a:t>
                </a:r>
                <a:r>
                  <a:rPr lang="en-CA" dirty="0" err="1"/>
                  <a:t>prend</a:t>
                </a:r>
                <a:r>
                  <a:rPr lang="en-CA" dirty="0"/>
                  <a:t> des </a:t>
                </a:r>
                <a:r>
                  <a:rPr lang="en-CA" b="1" dirty="0" err="1"/>
                  <a:t>valeurs</a:t>
                </a:r>
                <a:r>
                  <a:rPr lang="en-CA" b="1" dirty="0"/>
                  <a:t> </a:t>
                </a:r>
                <a:r>
                  <a:rPr lang="en-CA" b="1" dirty="0" err="1"/>
                  <a:t>discrètes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25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Le </a:t>
                </a:r>
                <a:r>
                  <a:rPr lang="en-CA" b="1" dirty="0" err="1"/>
                  <a:t>principe</a:t>
                </a:r>
                <a:r>
                  <a:rPr lang="en-CA" b="1" dirty="0"/>
                  <a:t> </a:t>
                </a:r>
                <a:r>
                  <a:rPr lang="en-CA" b="1" dirty="0" err="1"/>
                  <a:t>d’incertitude</a:t>
                </a:r>
                <a:r>
                  <a:rPr lang="en-CA" dirty="0"/>
                  <a:t> </a:t>
                </a:r>
                <a:r>
                  <a:rPr lang="en-CA" dirty="0" err="1"/>
                  <a:t>interdit</a:t>
                </a:r>
                <a:r>
                  <a:rPr lang="en-CA" dirty="0"/>
                  <a:t> de </a:t>
                </a:r>
                <a:r>
                  <a:rPr lang="en-CA" dirty="0" err="1"/>
                  <a:t>connaître</a:t>
                </a:r>
                <a:r>
                  <a:rPr lang="en-CA" dirty="0"/>
                  <a:t> </a:t>
                </a:r>
                <a:r>
                  <a:rPr lang="en-CA" dirty="0" err="1"/>
                  <a:t>simultanément</a:t>
                </a:r>
                <a:r>
                  <a:rPr lang="en-CA" dirty="0"/>
                  <a:t> position et impulsion avec </a:t>
                </a:r>
                <a:r>
                  <a:rPr lang="en-CA" dirty="0" err="1"/>
                  <a:t>précision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25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l-GR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l-GR" b="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b="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l-GR" b="0" i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b="0" dirty="0"/>
              </a:p>
              <a:p>
                <a:pPr>
                  <a:lnSpc>
                    <a:spcPts val="25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Dans le </a:t>
                </a:r>
                <a:r>
                  <a:rPr lang="en-CA" dirty="0" err="1"/>
                  <a:t>puits</a:t>
                </a:r>
                <a:r>
                  <a:rPr lang="en-CA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l-GR" i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l-GR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l-GR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l-GR" dirty="0"/>
                  <a:t>, </a:t>
                </a:r>
                <a:r>
                  <a:rPr lang="en-CA" dirty="0" err="1"/>
                  <a:t>donc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l-GR" i="0">
                        <a:latin typeface="Cambria Math" panose="02040503050406030204" pitchFamily="18" charset="0"/>
                      </a:rPr>
                      <m:t>≳</m:t>
                    </m:r>
                    <m:r>
                      <a:rPr lang="el-GR" i="0">
                        <a:latin typeface="Cambria Math" panose="02040503050406030204" pitchFamily="18" charset="0"/>
                      </a:rPr>
                      <m:t>ℏ</m:t>
                    </m:r>
                    <m:r>
                      <a:rPr lang="el-GR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l-GR" dirty="0"/>
                  <a:t>.</a:t>
                </a:r>
                <a:br>
                  <a:rPr lang="el-GR" dirty="0"/>
                </a:br>
                <a:r>
                  <a:rPr lang="en-CA" dirty="0"/>
                  <a:t>Cela </a:t>
                </a:r>
                <a:r>
                  <a:rPr lang="en-CA" dirty="0" err="1"/>
                  <a:t>explique</a:t>
                </a:r>
                <a:r>
                  <a:rPr lang="en-CA" dirty="0"/>
                  <a:t> </a:t>
                </a:r>
                <a:r>
                  <a:rPr lang="en-CA" dirty="0" err="1"/>
                  <a:t>pourquoi</a:t>
                </a:r>
                <a:r>
                  <a:rPr lang="en-CA" dirty="0"/>
                  <a:t> le </a:t>
                </a:r>
                <a:r>
                  <a:rPr lang="en-CA" dirty="0" err="1"/>
                  <a:t>niveau</a:t>
                </a:r>
                <a:r>
                  <a:rPr lang="en-CA" dirty="0"/>
                  <a:t> </a:t>
                </a:r>
                <a:r>
                  <a:rPr lang="en-CA" dirty="0" err="1"/>
                  <a:t>fondamental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b="1" dirty="0"/>
                  <a:t>non </a:t>
                </a:r>
                <a:r>
                  <a:rPr lang="en-CA" b="1" dirty="0" err="1"/>
                  <a:t>nul</a:t>
                </a:r>
                <a:r>
                  <a:rPr lang="en-CA" dirty="0"/>
                  <a:t> : la </a:t>
                </a:r>
                <a:r>
                  <a:rPr lang="en-CA" dirty="0" err="1"/>
                  <a:t>particule</a:t>
                </a:r>
                <a:r>
                  <a:rPr lang="en-CA" dirty="0"/>
                  <a:t> ne </a:t>
                </a:r>
                <a:r>
                  <a:rPr lang="en-CA" dirty="0" err="1"/>
                  <a:t>peut</a:t>
                </a:r>
                <a:r>
                  <a:rPr lang="en-CA" dirty="0"/>
                  <a:t> </a:t>
                </a:r>
                <a:r>
                  <a:rPr lang="en-CA" dirty="0" err="1"/>
                  <a:t>être</a:t>
                </a:r>
                <a:r>
                  <a:rPr lang="en-CA" dirty="0"/>
                  <a:t> </a:t>
                </a:r>
                <a:r>
                  <a:rPr lang="en-CA" dirty="0" err="1"/>
                  <a:t>parfaitement</a:t>
                </a:r>
                <a:r>
                  <a:rPr lang="en-CA" dirty="0"/>
                  <a:t> immobile (</a:t>
                </a:r>
                <a:r>
                  <a:rPr lang="en-CA" dirty="0" err="1"/>
                  <a:t>sinon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violeraient</a:t>
                </a:r>
                <a:r>
                  <a:rPr lang="en-CA" dirty="0"/>
                  <a:t> le </a:t>
                </a:r>
                <a:r>
                  <a:rPr lang="en-CA" dirty="0" err="1"/>
                  <a:t>principe</a:t>
                </a:r>
                <a:r>
                  <a:rPr lang="en-CA" dirty="0"/>
                  <a:t> de Heisenberg).</a:t>
                </a:r>
              </a:p>
              <a:p>
                <a:pPr>
                  <a:lnSpc>
                    <a:spcPts val="2500"/>
                  </a:lnSpc>
                  <a:buNone/>
                </a:pPr>
                <a:r>
                  <a:rPr lang="en-CA" dirty="0" err="1"/>
                  <a:t>Ainsi</a:t>
                </a:r>
                <a:r>
                  <a:rPr lang="en-CA" dirty="0"/>
                  <a:t>, la quantification et le </a:t>
                </a:r>
                <a:r>
                  <a:rPr lang="en-CA" dirty="0" err="1"/>
                  <a:t>principe</a:t>
                </a:r>
                <a:r>
                  <a:rPr lang="en-CA" dirty="0"/>
                  <a:t> </a:t>
                </a:r>
                <a:r>
                  <a:rPr lang="en-CA" dirty="0" err="1"/>
                  <a:t>d’incertitude</a:t>
                </a:r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</a:t>
                </a:r>
                <a:r>
                  <a:rPr lang="en-CA" b="1" dirty="0" err="1"/>
                  <a:t>étroitement</a:t>
                </a:r>
                <a:r>
                  <a:rPr lang="en-CA" b="1" dirty="0"/>
                  <a:t> </a:t>
                </a:r>
                <a:r>
                  <a:rPr lang="en-CA" b="1" dirty="0" err="1"/>
                  <a:t>liés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2500"/>
                  </a:lnSpc>
                  <a:buNone/>
                </a:pPr>
                <a:r>
                  <a:rPr lang="en-CA" dirty="0"/>
                  <a:t>La </a:t>
                </a:r>
                <a:r>
                  <a:rPr lang="en-CA" dirty="0" err="1"/>
                  <a:t>contrainte</a:t>
                </a:r>
                <a:r>
                  <a:rPr lang="en-CA" dirty="0"/>
                  <a:t> de confinement </a:t>
                </a:r>
                <a:r>
                  <a:rPr lang="en-CA" dirty="0" err="1"/>
                  <a:t>augmente</a:t>
                </a:r>
                <a:r>
                  <a:rPr lang="en-CA" dirty="0"/>
                  <a:t> la </a:t>
                </a:r>
                <a:r>
                  <a:rPr lang="en-CA" dirty="0" err="1"/>
                  <a:t>précision</a:t>
                </a:r>
                <a:r>
                  <a:rPr lang="en-CA" dirty="0"/>
                  <a:t> sur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dirty="0"/>
                  <a:t>, </a:t>
                </a:r>
                <a:r>
                  <a:rPr lang="en-CA" dirty="0" err="1"/>
                  <a:t>donc</a:t>
                </a:r>
                <a:r>
                  <a:rPr lang="en-CA" dirty="0"/>
                  <a:t> la dispersion sur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CA" dirty="0"/>
                  <a:t>, </a:t>
                </a:r>
                <a:r>
                  <a:rPr lang="en-CA" dirty="0" err="1"/>
                  <a:t>ce</a:t>
                </a:r>
                <a:r>
                  <a:rPr lang="en-CA" dirty="0"/>
                  <a:t> qui </a:t>
                </a:r>
                <a:r>
                  <a:rPr lang="en-CA" dirty="0" err="1"/>
                  <a:t>crée</a:t>
                </a:r>
                <a:r>
                  <a:rPr lang="en-CA" dirty="0"/>
                  <a:t>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dirty="0" err="1"/>
                  <a:t>énergie</a:t>
                </a:r>
                <a:r>
                  <a:rPr lang="en-CA" dirty="0"/>
                  <a:t> </a:t>
                </a:r>
                <a:r>
                  <a:rPr lang="en-CA" dirty="0" err="1"/>
                  <a:t>minimale</a:t>
                </a:r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4BFC6E96-CF5C-A89A-A4B3-4E2968ECA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4" y="644899"/>
                <a:ext cx="10050463" cy="5513625"/>
              </a:xfrm>
              <a:prstGeom prst="rect">
                <a:avLst/>
              </a:prstGeom>
              <a:blipFill>
                <a:blip r:embed="rId2"/>
                <a:stretch>
                  <a:fillRect l="-485" t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767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EC9087-45BE-4971-9E6B-5C1911F4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904EE5-E389-C8AE-9C97-BE5F945C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36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2E438D7A-F745-B994-A2BA-65F931B76774}"/>
                  </a:ext>
                </a:extLst>
              </p:cNvPr>
              <p:cNvSpPr txBox="1"/>
              <p:nvPr/>
            </p:nvSpPr>
            <p:spPr>
              <a:xfrm>
                <a:off x="1562100" y="357167"/>
                <a:ext cx="10248900" cy="5451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000"/>
                  </a:lnSpc>
                  <a:buNone/>
                </a:pPr>
                <a:r>
                  <a:rPr lang="en-CA" b="1" dirty="0"/>
                  <a:t>Rôle de la </a:t>
                </a:r>
                <a:r>
                  <a:rPr lang="en-CA" b="1" dirty="0" err="1"/>
                  <a:t>fonction</a:t>
                </a:r>
                <a:r>
                  <a:rPr lang="en-CA" b="1" dirty="0"/>
                  <a:t> </a:t>
                </a:r>
                <a:r>
                  <a:rPr lang="en-CA" b="1" dirty="0" err="1"/>
                  <a:t>d’onde</a:t>
                </a:r>
                <a:r>
                  <a:rPr lang="en-CA" b="1" dirty="0"/>
                  <a:t> — </a:t>
                </a:r>
                <a:r>
                  <a:rPr lang="en-CA" b="1" dirty="0" err="1"/>
                  <a:t>Interprétation</a:t>
                </a:r>
                <a:r>
                  <a:rPr lang="en-CA" b="1" dirty="0"/>
                  <a:t> </a:t>
                </a:r>
                <a:r>
                  <a:rPr lang="en-CA" b="1" dirty="0" err="1"/>
                  <a:t>probabiliste</a:t>
                </a:r>
                <a:endParaRPr lang="en-CA" b="1" dirty="0"/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/>
                  <a:t>La </a:t>
                </a:r>
                <a:r>
                  <a:rPr lang="en-CA" dirty="0" err="1"/>
                  <a:t>fonction</a:t>
                </a:r>
                <a:r>
                  <a:rPr lang="en-CA" dirty="0"/>
                  <a:t> </a:t>
                </a:r>
                <a:r>
                  <a:rPr lang="en-CA" dirty="0" err="1"/>
                  <a:t>d’onde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/>
                  <a:t>ne </a:t>
                </a:r>
                <a:r>
                  <a:rPr lang="en-CA" dirty="0" err="1"/>
                  <a:t>décrit</a:t>
                </a:r>
                <a:r>
                  <a:rPr lang="en-CA" dirty="0"/>
                  <a:t> </a:t>
                </a:r>
                <a:r>
                  <a:rPr lang="en-CA" b="1" dirty="0"/>
                  <a:t>pas </a:t>
                </a:r>
                <a:r>
                  <a:rPr lang="en-CA" b="1" dirty="0" err="1"/>
                  <a:t>une</a:t>
                </a:r>
                <a:r>
                  <a:rPr lang="en-CA" b="1" dirty="0"/>
                  <a:t> position </a:t>
                </a:r>
                <a:r>
                  <a:rPr lang="en-CA" b="1" dirty="0" err="1"/>
                  <a:t>précise</a:t>
                </a:r>
                <a:r>
                  <a:rPr lang="en-CA" dirty="0"/>
                  <a:t>, </a:t>
                </a:r>
                <a:r>
                  <a:rPr lang="en-CA" dirty="0" err="1"/>
                  <a:t>mais</a:t>
                </a:r>
                <a:r>
                  <a:rPr lang="en-CA" dirty="0"/>
                  <a:t>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b="1" dirty="0"/>
                  <a:t>amplitude de </a:t>
                </a:r>
                <a:r>
                  <a:rPr lang="en-CA" b="1" dirty="0" err="1"/>
                  <a:t>probabilité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La grandeur </a:t>
                </a:r>
                <a:r>
                  <a:rPr lang="en-CA" dirty="0" err="1"/>
                  <a:t>mesurable</a:t>
                </a:r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 : la </a:t>
                </a:r>
                <a:r>
                  <a:rPr lang="en-CA" b="1" dirty="0" err="1"/>
                  <a:t>densité</a:t>
                </a:r>
                <a:r>
                  <a:rPr lang="en-CA" b="1" dirty="0"/>
                  <a:t> de </a:t>
                </a:r>
                <a:r>
                  <a:rPr lang="en-CA" b="1" dirty="0" err="1"/>
                  <a:t>probabilité</a:t>
                </a:r>
                <a:r>
                  <a:rPr lang="en-CA" b="1" dirty="0"/>
                  <a:t> de </a:t>
                </a:r>
                <a:r>
                  <a:rPr lang="en-CA" b="1" dirty="0" err="1"/>
                  <a:t>présence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/>
                  <a:t>Pour la </a:t>
                </a:r>
                <a:r>
                  <a:rPr lang="en-CA" dirty="0" err="1"/>
                  <a:t>particule</a:t>
                </a:r>
                <a:r>
                  <a:rPr lang="en-CA" dirty="0"/>
                  <a:t> dans la </a:t>
                </a:r>
                <a:r>
                  <a:rPr lang="en-CA" dirty="0" err="1"/>
                  <a:t>boîte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3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(</a:t>
                </a:r>
                <a:r>
                  <a:rPr lang="en-CA" dirty="0"/>
                  <a:t> état </a:t>
                </a:r>
                <a:r>
                  <a:rPr lang="en-CA" dirty="0" err="1"/>
                  <a:t>fondamental</a:t>
                </a:r>
                <a:r>
                  <a:rPr lang="en-CA" dirty="0"/>
                  <a:t>) a un </a:t>
                </a:r>
                <a:r>
                  <a:rPr lang="en-CA" b="1" dirty="0"/>
                  <a:t>maximum au centre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CA" dirty="0"/>
                  <a:t>: la </a:t>
                </a:r>
                <a:r>
                  <a:rPr lang="en-CA" dirty="0" err="1"/>
                  <a:t>particule</a:t>
                </a:r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plus susceptible </a:t>
                </a:r>
                <a:r>
                  <a:rPr lang="en-CA" dirty="0" err="1"/>
                  <a:t>d’y</a:t>
                </a:r>
                <a:r>
                  <a:rPr lang="en-CA" dirty="0"/>
                  <a:t> </a:t>
                </a:r>
                <a:r>
                  <a:rPr lang="en-CA" dirty="0" err="1"/>
                  <a:t>être</a:t>
                </a:r>
                <a:r>
                  <a:rPr lang="en-CA" dirty="0"/>
                  <a:t> </a:t>
                </a:r>
                <a:r>
                  <a:rPr lang="en-CA" dirty="0" err="1"/>
                  <a:t>trouvée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Pour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, on observe des </a:t>
                </a:r>
                <a:r>
                  <a:rPr lang="en-CA" b="1" dirty="0" err="1"/>
                  <a:t>nœuds</a:t>
                </a:r>
                <a:r>
                  <a:rPr lang="en-CA" dirty="0"/>
                  <a:t> (zones </a:t>
                </a:r>
                <a:r>
                  <a:rPr lang="en-CA" dirty="0" err="1"/>
                  <a:t>où</a:t>
                </a:r>
                <a:r>
                  <a:rPr lang="en-CA" dirty="0"/>
                  <a:t> la </a:t>
                </a:r>
                <a:r>
                  <a:rPr lang="en-CA" dirty="0" err="1"/>
                  <a:t>probabilité</a:t>
                </a:r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dirty="0" err="1"/>
                  <a:t>nulle</a:t>
                </a:r>
                <a:r>
                  <a:rPr lang="en-CA" dirty="0"/>
                  <a:t>) : </a:t>
                </a:r>
                <a:r>
                  <a:rPr lang="en-CA" dirty="0" err="1"/>
                  <a:t>ce</a:t>
                </a:r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les points </a:t>
                </a:r>
                <a:r>
                  <a:rPr lang="en-CA" dirty="0" err="1"/>
                  <a:t>où</a:t>
                </a:r>
                <a:r>
                  <a:rPr lang="en-CA" dirty="0"/>
                  <a:t> la </a:t>
                </a:r>
                <a:r>
                  <a:rPr lang="en-CA" dirty="0" err="1"/>
                  <a:t>particule</a:t>
                </a:r>
                <a:r>
                  <a:rPr lang="en-CA" dirty="0"/>
                  <a:t> </a:t>
                </a:r>
                <a:r>
                  <a:rPr lang="en-CA" b="1" dirty="0"/>
                  <a:t>ne </a:t>
                </a:r>
                <a:r>
                  <a:rPr lang="en-CA" b="1" dirty="0" err="1"/>
                  <a:t>peut</a:t>
                </a:r>
                <a:r>
                  <a:rPr lang="en-CA" b="1" dirty="0"/>
                  <a:t> jamais </a:t>
                </a:r>
                <a:r>
                  <a:rPr lang="en-CA" b="1" dirty="0" err="1"/>
                  <a:t>être</a:t>
                </a:r>
                <a:r>
                  <a:rPr lang="en-CA" b="1" dirty="0"/>
                  <a:t> </a:t>
                </a:r>
                <a:r>
                  <a:rPr lang="en-CA" b="1" dirty="0" err="1"/>
                  <a:t>détectée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CA" dirty="0" err="1"/>
                  <a:t>Ces</a:t>
                </a:r>
                <a:r>
                  <a:rPr lang="en-CA" dirty="0"/>
                  <a:t> </a:t>
                </a:r>
                <a:r>
                  <a:rPr lang="en-CA" dirty="0" err="1"/>
                  <a:t>nœuds</a:t>
                </a:r>
                <a:r>
                  <a:rPr lang="en-CA" dirty="0"/>
                  <a:t> ne </a:t>
                </a:r>
                <a:r>
                  <a:rPr lang="en-CA" dirty="0" err="1"/>
                  <a:t>signifient</a:t>
                </a:r>
                <a:r>
                  <a:rPr lang="en-CA" dirty="0"/>
                  <a:t> pas </a:t>
                </a:r>
                <a:r>
                  <a:rPr lang="en-CA" dirty="0" err="1"/>
                  <a:t>que</a:t>
                </a:r>
                <a:r>
                  <a:rPr lang="en-CA" dirty="0"/>
                  <a:t> la </a:t>
                </a:r>
                <a:r>
                  <a:rPr lang="en-CA" dirty="0" err="1"/>
                  <a:t>particule</a:t>
                </a:r>
                <a:r>
                  <a:rPr lang="en-CA" dirty="0"/>
                  <a:t> “</a:t>
                </a:r>
                <a:r>
                  <a:rPr lang="en-CA" dirty="0" err="1"/>
                  <a:t>rebondit</a:t>
                </a:r>
                <a:r>
                  <a:rPr lang="en-CA" dirty="0"/>
                  <a:t>” </a:t>
                </a:r>
                <a:r>
                  <a:rPr lang="en-CA" dirty="0" err="1"/>
                  <a:t>ou</a:t>
                </a:r>
                <a:r>
                  <a:rPr lang="en-CA" dirty="0"/>
                  <a:t> “</a:t>
                </a:r>
                <a:r>
                  <a:rPr lang="en-CA" dirty="0" err="1"/>
                  <a:t>s’arrête</a:t>
                </a:r>
                <a:r>
                  <a:rPr lang="en-CA" dirty="0"/>
                  <a:t>” : </a:t>
                </a:r>
                <a:r>
                  <a:rPr lang="en-CA" dirty="0" err="1"/>
                  <a:t>ils</a:t>
                </a:r>
                <a:r>
                  <a:rPr lang="en-CA" dirty="0"/>
                  <a:t> </a:t>
                </a:r>
                <a:r>
                  <a:rPr lang="en-CA" dirty="0" err="1"/>
                  <a:t>expriment</a:t>
                </a:r>
                <a:r>
                  <a:rPr lang="en-CA" dirty="0"/>
                  <a:t> </a:t>
                </a:r>
                <a:r>
                  <a:rPr lang="en-CA" dirty="0" err="1"/>
                  <a:t>l’</a:t>
                </a:r>
                <a:r>
                  <a:rPr lang="en-CA" b="1" dirty="0" err="1"/>
                  <a:t>interférence</a:t>
                </a:r>
                <a:r>
                  <a:rPr lang="en-CA" b="1" dirty="0"/>
                  <a:t> destructive</a:t>
                </a:r>
                <a:r>
                  <a:rPr lang="en-CA" dirty="0"/>
                  <a:t> des </a:t>
                </a:r>
                <a:r>
                  <a:rPr lang="en-CA" dirty="0" err="1"/>
                  <a:t>composantes</a:t>
                </a:r>
                <a:r>
                  <a:rPr lang="en-CA" dirty="0"/>
                  <a:t> </a:t>
                </a:r>
                <a:r>
                  <a:rPr lang="en-CA" dirty="0" err="1"/>
                  <a:t>d’onde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sz="2400" dirty="0">
                    <a:latin typeface="Blackadder ITC" panose="04020505051007020D02" pitchFamily="82" charset="0"/>
                  </a:rPr>
                  <a:t>Le concept central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est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donc</a:t>
                </a:r>
                <a:r>
                  <a:rPr lang="en-CA" sz="2400" dirty="0">
                    <a:latin typeface="Blackadder ITC" panose="04020505051007020D02" pitchFamily="82" charset="0"/>
                  </a:rPr>
                  <a:t> :</a:t>
                </a:r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sz="2400" dirty="0">
                    <a:latin typeface="Blackadder ITC" panose="04020505051007020D02" pitchFamily="82" charset="0"/>
                  </a:rPr>
                  <a:t>La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mécanique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quantique</a:t>
                </a:r>
                <a:r>
                  <a:rPr lang="en-CA" sz="2400" dirty="0">
                    <a:latin typeface="Blackadder ITC" panose="04020505051007020D02" pitchFamily="82" charset="0"/>
                  </a:rPr>
                  <a:t> ne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décrit</a:t>
                </a:r>
                <a:r>
                  <a:rPr lang="en-CA" sz="2400" dirty="0">
                    <a:latin typeface="Blackadder ITC" panose="04020505051007020D02" pitchFamily="82" charset="0"/>
                  </a:rPr>
                  <a:t> pas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ce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que</a:t>
                </a:r>
                <a:r>
                  <a:rPr lang="en-CA" sz="2400" dirty="0">
                    <a:latin typeface="Blackadder ITC" panose="04020505051007020D02" pitchFamily="82" charset="0"/>
                  </a:rPr>
                  <a:t> la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particule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i="1" dirty="0">
                    <a:latin typeface="Blackadder ITC" panose="04020505051007020D02" pitchFamily="82" charset="0"/>
                  </a:rPr>
                  <a:t>fait</a:t>
                </a:r>
                <a:r>
                  <a:rPr lang="en-CA" sz="2400" dirty="0">
                    <a:latin typeface="Blackadder ITC" panose="04020505051007020D02" pitchFamily="82" charset="0"/>
                  </a:rPr>
                  <a:t>,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mais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ce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qu’on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i="1" dirty="0" err="1">
                    <a:latin typeface="Blackadder ITC" panose="04020505051007020D02" pitchFamily="82" charset="0"/>
                  </a:rPr>
                  <a:t>peut</a:t>
                </a:r>
                <a:r>
                  <a:rPr lang="en-CA" sz="2400" i="1" dirty="0">
                    <a:latin typeface="Blackadder ITC" panose="04020505051007020D02" pitchFamily="82" charset="0"/>
                  </a:rPr>
                  <a:t> observer</a:t>
                </a:r>
                <a:r>
                  <a:rPr lang="en-CA" sz="2400" dirty="0">
                    <a:latin typeface="Blackadder ITC" panose="04020505051007020D02" pitchFamily="82" charset="0"/>
                  </a:rPr>
                  <a:t> </a:t>
                </a:r>
                <a:r>
                  <a:rPr lang="en-CA" sz="2400" dirty="0" err="1">
                    <a:latin typeface="Blackadder ITC" panose="04020505051007020D02" pitchFamily="82" charset="0"/>
                  </a:rPr>
                  <a:t>d’elle</a:t>
                </a:r>
                <a:r>
                  <a:rPr lang="en-CA" sz="2400" dirty="0">
                    <a:latin typeface="Blackadder ITC" panose="04020505051007020D02" pitchFamily="8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2E438D7A-F745-B994-A2BA-65F931B76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357167"/>
                <a:ext cx="10248900" cy="5451492"/>
              </a:xfrm>
              <a:prstGeom prst="rect">
                <a:avLst/>
              </a:prstGeom>
              <a:blipFill>
                <a:blip r:embed="rId2"/>
                <a:stretch>
                  <a:fillRect l="-892" r="-357" b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826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3EBB0C-1439-4080-708B-51CBA0E3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B29276-3F7B-BDF4-A598-0E733613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37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DA8D58A8-36EE-B4F7-32A1-C0DBAD1130F4}"/>
                  </a:ext>
                </a:extLst>
              </p:cNvPr>
              <p:cNvSpPr txBox="1"/>
              <p:nvPr/>
            </p:nvSpPr>
            <p:spPr>
              <a:xfrm>
                <a:off x="1487488" y="150758"/>
                <a:ext cx="10172700" cy="4279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000"/>
                  </a:lnSpc>
                  <a:buNone/>
                </a:pPr>
                <a:r>
                  <a:rPr lang="en-CA" b="1" dirty="0"/>
                  <a:t>Transition </a:t>
                </a:r>
                <a:r>
                  <a:rPr lang="en-CA" b="1" dirty="0" err="1"/>
                  <a:t>vers</a:t>
                </a:r>
                <a:r>
                  <a:rPr lang="en-CA" b="1" dirty="0"/>
                  <a:t> la </a:t>
                </a:r>
                <a:r>
                  <a:rPr lang="en-CA" b="1" dirty="0" err="1"/>
                  <a:t>limite</a:t>
                </a:r>
                <a:r>
                  <a:rPr lang="en-CA" b="1" dirty="0"/>
                  <a:t> </a:t>
                </a:r>
                <a:r>
                  <a:rPr lang="en-CA" b="1" dirty="0" err="1"/>
                  <a:t>classique</a:t>
                </a:r>
                <a:endParaRPr lang="en-CA" b="1" dirty="0"/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/>
                  <a:t>Quand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 err="1"/>
                  <a:t>devient</a:t>
                </a:r>
                <a:r>
                  <a:rPr lang="en-CA" dirty="0"/>
                  <a:t> très grand :</a:t>
                </a:r>
              </a:p>
              <a:p>
                <a:pPr>
                  <a:lnSpc>
                    <a:spcPts val="3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CA" b="0" i="1">
                          <a:latin typeface="Cambria Math" panose="02040503050406030204" pitchFamily="18" charset="0"/>
                        </a:rPr>
                        <m:t>continuum</m:t>
                      </m:r>
                    </m:oMath>
                  </m:oMathPara>
                </a14:m>
                <a:endParaRPr lang="en-CA" b="0" dirty="0"/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/>
                  <a:t>et la </a:t>
                </a:r>
                <a:r>
                  <a:rPr lang="en-CA" dirty="0" err="1"/>
                  <a:t>densité</a:t>
                </a:r>
                <a:r>
                  <a:rPr lang="en-CA" dirty="0"/>
                  <a:t> de </a:t>
                </a:r>
                <a:r>
                  <a:rPr lang="en-CA" dirty="0" err="1"/>
                  <a:t>probabilité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 err="1"/>
                  <a:t>oscille</a:t>
                </a:r>
                <a:r>
                  <a:rPr lang="en-CA" dirty="0"/>
                  <a:t> </a:t>
                </a:r>
                <a:r>
                  <a:rPr lang="en-CA" dirty="0" err="1"/>
                  <a:t>rapidement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       </a:t>
                </a:r>
                <a:r>
                  <a:rPr lang="en-CA" dirty="0" err="1"/>
                  <a:t>sa</a:t>
                </a:r>
                <a:r>
                  <a:rPr lang="en-CA" dirty="0"/>
                  <a:t> </a:t>
                </a:r>
                <a:r>
                  <a:rPr lang="en-CA" dirty="0" err="1"/>
                  <a:t>moyenne</a:t>
                </a:r>
                <a:r>
                  <a:rPr lang="en-CA" dirty="0"/>
                  <a:t> </a:t>
                </a:r>
                <a:r>
                  <a:rPr lang="en-CA" dirty="0" err="1"/>
                  <a:t>spatiale</a:t>
                </a:r>
                <a:r>
                  <a:rPr lang="en-CA" dirty="0"/>
                  <a:t> tend </a:t>
                </a:r>
                <a:r>
                  <a:rPr lang="en-CA" dirty="0" err="1"/>
                  <a:t>vers</a:t>
                </a:r>
                <a:r>
                  <a:rPr lang="en-CA" dirty="0"/>
                  <a:t>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dirty="0" err="1"/>
                  <a:t>valeur</a:t>
                </a:r>
                <a:r>
                  <a:rPr lang="en-CA" dirty="0"/>
                  <a:t> </a:t>
                </a:r>
                <a:r>
                  <a:rPr lang="en-CA" dirty="0" err="1"/>
                  <a:t>constante</a:t>
                </a:r>
                <a:r>
                  <a:rPr lang="en-CA" dirty="0"/>
                  <a:t>,</a:t>
                </a:r>
              </a:p>
              <a:p>
                <a:pPr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       la </a:t>
                </a:r>
                <a:r>
                  <a:rPr lang="en-CA" dirty="0" err="1"/>
                  <a:t>probabilité</a:t>
                </a:r>
                <a:r>
                  <a:rPr lang="en-CA" dirty="0"/>
                  <a:t> de </a:t>
                </a:r>
                <a:r>
                  <a:rPr lang="en-CA" dirty="0" err="1"/>
                  <a:t>trouver</a:t>
                </a:r>
                <a:r>
                  <a:rPr lang="en-CA" dirty="0"/>
                  <a:t> la </a:t>
                </a:r>
                <a:r>
                  <a:rPr lang="en-CA" dirty="0" err="1"/>
                  <a:t>particule</a:t>
                </a:r>
                <a:r>
                  <a:rPr lang="en-CA" dirty="0"/>
                  <a:t> </a:t>
                </a:r>
                <a:r>
                  <a:rPr lang="en-CA" dirty="0" err="1"/>
                  <a:t>devient</a:t>
                </a:r>
                <a:r>
                  <a:rPr lang="en-CA" dirty="0"/>
                  <a:t> </a:t>
                </a:r>
                <a:r>
                  <a:rPr lang="en-CA" b="1" dirty="0" err="1"/>
                  <a:t>uniforme</a:t>
                </a:r>
                <a:r>
                  <a:rPr lang="en-CA" dirty="0"/>
                  <a:t> sur </a:t>
                </a:r>
                <a:r>
                  <a:rPr lang="en-CA" dirty="0" err="1"/>
                  <a:t>l’intervalle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ts val="3000"/>
                  </a:lnSpc>
                  <a:buNone/>
                </a:pPr>
                <a:r>
                  <a:rPr lang="ar-AE" dirty="0"/>
                  <a:t>→ </a:t>
                </a:r>
                <a:r>
                  <a:rPr lang="en-CA" dirty="0" err="1"/>
                  <a:t>C’est</a:t>
                </a:r>
                <a:r>
                  <a:rPr lang="en-CA" dirty="0"/>
                  <a:t> la </a:t>
                </a:r>
                <a:r>
                  <a:rPr lang="en-CA" b="1" dirty="0" err="1"/>
                  <a:t>limite</a:t>
                </a:r>
                <a:r>
                  <a:rPr lang="en-CA" b="1" dirty="0"/>
                  <a:t> </a:t>
                </a:r>
                <a:r>
                  <a:rPr lang="en-CA" b="1" dirty="0" err="1"/>
                  <a:t>classique</a:t>
                </a:r>
                <a:r>
                  <a:rPr lang="en-CA" dirty="0"/>
                  <a:t> : la </a:t>
                </a:r>
                <a:r>
                  <a:rPr lang="en-CA" dirty="0" err="1"/>
                  <a:t>particule</a:t>
                </a:r>
                <a:r>
                  <a:rPr lang="en-CA" dirty="0"/>
                  <a:t> se </a:t>
                </a:r>
                <a:r>
                  <a:rPr lang="en-CA" dirty="0" err="1"/>
                  <a:t>trouve</a:t>
                </a:r>
                <a:r>
                  <a:rPr lang="en-CA" dirty="0"/>
                  <a:t> avec la </a:t>
                </a:r>
                <a:r>
                  <a:rPr lang="en-CA" dirty="0" err="1"/>
                  <a:t>même</a:t>
                </a:r>
                <a:r>
                  <a:rPr lang="en-CA" dirty="0"/>
                  <a:t> </a:t>
                </a:r>
                <a:r>
                  <a:rPr lang="en-CA" dirty="0" err="1"/>
                  <a:t>probabilité</a:t>
                </a:r>
                <a:r>
                  <a:rPr lang="en-CA" dirty="0"/>
                  <a:t> </a:t>
                </a:r>
                <a:r>
                  <a:rPr lang="en-CA" dirty="0" err="1"/>
                  <a:t>partout</a:t>
                </a:r>
                <a:r>
                  <a:rPr lang="en-CA" dirty="0"/>
                  <a:t> dans la </a:t>
                </a:r>
                <a:r>
                  <a:rPr lang="en-CA" dirty="0" err="1"/>
                  <a:t>boîte</a:t>
                </a:r>
                <a:r>
                  <a:rPr lang="en-CA" dirty="0"/>
                  <a:t>, </a:t>
                </a:r>
                <a:r>
                  <a:rPr lang="en-CA" dirty="0" err="1"/>
                  <a:t>comme</a:t>
                </a:r>
                <a:r>
                  <a:rPr lang="en-CA" dirty="0"/>
                  <a:t> </a:t>
                </a:r>
                <a:r>
                  <a:rPr lang="en-CA" dirty="0" err="1"/>
                  <a:t>en</a:t>
                </a:r>
                <a:r>
                  <a:rPr lang="en-CA" dirty="0"/>
                  <a:t> </a:t>
                </a:r>
                <a:r>
                  <a:rPr lang="en-CA" dirty="0" err="1"/>
                  <a:t>mécanique</a:t>
                </a:r>
                <a:r>
                  <a:rPr lang="en-CA" dirty="0"/>
                  <a:t> </a:t>
                </a:r>
                <a:r>
                  <a:rPr lang="en-CA" dirty="0" err="1"/>
                  <a:t>classique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/>
                  <a:t>Cette transition </a:t>
                </a:r>
                <a:r>
                  <a:rPr lang="en-CA" dirty="0" err="1"/>
                  <a:t>illustre</a:t>
                </a:r>
                <a:r>
                  <a:rPr lang="en-CA" dirty="0"/>
                  <a:t> le </a:t>
                </a:r>
                <a:r>
                  <a:rPr lang="en-CA" b="1" dirty="0" err="1"/>
                  <a:t>principe</a:t>
                </a:r>
                <a:r>
                  <a:rPr lang="en-CA" b="1" dirty="0"/>
                  <a:t> de </a:t>
                </a:r>
                <a:r>
                  <a:rPr lang="en-CA" b="1" dirty="0" err="1"/>
                  <a:t>correspondance</a:t>
                </a:r>
                <a:r>
                  <a:rPr lang="en-CA" dirty="0"/>
                  <a:t> de Bohr :</a:t>
                </a:r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/>
                  <a:t>Pour des </a:t>
                </a:r>
                <a:r>
                  <a:rPr lang="en-CA" dirty="0" err="1"/>
                  <a:t>nombres</a:t>
                </a:r>
                <a:r>
                  <a:rPr lang="en-CA" dirty="0"/>
                  <a:t> </a:t>
                </a:r>
                <a:r>
                  <a:rPr lang="en-CA" dirty="0" err="1"/>
                  <a:t>quantiques</a:t>
                </a:r>
                <a:r>
                  <a:rPr lang="en-CA" dirty="0"/>
                  <a:t> </a:t>
                </a:r>
                <a:r>
                  <a:rPr lang="en-CA" dirty="0" err="1"/>
                  <a:t>élevés</a:t>
                </a:r>
                <a:r>
                  <a:rPr lang="en-CA" dirty="0"/>
                  <a:t>, la </a:t>
                </a:r>
                <a:r>
                  <a:rPr lang="en-CA" dirty="0" err="1"/>
                  <a:t>mécanique</a:t>
                </a:r>
                <a:r>
                  <a:rPr lang="en-CA" dirty="0"/>
                  <a:t> </a:t>
                </a:r>
                <a:r>
                  <a:rPr lang="en-CA" dirty="0" err="1"/>
                  <a:t>quantique</a:t>
                </a:r>
                <a:r>
                  <a:rPr lang="en-CA" dirty="0"/>
                  <a:t> </a:t>
                </a:r>
                <a:r>
                  <a:rPr lang="en-CA" dirty="0" err="1"/>
                  <a:t>reproduit</a:t>
                </a:r>
                <a:r>
                  <a:rPr lang="en-CA" dirty="0"/>
                  <a:t> les </a:t>
                </a:r>
                <a:r>
                  <a:rPr lang="en-CA" dirty="0" err="1"/>
                  <a:t>résultats</a:t>
                </a:r>
                <a:r>
                  <a:rPr lang="en-CA" dirty="0"/>
                  <a:t> de la physique </a:t>
                </a:r>
                <a:r>
                  <a:rPr lang="en-CA" dirty="0" err="1"/>
                  <a:t>classique</a:t>
                </a:r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DA8D58A8-36EE-B4F7-32A1-C0DBAD113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50758"/>
                <a:ext cx="10172700" cy="4279313"/>
              </a:xfrm>
              <a:prstGeom prst="rect">
                <a:avLst/>
              </a:prstGeom>
              <a:blipFill>
                <a:blip r:embed="rId2"/>
                <a:stretch>
                  <a:fillRect l="-539" b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5059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08BD5-9225-17B9-0425-63285B7D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5C8035-3CE2-52E1-B1FF-75150CFC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AF0EEC-6B61-4007-6EBB-FE292076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F7022F-CAD3-FB9B-CE54-1C0AF50C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0986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9D2585-13CA-7073-D029-950A6B55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1F3CBC-B760-E0B7-46CF-0445B2EA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39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6A560F6-6312-8B01-DDC1-0E1C852EDD86}"/>
                  </a:ext>
                </a:extLst>
              </p:cNvPr>
              <p:cNvSpPr txBox="1"/>
              <p:nvPr/>
            </p:nvSpPr>
            <p:spPr>
              <a:xfrm>
                <a:off x="1647824" y="459254"/>
                <a:ext cx="10125075" cy="5647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Rappel – </a:t>
                </a:r>
                <a:r>
                  <a:rPr lang="en-CA" b="1" dirty="0" err="1"/>
                  <a:t>Transformée</a:t>
                </a:r>
                <a:r>
                  <a:rPr lang="en-CA" b="1" dirty="0"/>
                  <a:t> de Fourier (continue)</a:t>
                </a:r>
              </a:p>
              <a:p>
                <a:pPr>
                  <a:buNone/>
                </a:pPr>
                <a:endParaRPr lang="en-CA" b="1" dirty="0"/>
              </a:p>
              <a:p>
                <a:pPr>
                  <a:lnSpc>
                    <a:spcPts val="3500"/>
                  </a:lnSpc>
                  <a:buNone/>
                </a:pPr>
                <a:r>
                  <a:rPr lang="en-CA" dirty="0" err="1"/>
                  <a:t>Soit</a:t>
                </a:r>
                <a:r>
                  <a:rPr lang="en-CA" dirty="0"/>
                  <a:t>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dirty="0" err="1"/>
                  <a:t>fonction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 err="1"/>
                  <a:t>définie</a:t>
                </a:r>
                <a:r>
                  <a:rPr lang="en-CA" dirty="0"/>
                  <a:t> sur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Sa </a:t>
                </a:r>
                <a:r>
                  <a:rPr lang="en-CA" b="1" dirty="0" err="1"/>
                  <a:t>transformée</a:t>
                </a:r>
                <a:r>
                  <a:rPr lang="en-CA" b="1" dirty="0"/>
                  <a:t> de Fourier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dirty="0" err="1"/>
                  <a:t>définie</a:t>
                </a:r>
                <a:r>
                  <a:rPr lang="en-CA" dirty="0"/>
                  <a:t> par :</a:t>
                </a:r>
              </a:p>
              <a:p>
                <a:pPr>
                  <a:lnSpc>
                    <a:spcPts val="3500"/>
                  </a:lnSpc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35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ar-AE" b="0" dirty="0"/>
              </a:p>
              <a:p>
                <a:pPr>
                  <a:lnSpc>
                    <a:spcPts val="3500"/>
                  </a:lnSpc>
                  <a:buNone/>
                </a:pPr>
                <a:r>
                  <a:rPr lang="en-CA" dirty="0"/>
                  <a:t>et la </a:t>
                </a:r>
                <a:r>
                  <a:rPr lang="en-CA" b="1" dirty="0" err="1"/>
                  <a:t>transformée</a:t>
                </a:r>
                <a:r>
                  <a:rPr lang="en-CA" b="1" dirty="0"/>
                  <a:t> inverse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35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CA" b="0" dirty="0"/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b="1" dirty="0" err="1"/>
                  <a:t>Interprétation</a:t>
                </a:r>
                <a:endParaRPr lang="en-CA" b="1" dirty="0"/>
              </a:p>
              <a:p>
                <a:pPr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      La </a:t>
                </a:r>
                <a:r>
                  <a:rPr lang="en-CA" dirty="0" err="1"/>
                  <a:t>transformée</a:t>
                </a:r>
                <a:r>
                  <a:rPr lang="en-CA" dirty="0"/>
                  <a:t> de Fourier </a:t>
                </a:r>
                <a:r>
                  <a:rPr lang="en-CA" dirty="0" err="1"/>
                  <a:t>décompose</a:t>
                </a:r>
                <a:r>
                  <a:rPr lang="en-CA" dirty="0"/>
                  <a:t> un </a:t>
                </a:r>
                <a:r>
                  <a:rPr lang="en-CA" b="1" dirty="0"/>
                  <a:t>signal </a:t>
                </a:r>
                <a:r>
                  <a:rPr lang="en-CA" b="1" dirty="0" err="1"/>
                  <a:t>temporel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en</a:t>
                </a:r>
                <a:r>
                  <a:rPr lang="en-CA" dirty="0"/>
                  <a:t> </a:t>
                </a:r>
                <a:r>
                  <a:rPr lang="en-CA" b="1" dirty="0" err="1"/>
                  <a:t>composantes</a:t>
                </a:r>
                <a:r>
                  <a:rPr lang="en-CA" b="1" dirty="0"/>
                  <a:t> </a:t>
                </a:r>
                <a:r>
                  <a:rPr lang="en-CA" b="1" dirty="0" err="1"/>
                  <a:t>fréquentielles</a:t>
                </a:r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    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indique</a:t>
                </a:r>
                <a:r>
                  <a:rPr lang="en-CA" dirty="0"/>
                  <a:t> </a:t>
                </a:r>
                <a:r>
                  <a:rPr lang="en-CA" b="1" dirty="0"/>
                  <a:t>quelle amplitude et quelle phase</a:t>
                </a:r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</a:t>
                </a:r>
                <a:r>
                  <a:rPr lang="en-CA" dirty="0" err="1"/>
                  <a:t>présentes</a:t>
                </a:r>
                <a:r>
                  <a:rPr lang="en-CA" dirty="0"/>
                  <a:t> à </a:t>
                </a:r>
                <a:r>
                  <a:rPr lang="en-CA" dirty="0" err="1"/>
                  <a:t>chaque</a:t>
                </a:r>
                <a:r>
                  <a:rPr lang="en-CA" dirty="0"/>
                  <a:t> </a:t>
                </a:r>
                <a:r>
                  <a:rPr lang="en-CA" dirty="0" err="1"/>
                  <a:t>fréquence</a:t>
                </a:r>
                <a:r>
                  <a:rPr lang="en-CA" dirty="0"/>
                  <a:t> </a:t>
                </a:r>
                <a:r>
                  <a:rPr lang="en-CA" dirty="0" err="1"/>
                  <a:t>angulaire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lnSpc>
                    <a:spcPts val="3500"/>
                  </a:lnSpc>
                  <a:buNone/>
                </a:pPr>
                <a:endParaRPr lang="ar-AE" b="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6A560F6-6312-8B01-DDC1-0E1C852ED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24" y="459254"/>
                <a:ext cx="10125075" cy="5647059"/>
              </a:xfrm>
              <a:prstGeom prst="rect">
                <a:avLst/>
              </a:prstGeom>
              <a:blipFill>
                <a:blip r:embed="rId2"/>
                <a:stretch>
                  <a:fillRect l="-482" t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736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ECDE31-DA7A-0307-4D3A-E16AF8B6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C9230C-2B1E-9B32-5CBE-43168752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40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6CA8F9F-820B-2EC5-24B0-1AD75851665B}"/>
                  </a:ext>
                </a:extLst>
              </p:cNvPr>
              <p:cNvSpPr txBox="1"/>
              <p:nvPr/>
            </p:nvSpPr>
            <p:spPr>
              <a:xfrm>
                <a:off x="1523999" y="253784"/>
                <a:ext cx="10487025" cy="5070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 err="1"/>
                  <a:t>Propriétés</a:t>
                </a:r>
                <a:r>
                  <a:rPr lang="en-CA" b="1" dirty="0"/>
                  <a:t> </a:t>
                </a:r>
                <a:r>
                  <a:rPr lang="en-CA" b="1" dirty="0" err="1"/>
                  <a:t>importantes</a:t>
                </a:r>
                <a:r>
                  <a:rPr lang="en-CA" b="1" dirty="0"/>
                  <a:t> </a:t>
                </a:r>
              </a:p>
              <a:p>
                <a:r>
                  <a:rPr lang="en-CA" b="1" dirty="0" err="1"/>
                  <a:t>Linéarité</a:t>
                </a:r>
                <a:r>
                  <a:rPr lang="en-CA" b="1" dirty="0"/>
                  <a:t> :</a:t>
                </a:r>
                <a:endParaRPr lang="en-CA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CA" b="1" dirty="0" err="1"/>
                  <a:t>Décalage</a:t>
                </a:r>
                <a:r>
                  <a:rPr lang="en-CA" b="1" dirty="0"/>
                  <a:t> </a:t>
                </a:r>
                <a:r>
                  <a:rPr lang="en-CA" b="1" dirty="0" err="1"/>
                  <a:t>temporel</a:t>
                </a:r>
                <a:r>
                  <a:rPr lang="en-CA" b="1" dirty="0"/>
                  <a:t> :</a:t>
                </a:r>
                <a:endParaRPr lang="en-CA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ar-AE" b="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CA" b="1" dirty="0" err="1"/>
                  <a:t>Dérivée</a:t>
                </a:r>
                <a:r>
                  <a:rPr lang="en-CA" b="1" dirty="0"/>
                  <a:t> :</a:t>
                </a:r>
                <a:endParaRPr lang="en-CA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CA" b="1" dirty="0"/>
                  <a:t>Convolution :</a:t>
                </a:r>
                <a:endParaRPr lang="en-CA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m:rPr>
                          <m:nor/>
                        </m:rPr>
                        <a:rPr lang="en-CA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CA" b="0" i="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CA" b="0" i="1">
                          <a:latin typeface="Cambria Math" panose="02040503050406030204" pitchFamily="18" charset="0"/>
                        </a:rPr>
                        <m:t>  </m:t>
                      </m:r>
                      <m:r>
                        <a:rPr lang="en-CA" b="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b="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CA" b="0" dirty="0"/>
              </a:p>
              <a:p>
                <a:r>
                  <a:rPr lang="en-CA" b="1" dirty="0" err="1"/>
                  <a:t>Exemple</a:t>
                </a:r>
                <a:r>
                  <a:rPr lang="en-CA" b="1" dirty="0"/>
                  <a:t> simple</a:t>
                </a:r>
              </a:p>
              <a:p>
                <a:r>
                  <a:rPr lang="en-CA" dirty="0" err="1"/>
                  <a:t>Prenons</a:t>
                </a:r>
                <a:r>
                  <a:rPr lang="en-CA" dirty="0"/>
                  <a:t> : f(t) = cos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t </a:t>
                </a:r>
              </a:p>
              <a:p>
                <a:r>
                  <a:rPr lang="en-CA" dirty="0"/>
                  <a:t>Sa </a:t>
                </a:r>
                <a:r>
                  <a:rPr lang="en-CA" dirty="0" err="1"/>
                  <a:t>transformée</a:t>
                </a:r>
                <a:r>
                  <a:rPr lang="en-CA" dirty="0"/>
                  <a:t> de Fourier </a:t>
                </a:r>
                <a:r>
                  <a:rPr lang="en-CA" dirty="0" err="1"/>
                  <a:t>est</a:t>
                </a:r>
                <a:r>
                  <a:rPr lang="en-CA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CA" dirty="0"/>
                  <a:t>Cela </a:t>
                </a:r>
                <a:r>
                  <a:rPr lang="en-CA" dirty="0" err="1"/>
                  <a:t>veut</a:t>
                </a:r>
                <a:r>
                  <a:rPr lang="en-CA" dirty="0"/>
                  <a:t> dire :</a:t>
                </a:r>
              </a:p>
              <a:p>
                <a:r>
                  <a:rPr lang="en-CA" dirty="0"/>
                  <a:t>Il y a </a:t>
                </a:r>
                <a:r>
                  <a:rPr lang="en-CA" b="1" dirty="0"/>
                  <a:t>deux </a:t>
                </a:r>
                <a:r>
                  <a:rPr lang="en-CA" b="1" dirty="0" err="1"/>
                  <a:t>composantes</a:t>
                </a:r>
                <a:r>
                  <a:rPr lang="en-CA" b="1" dirty="0"/>
                  <a:t> </a:t>
                </a:r>
                <a:r>
                  <a:rPr lang="en-CA" b="1" dirty="0" err="1"/>
                  <a:t>fréquentielles</a:t>
                </a:r>
                <a:r>
                  <a:rPr lang="en-CA" dirty="0"/>
                  <a:t> à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et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,</a:t>
                </a:r>
                <a:r>
                  <a:rPr lang="en-CA" dirty="0"/>
                  <a:t> </a:t>
                </a:r>
                <a:r>
                  <a:rPr lang="en-CA" dirty="0" err="1"/>
                  <a:t>chacune</a:t>
                </a:r>
                <a:r>
                  <a:rPr lang="en-CA" dirty="0"/>
                  <a:t> avec la </a:t>
                </a:r>
                <a:r>
                  <a:rPr lang="en-CA" dirty="0" err="1"/>
                  <a:t>même</a:t>
                </a:r>
                <a:r>
                  <a:rPr lang="en-CA" dirty="0"/>
                  <a:t> </a:t>
                </a:r>
                <a:r>
                  <a:rPr lang="en-CA" b="1" dirty="0"/>
                  <a:t>amplitude</a:t>
                </a:r>
                <a:r>
                  <a:rPr lang="en-CA" dirty="0"/>
                  <a:t>,</a:t>
                </a:r>
              </a:p>
              <a:p>
                <a:r>
                  <a:rPr lang="en-CA" dirty="0"/>
                  <a:t>et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b="1" dirty="0"/>
                  <a:t>phase </a:t>
                </a:r>
                <a:r>
                  <a:rPr lang="en-CA" b="1" dirty="0" err="1"/>
                  <a:t>nulle</a:t>
                </a:r>
                <a:r>
                  <a:rPr lang="en-CA" dirty="0"/>
                  <a:t> (car </a:t>
                </a:r>
                <a:r>
                  <a:rPr lang="en-CA" dirty="0" err="1"/>
                  <a:t>c’est</a:t>
                </a:r>
                <a:r>
                  <a:rPr lang="en-CA" dirty="0"/>
                  <a:t> un </a:t>
                </a:r>
                <a:r>
                  <a:rPr lang="en-CA" dirty="0" err="1"/>
                  <a:t>cosinus</a:t>
                </a:r>
                <a:r>
                  <a:rPr lang="en-CA" dirty="0"/>
                  <a:t> </a:t>
                </a:r>
                <a:r>
                  <a:rPr lang="en-CA" dirty="0" err="1"/>
                  <a:t>pur</a:t>
                </a:r>
                <a:r>
                  <a:rPr lang="en-CA" dirty="0"/>
                  <a:t>).</a:t>
                </a:r>
              </a:p>
              <a:p>
                <a:pPr>
                  <a:buNone/>
                </a:pPr>
                <a:endParaRPr lang="ar-AE" b="0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6CA8F9F-820B-2EC5-24B0-1AD75851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253784"/>
                <a:ext cx="10487025" cy="5070747"/>
              </a:xfrm>
              <a:prstGeom prst="rect">
                <a:avLst/>
              </a:prstGeom>
              <a:blipFill>
                <a:blip r:embed="rId2"/>
                <a:stretch>
                  <a:fillRect l="-465" t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288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851BF5-CD42-0D41-DBB0-ECC6AD2F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CFA213-0BD4-9B4D-64CF-7523CCF4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41</a:t>
            </a:fld>
            <a:endParaRPr lang="en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3C688B0-3D29-959E-1C88-742FAE3AB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652" y="787782"/>
            <a:ext cx="7339698" cy="48907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8D3B071F-3C6F-74C8-A411-FA37B64963F1}"/>
                  </a:ext>
                </a:extLst>
              </p14:cNvPr>
              <p14:cNvContentPartPr/>
              <p14:nvPr/>
            </p14:nvContentPartPr>
            <p14:xfrm>
              <a:off x="7776390" y="2369070"/>
              <a:ext cx="1429200" cy="50544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8D3B071F-3C6F-74C8-A411-FA37B64963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0270" y="2362954"/>
                <a:ext cx="1441440" cy="517671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e 68">
            <a:extLst>
              <a:ext uri="{FF2B5EF4-FFF2-40B4-BE49-F238E27FC236}">
                <a16:creationId xmlns:a16="http://schemas.microsoft.com/office/drawing/2014/main" id="{69E7946F-2EE9-3198-7924-3DD4263975D1}"/>
              </a:ext>
            </a:extLst>
          </p:cNvPr>
          <p:cNvGrpSpPr/>
          <p:nvPr/>
        </p:nvGrpSpPr>
        <p:grpSpPr>
          <a:xfrm>
            <a:off x="7630950" y="1252710"/>
            <a:ext cx="4491720" cy="5330880"/>
            <a:chOff x="7630950" y="1252710"/>
            <a:chExt cx="4491720" cy="533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C90EADDE-6210-45EE-D015-126D5B887126}"/>
                    </a:ext>
                  </a:extLst>
                </p14:cNvPr>
                <p14:cNvContentPartPr/>
                <p14:nvPr/>
              </p14:nvContentPartPr>
              <p14:xfrm>
                <a:off x="7966110" y="2903310"/>
                <a:ext cx="39960" cy="209772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C90EADDE-6210-45EE-D015-126D5B8871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59934" y="2897190"/>
                  <a:ext cx="52311" cy="21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30252394-D599-A40F-3E99-8D31457AFCC6}"/>
                    </a:ext>
                  </a:extLst>
                </p14:cNvPr>
                <p14:cNvContentPartPr/>
                <p14:nvPr/>
              </p14:nvContentPartPr>
              <p14:xfrm>
                <a:off x="7823550" y="2871270"/>
                <a:ext cx="413640" cy="38160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30252394-D599-A40F-3E99-8D31457AFC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17430" y="2865156"/>
                  <a:ext cx="425880" cy="393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70C5F893-13A7-6BF6-61BA-47629945887B}"/>
                    </a:ext>
                  </a:extLst>
                </p14:cNvPr>
                <p14:cNvContentPartPr/>
                <p14:nvPr/>
              </p14:nvContentPartPr>
              <p14:xfrm>
                <a:off x="7700070" y="5195430"/>
                <a:ext cx="156600" cy="55080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70C5F893-13A7-6BF6-61BA-47629945887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93964" y="5189306"/>
                  <a:ext cx="168812" cy="5630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7561F0C0-FB03-C62A-63F2-3BF81C09E266}"/>
                    </a:ext>
                  </a:extLst>
                </p14:cNvPr>
                <p14:cNvContentPartPr/>
                <p14:nvPr/>
              </p14:nvContentPartPr>
              <p14:xfrm>
                <a:off x="7630950" y="5104710"/>
                <a:ext cx="343080" cy="24012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7561F0C0-FB03-C62A-63F2-3BF81C09E2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24824" y="5098599"/>
                  <a:ext cx="355333" cy="252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AD74E1F2-4ACE-C41D-299D-53EC03693457}"/>
                    </a:ext>
                  </a:extLst>
                </p14:cNvPr>
                <p14:cNvContentPartPr/>
                <p14:nvPr/>
              </p14:nvContentPartPr>
              <p14:xfrm>
                <a:off x="8129550" y="4977270"/>
                <a:ext cx="315360" cy="23040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AD74E1F2-4ACE-C41D-299D-53EC036934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23430" y="4971150"/>
                  <a:ext cx="327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6E09B2D3-40D5-E329-F4A8-16B7402BA264}"/>
                    </a:ext>
                  </a:extLst>
                </p14:cNvPr>
                <p14:cNvContentPartPr/>
                <p14:nvPr/>
              </p14:nvContentPartPr>
              <p14:xfrm>
                <a:off x="8530590" y="4817430"/>
                <a:ext cx="235440" cy="18792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6E09B2D3-40D5-E329-F4A8-16B7402BA26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24470" y="4811310"/>
                  <a:ext cx="247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035FC774-D28D-520A-8AE1-D4F8E69249B8}"/>
                    </a:ext>
                  </a:extLst>
                </p14:cNvPr>
                <p14:cNvContentPartPr/>
                <p14:nvPr/>
              </p14:nvContentPartPr>
              <p14:xfrm>
                <a:off x="8868990" y="4583790"/>
                <a:ext cx="172800" cy="3441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035FC774-D28D-520A-8AE1-D4F8E69249B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862857" y="4577676"/>
                  <a:ext cx="185066" cy="356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8D3BE4AF-C547-A1E5-7230-641649894D51}"/>
                    </a:ext>
                  </a:extLst>
                </p14:cNvPr>
                <p14:cNvContentPartPr/>
                <p14:nvPr/>
              </p14:nvContentPartPr>
              <p14:xfrm>
                <a:off x="9230430" y="4480110"/>
                <a:ext cx="164880" cy="24732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8D3BE4AF-C547-A1E5-7230-641649894D5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224297" y="4473990"/>
                  <a:ext cx="177147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CA8BC954-37B9-53FD-DA6E-46C7798547A1}"/>
                    </a:ext>
                  </a:extLst>
                </p14:cNvPr>
                <p14:cNvContentPartPr/>
                <p14:nvPr/>
              </p14:nvContentPartPr>
              <p14:xfrm>
                <a:off x="9536070" y="4361670"/>
                <a:ext cx="199440" cy="19872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CA8BC954-37B9-53FD-DA6E-46C7798547A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29950" y="4355550"/>
                  <a:ext cx="211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AF0A81D6-99AE-6A75-49A4-9458E504EE8E}"/>
                    </a:ext>
                  </a:extLst>
                </p14:cNvPr>
                <p14:cNvContentPartPr/>
                <p14:nvPr/>
              </p14:nvContentPartPr>
              <p14:xfrm>
                <a:off x="10099470" y="4029030"/>
                <a:ext cx="1080" cy="36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AF0A81D6-99AE-6A75-49A4-9458E504EE8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093350" y="4022910"/>
                  <a:ext cx="13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D99B1A2A-0B91-874D-8D1F-39FFB337417D}"/>
                    </a:ext>
                  </a:extLst>
                </p14:cNvPr>
                <p14:cNvContentPartPr/>
                <p14:nvPr/>
              </p14:nvContentPartPr>
              <p14:xfrm>
                <a:off x="9901830" y="4110750"/>
                <a:ext cx="405000" cy="27360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D99B1A2A-0B91-874D-8D1F-39FFB33741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95710" y="4104630"/>
                  <a:ext cx="417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B7E14F02-8FAE-0FCE-0056-B6B4751D874E}"/>
                    </a:ext>
                  </a:extLst>
                </p14:cNvPr>
                <p14:cNvContentPartPr/>
                <p14:nvPr/>
              </p14:nvContentPartPr>
              <p14:xfrm>
                <a:off x="10403670" y="4014990"/>
                <a:ext cx="169560" cy="34740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B7E14F02-8FAE-0FCE-0056-B6B4751D874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97537" y="4008870"/>
                  <a:ext cx="181826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D3684D50-F661-6799-A766-7940AC1F8060}"/>
                    </a:ext>
                  </a:extLst>
                </p14:cNvPr>
                <p14:cNvContentPartPr/>
                <p14:nvPr/>
              </p14:nvContentPartPr>
              <p14:xfrm>
                <a:off x="8305950" y="5279670"/>
                <a:ext cx="124560" cy="48168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D3684D50-F661-6799-A766-7940AC1F806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299830" y="5273550"/>
                  <a:ext cx="13680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6A1C316E-5D30-976B-8643-69F724A6B73F}"/>
                    </a:ext>
                  </a:extLst>
                </p14:cNvPr>
                <p14:cNvContentPartPr/>
                <p14:nvPr/>
              </p14:nvContentPartPr>
              <p14:xfrm>
                <a:off x="8678910" y="5395950"/>
                <a:ext cx="139680" cy="16092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6A1C316E-5D30-976B-8643-69F724A6B7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72790" y="5389830"/>
                  <a:ext cx="151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D20D0BEC-9CA3-D7B5-1C37-B56945586CBD}"/>
                    </a:ext>
                  </a:extLst>
                </p14:cNvPr>
                <p14:cNvContentPartPr/>
                <p14:nvPr/>
              </p14:nvContentPartPr>
              <p14:xfrm>
                <a:off x="9039990" y="5232150"/>
                <a:ext cx="276840" cy="63972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D20D0BEC-9CA3-D7B5-1C37-B56945586C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33870" y="5226030"/>
                  <a:ext cx="28908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2253936E-8FC2-C336-FA51-AD3D7931B454}"/>
                    </a:ext>
                  </a:extLst>
                </p14:cNvPr>
                <p14:cNvContentPartPr/>
                <p14:nvPr/>
              </p14:nvContentPartPr>
              <p14:xfrm>
                <a:off x="9366150" y="5031270"/>
                <a:ext cx="329040" cy="384480"/>
              </p14:xfrm>
            </p:contentPart>
          </mc:Choice>
          <mc:Fallback xmlns=""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2253936E-8FC2-C336-FA51-AD3D7931B45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60030" y="5025150"/>
                  <a:ext cx="3412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EDD13C6A-5FF9-D826-02AC-1666CD6C5E69}"/>
                    </a:ext>
                  </a:extLst>
                </p14:cNvPr>
                <p14:cNvContentPartPr/>
                <p14:nvPr/>
              </p14:nvContentPartPr>
              <p14:xfrm>
                <a:off x="9788070" y="5086350"/>
                <a:ext cx="151560" cy="18828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EDD13C6A-5FF9-D826-02AC-1666CD6C5E6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81950" y="5080230"/>
                  <a:ext cx="163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Encre 28">
                  <a:extLst>
                    <a:ext uri="{FF2B5EF4-FFF2-40B4-BE49-F238E27FC236}">
                      <a16:creationId xmlns:a16="http://schemas.microsoft.com/office/drawing/2014/main" id="{5A88D653-FE03-9BF5-5D67-F3C530AE4CA6}"/>
                    </a:ext>
                  </a:extLst>
                </p14:cNvPr>
                <p14:cNvContentPartPr/>
                <p14:nvPr/>
              </p14:nvContentPartPr>
              <p14:xfrm>
                <a:off x="10008030" y="4833630"/>
                <a:ext cx="477000" cy="343440"/>
              </p14:xfrm>
            </p:contentPart>
          </mc:Choice>
          <mc:Fallback xmlns="">
            <p:pic>
              <p:nvPicPr>
                <p:cNvPr id="29" name="Encre 28">
                  <a:extLst>
                    <a:ext uri="{FF2B5EF4-FFF2-40B4-BE49-F238E27FC236}">
                      <a16:creationId xmlns:a16="http://schemas.microsoft.com/office/drawing/2014/main" id="{5A88D653-FE03-9BF5-5D67-F3C530AE4CA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01910" y="4827510"/>
                  <a:ext cx="489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77D3BB43-0A34-0ED3-B1B4-7BF8BA016189}"/>
                    </a:ext>
                  </a:extLst>
                </p14:cNvPr>
                <p14:cNvContentPartPr/>
                <p14:nvPr/>
              </p14:nvContentPartPr>
              <p14:xfrm>
                <a:off x="10549830" y="4592070"/>
                <a:ext cx="257040" cy="31140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77D3BB43-0A34-0ED3-B1B4-7BF8BA0161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43710" y="4585950"/>
                  <a:ext cx="2692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BD27EE35-365C-B086-325B-D6B5C39EA76B}"/>
                    </a:ext>
                  </a:extLst>
                </p14:cNvPr>
                <p14:cNvContentPartPr/>
                <p14:nvPr/>
              </p14:nvContentPartPr>
              <p14:xfrm>
                <a:off x="10944030" y="4520790"/>
                <a:ext cx="95760" cy="34704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BD27EE35-365C-B086-325B-D6B5C39EA76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937910" y="4514670"/>
                  <a:ext cx="1080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2EEB8324-35BE-208E-C33B-55AB6C2E7D5D}"/>
                    </a:ext>
                  </a:extLst>
                </p14:cNvPr>
                <p14:cNvContentPartPr/>
                <p14:nvPr/>
              </p14:nvContentPartPr>
              <p14:xfrm>
                <a:off x="11114310" y="4147110"/>
                <a:ext cx="291960" cy="62676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2EEB8324-35BE-208E-C33B-55AB6C2E7D5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108190" y="4140990"/>
                  <a:ext cx="3042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Encre 32">
                  <a:extLst>
                    <a:ext uri="{FF2B5EF4-FFF2-40B4-BE49-F238E27FC236}">
                      <a16:creationId xmlns:a16="http://schemas.microsoft.com/office/drawing/2014/main" id="{F1E5ADC8-C1CF-B7E8-6313-822CD6559562}"/>
                    </a:ext>
                  </a:extLst>
                </p14:cNvPr>
                <p14:cNvContentPartPr/>
                <p14:nvPr/>
              </p14:nvContentPartPr>
              <p14:xfrm>
                <a:off x="11206110" y="4292190"/>
                <a:ext cx="333720" cy="92520"/>
              </p14:xfrm>
            </p:contentPart>
          </mc:Choice>
          <mc:Fallback xmlns="">
            <p:pic>
              <p:nvPicPr>
                <p:cNvPr id="33" name="Encre 32">
                  <a:extLst>
                    <a:ext uri="{FF2B5EF4-FFF2-40B4-BE49-F238E27FC236}">
                      <a16:creationId xmlns:a16="http://schemas.microsoft.com/office/drawing/2014/main" id="{F1E5ADC8-C1CF-B7E8-6313-822CD655956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199990" y="4286094"/>
                  <a:ext cx="345960" cy="1047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Encre 34">
                  <a:extLst>
                    <a:ext uri="{FF2B5EF4-FFF2-40B4-BE49-F238E27FC236}">
                      <a16:creationId xmlns:a16="http://schemas.microsoft.com/office/drawing/2014/main" id="{46902CCE-1143-08C2-2B76-63465D7FA0ED}"/>
                    </a:ext>
                  </a:extLst>
                </p14:cNvPr>
                <p14:cNvContentPartPr/>
                <p14:nvPr/>
              </p14:nvContentPartPr>
              <p14:xfrm>
                <a:off x="8443470" y="5985990"/>
                <a:ext cx="484560" cy="325800"/>
              </p14:xfrm>
            </p:contentPart>
          </mc:Choice>
          <mc:Fallback xmlns="">
            <p:pic>
              <p:nvPicPr>
                <p:cNvPr id="35" name="Encre 34">
                  <a:extLst>
                    <a:ext uri="{FF2B5EF4-FFF2-40B4-BE49-F238E27FC236}">
                      <a16:creationId xmlns:a16="http://schemas.microsoft.com/office/drawing/2014/main" id="{46902CCE-1143-08C2-2B76-63465D7FA0E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37350" y="5979870"/>
                  <a:ext cx="496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Encre 35">
                  <a:extLst>
                    <a:ext uri="{FF2B5EF4-FFF2-40B4-BE49-F238E27FC236}">
                      <a16:creationId xmlns:a16="http://schemas.microsoft.com/office/drawing/2014/main" id="{6401F043-B4F9-0815-8D6E-DB6BC90D3CF1}"/>
                    </a:ext>
                  </a:extLst>
                </p14:cNvPr>
                <p14:cNvContentPartPr/>
                <p14:nvPr/>
              </p14:nvContentPartPr>
              <p14:xfrm>
                <a:off x="9039990" y="5637870"/>
                <a:ext cx="798840" cy="555480"/>
              </p14:xfrm>
            </p:contentPart>
          </mc:Choice>
          <mc:Fallback xmlns="">
            <p:pic>
              <p:nvPicPr>
                <p:cNvPr id="36" name="Encre 35">
                  <a:extLst>
                    <a:ext uri="{FF2B5EF4-FFF2-40B4-BE49-F238E27FC236}">
                      <a16:creationId xmlns:a16="http://schemas.microsoft.com/office/drawing/2014/main" id="{6401F043-B4F9-0815-8D6E-DB6BC90D3CF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33873" y="5631750"/>
                  <a:ext cx="811074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919346A3-698F-8025-2F82-619850A4A309}"/>
                    </a:ext>
                  </a:extLst>
                </p14:cNvPr>
                <p14:cNvContentPartPr/>
                <p14:nvPr/>
              </p14:nvContentPartPr>
              <p14:xfrm>
                <a:off x="9911190" y="5693310"/>
                <a:ext cx="279360" cy="263880"/>
              </p14:xfrm>
            </p:contentPart>
          </mc:Choice>
          <mc:Fallback xmlns=""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919346A3-698F-8025-2F82-619850A4A30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05070" y="5687190"/>
                  <a:ext cx="2916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9E90BCB5-F403-27BF-CA2E-1C4854A22C98}"/>
                    </a:ext>
                  </a:extLst>
                </p14:cNvPr>
                <p14:cNvContentPartPr/>
                <p14:nvPr/>
              </p14:nvContentPartPr>
              <p14:xfrm>
                <a:off x="10274430" y="5354190"/>
                <a:ext cx="421560" cy="25380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9E90BCB5-F403-27BF-CA2E-1C4854A22C9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68310" y="5348061"/>
                  <a:ext cx="433800" cy="2660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420504A0-0795-26D1-0B0A-3ED823A7A488}"/>
                    </a:ext>
                  </a:extLst>
                </p14:cNvPr>
                <p14:cNvContentPartPr/>
                <p14:nvPr/>
              </p14:nvContentPartPr>
              <p14:xfrm>
                <a:off x="10839990" y="4970790"/>
                <a:ext cx="644400" cy="46728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420504A0-0795-26D1-0B0A-3ED823A7A48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833870" y="4964665"/>
                  <a:ext cx="656640" cy="4795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9F6B8225-6E81-D074-6415-11958A3CBF93}"/>
                    </a:ext>
                  </a:extLst>
                </p14:cNvPr>
                <p14:cNvContentPartPr/>
                <p14:nvPr/>
              </p14:nvContentPartPr>
              <p14:xfrm>
                <a:off x="11165070" y="5022270"/>
                <a:ext cx="360" cy="288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9F6B8225-6E81-D074-6415-11958A3CBF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158950" y="5016830"/>
                  <a:ext cx="12600" cy="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A3AD500A-948B-2A8B-F1E4-2189C6525866}"/>
                    </a:ext>
                  </a:extLst>
                </p14:cNvPr>
                <p14:cNvContentPartPr/>
                <p14:nvPr/>
              </p14:nvContentPartPr>
              <p14:xfrm>
                <a:off x="9457950" y="6309630"/>
                <a:ext cx="324360" cy="27396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A3AD500A-948B-2A8B-F1E4-2189C652586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51837" y="6303518"/>
                  <a:ext cx="336586" cy="286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Encre 43">
                  <a:extLst>
                    <a:ext uri="{FF2B5EF4-FFF2-40B4-BE49-F238E27FC236}">
                      <a16:creationId xmlns:a16="http://schemas.microsoft.com/office/drawing/2014/main" id="{8386CD32-B97F-183A-7DE6-5642BE7C9956}"/>
                    </a:ext>
                  </a:extLst>
                </p14:cNvPr>
                <p14:cNvContentPartPr/>
                <p14:nvPr/>
              </p14:nvContentPartPr>
              <p14:xfrm>
                <a:off x="9471270" y="6262470"/>
                <a:ext cx="33480" cy="51840"/>
              </p14:xfrm>
            </p:contentPart>
          </mc:Choice>
          <mc:Fallback xmlns="">
            <p:pic>
              <p:nvPicPr>
                <p:cNvPr id="44" name="Encre 43">
                  <a:extLst>
                    <a:ext uri="{FF2B5EF4-FFF2-40B4-BE49-F238E27FC236}">
                      <a16:creationId xmlns:a16="http://schemas.microsoft.com/office/drawing/2014/main" id="{8386CD32-B97F-183A-7DE6-5642BE7C995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65150" y="6256350"/>
                  <a:ext cx="45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3444369F-D09B-CAAB-961B-F307D03ED862}"/>
                    </a:ext>
                  </a:extLst>
                </p14:cNvPr>
                <p14:cNvContentPartPr/>
                <p14:nvPr/>
              </p14:nvContentPartPr>
              <p14:xfrm>
                <a:off x="9866910" y="6207390"/>
                <a:ext cx="505080" cy="30852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3444369F-D09B-CAAB-961B-F307D03ED86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60790" y="6201270"/>
                  <a:ext cx="517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BF32F142-66CF-2E3D-2165-86048B88B560}"/>
                    </a:ext>
                  </a:extLst>
                </p14:cNvPr>
                <p14:cNvContentPartPr/>
                <p14:nvPr/>
              </p14:nvContentPartPr>
              <p14:xfrm>
                <a:off x="10173630" y="6098310"/>
                <a:ext cx="5040" cy="5040"/>
              </p14:xfrm>
            </p:contentPart>
          </mc:Choice>
          <mc:Fallback xmlns=""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BF32F142-66CF-2E3D-2165-86048B88B56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67510" y="6092190"/>
                  <a:ext cx="172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6D5FD052-86AD-7876-25D1-24B53F65735E}"/>
                    </a:ext>
                  </a:extLst>
                </p14:cNvPr>
                <p14:cNvContentPartPr/>
                <p14:nvPr/>
              </p14:nvContentPartPr>
              <p14:xfrm>
                <a:off x="10654230" y="5842710"/>
                <a:ext cx="161640" cy="42732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6D5FD052-86AD-7876-25D1-24B53F65735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48096" y="5836590"/>
                  <a:ext cx="173907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7A11E7F5-82B5-8A50-8C29-1A2A4C5AEED7}"/>
                    </a:ext>
                  </a:extLst>
                </p14:cNvPr>
                <p14:cNvContentPartPr/>
                <p14:nvPr/>
              </p14:nvContentPartPr>
              <p14:xfrm>
                <a:off x="10917030" y="5541750"/>
                <a:ext cx="42120" cy="33480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7A11E7F5-82B5-8A50-8C29-1A2A4C5AEED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910910" y="5535630"/>
                  <a:ext cx="543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AAA178C3-9A50-D752-7A3B-FAB03B378641}"/>
                    </a:ext>
                  </a:extLst>
                </p14:cNvPr>
                <p14:cNvContentPartPr/>
                <p14:nvPr/>
              </p14:nvContentPartPr>
              <p14:xfrm>
                <a:off x="11064270" y="5691150"/>
                <a:ext cx="101880" cy="36540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AAA178C3-9A50-D752-7A3B-FAB03B37864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058150" y="5685030"/>
                  <a:ext cx="1141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62B16DFF-2DC0-184F-91BA-D403D0BD1D22}"/>
                    </a:ext>
                  </a:extLst>
                </p14:cNvPr>
                <p14:cNvContentPartPr/>
                <p14:nvPr/>
              </p14:nvContentPartPr>
              <p14:xfrm>
                <a:off x="11286750" y="5536350"/>
                <a:ext cx="129600" cy="45036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62B16DFF-2DC0-184F-91BA-D403D0BD1D2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280630" y="5530230"/>
                  <a:ext cx="1418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Encre 50">
                  <a:extLst>
                    <a:ext uri="{FF2B5EF4-FFF2-40B4-BE49-F238E27FC236}">
                      <a16:creationId xmlns:a16="http://schemas.microsoft.com/office/drawing/2014/main" id="{2D1E305E-6DD5-6C0D-6732-FA28E6FADD30}"/>
                    </a:ext>
                  </a:extLst>
                </p14:cNvPr>
                <p14:cNvContentPartPr/>
                <p14:nvPr/>
              </p14:nvContentPartPr>
              <p14:xfrm>
                <a:off x="11348310" y="5341230"/>
                <a:ext cx="240840" cy="441000"/>
              </p14:xfrm>
            </p:contentPart>
          </mc:Choice>
          <mc:Fallback xmlns="">
            <p:pic>
              <p:nvPicPr>
                <p:cNvPr id="51" name="Encre 50">
                  <a:extLst>
                    <a:ext uri="{FF2B5EF4-FFF2-40B4-BE49-F238E27FC236}">
                      <a16:creationId xmlns:a16="http://schemas.microsoft.com/office/drawing/2014/main" id="{2D1E305E-6DD5-6C0D-6732-FA28E6FADD3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342190" y="5335110"/>
                  <a:ext cx="2530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89BC1AC0-13EF-BC9E-BF91-B006515534D0}"/>
                    </a:ext>
                  </a:extLst>
                </p14:cNvPr>
                <p14:cNvContentPartPr/>
                <p14:nvPr/>
              </p14:nvContentPartPr>
              <p14:xfrm>
                <a:off x="11399070" y="5506830"/>
                <a:ext cx="120600" cy="103680"/>
              </p14:xfrm>
            </p:contentPart>
          </mc:Choice>
          <mc:Fallback xmlns=""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89BC1AC0-13EF-BC9E-BF91-B006515534D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392950" y="5500710"/>
                  <a:ext cx="1328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D7C979AD-8A56-D1C5-4998-CB4E2AC8C1C9}"/>
                    </a:ext>
                  </a:extLst>
                </p14:cNvPr>
                <p14:cNvContentPartPr/>
                <p14:nvPr/>
              </p14:nvContentPartPr>
              <p14:xfrm>
                <a:off x="10361910" y="2631870"/>
                <a:ext cx="1407240" cy="272376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D7C979AD-8A56-D1C5-4998-CB4E2AC8C1C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55790" y="2625750"/>
                  <a:ext cx="1419480" cy="27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E9A01C71-E2FB-3917-03A6-BA015AE17FC8}"/>
                    </a:ext>
                  </a:extLst>
                </p14:cNvPr>
                <p14:cNvContentPartPr/>
                <p14:nvPr/>
              </p14:nvContentPartPr>
              <p14:xfrm>
                <a:off x="10004430" y="1974870"/>
                <a:ext cx="459360" cy="35532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E9A01C71-E2FB-3917-03A6-BA015AE17FC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98310" y="1968744"/>
                  <a:ext cx="471600" cy="3675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A885E91B-5921-DF0D-BB69-87F2560E3F40}"/>
                    </a:ext>
                  </a:extLst>
                </p14:cNvPr>
                <p14:cNvContentPartPr/>
                <p14:nvPr/>
              </p14:nvContentPartPr>
              <p14:xfrm>
                <a:off x="10522470" y="1776870"/>
                <a:ext cx="339840" cy="17460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A885E91B-5921-DF0D-BB69-87F2560E3F4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516350" y="1770750"/>
                  <a:ext cx="352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7" name="Encre 56">
                  <a:extLst>
                    <a:ext uri="{FF2B5EF4-FFF2-40B4-BE49-F238E27FC236}">
                      <a16:creationId xmlns:a16="http://schemas.microsoft.com/office/drawing/2014/main" id="{C481008A-FF13-D071-B8CC-375656A439A8}"/>
                    </a:ext>
                  </a:extLst>
                </p14:cNvPr>
                <p14:cNvContentPartPr/>
                <p14:nvPr/>
              </p14:nvContentPartPr>
              <p14:xfrm>
                <a:off x="10963110" y="1545030"/>
                <a:ext cx="406440" cy="287280"/>
              </p14:xfrm>
            </p:contentPart>
          </mc:Choice>
          <mc:Fallback xmlns="">
            <p:pic>
              <p:nvPicPr>
                <p:cNvPr id="57" name="Encre 56">
                  <a:extLst>
                    <a:ext uri="{FF2B5EF4-FFF2-40B4-BE49-F238E27FC236}">
                      <a16:creationId xmlns:a16="http://schemas.microsoft.com/office/drawing/2014/main" id="{C481008A-FF13-D071-B8CC-375656A439A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56990" y="1538910"/>
                  <a:ext cx="4186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B82ED986-ABD9-B2CE-B763-9AD731D43F60}"/>
                    </a:ext>
                  </a:extLst>
                </p14:cNvPr>
                <p14:cNvContentPartPr/>
                <p14:nvPr/>
              </p14:nvContentPartPr>
              <p14:xfrm>
                <a:off x="9837030" y="2583990"/>
                <a:ext cx="397440" cy="40356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B82ED986-ABD9-B2CE-B763-9AD731D43F6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830910" y="2577870"/>
                  <a:ext cx="4096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Encre 58">
                  <a:extLst>
                    <a:ext uri="{FF2B5EF4-FFF2-40B4-BE49-F238E27FC236}">
                      <a16:creationId xmlns:a16="http://schemas.microsoft.com/office/drawing/2014/main" id="{A01E7B52-5522-BA07-C33E-F437906A9520}"/>
                    </a:ext>
                  </a:extLst>
                </p14:cNvPr>
                <p14:cNvContentPartPr/>
                <p14:nvPr/>
              </p14:nvContentPartPr>
              <p14:xfrm>
                <a:off x="10375590" y="2507670"/>
                <a:ext cx="324000" cy="154080"/>
              </p14:xfrm>
            </p:contentPart>
          </mc:Choice>
          <mc:Fallback xmlns="">
            <p:pic>
              <p:nvPicPr>
                <p:cNvPr id="59" name="Encre 58">
                  <a:extLst>
                    <a:ext uri="{FF2B5EF4-FFF2-40B4-BE49-F238E27FC236}">
                      <a16:creationId xmlns:a16="http://schemas.microsoft.com/office/drawing/2014/main" id="{A01E7B52-5522-BA07-C33E-F437906A952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369470" y="2501550"/>
                  <a:ext cx="336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817D6B46-ABCD-1EB1-E997-F40073BDB241}"/>
                    </a:ext>
                  </a:extLst>
                </p14:cNvPr>
                <p14:cNvContentPartPr/>
                <p14:nvPr/>
              </p14:nvContentPartPr>
              <p14:xfrm>
                <a:off x="10696710" y="2136510"/>
                <a:ext cx="243720" cy="36468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817D6B46-ABCD-1EB1-E997-F40073BDB24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690581" y="2130396"/>
                  <a:ext cx="255978" cy="376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46990A64-D476-C424-4CEF-D9210EDBA87C}"/>
                    </a:ext>
                  </a:extLst>
                </p14:cNvPr>
                <p14:cNvContentPartPr/>
                <p14:nvPr/>
              </p14:nvContentPartPr>
              <p14:xfrm>
                <a:off x="11031870" y="2102670"/>
                <a:ext cx="223920" cy="29988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46990A64-D476-C424-4CEF-D9210EDBA87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025740" y="2096550"/>
                  <a:ext cx="2361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DD8D0587-A3CB-827C-9D97-AAB3A19CF482}"/>
                    </a:ext>
                  </a:extLst>
                </p14:cNvPr>
                <p14:cNvContentPartPr/>
                <p14:nvPr/>
              </p14:nvContentPartPr>
              <p14:xfrm>
                <a:off x="11266230" y="2208510"/>
                <a:ext cx="258120" cy="12744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DD8D0587-A3CB-827C-9D97-AAB3A19CF48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260110" y="2202390"/>
                  <a:ext cx="270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Encre 62">
                  <a:extLst>
                    <a:ext uri="{FF2B5EF4-FFF2-40B4-BE49-F238E27FC236}">
                      <a16:creationId xmlns:a16="http://schemas.microsoft.com/office/drawing/2014/main" id="{A2DD78A8-5787-D01C-5CBF-205527A942B0}"/>
                    </a:ext>
                  </a:extLst>
                </p14:cNvPr>
                <p14:cNvContentPartPr/>
                <p14:nvPr/>
              </p14:nvContentPartPr>
              <p14:xfrm>
                <a:off x="11389710" y="1549350"/>
                <a:ext cx="499680" cy="608040"/>
              </p14:xfrm>
            </p:contentPart>
          </mc:Choice>
          <mc:Fallback xmlns="">
            <p:pic>
              <p:nvPicPr>
                <p:cNvPr id="63" name="Encre 62">
                  <a:extLst>
                    <a:ext uri="{FF2B5EF4-FFF2-40B4-BE49-F238E27FC236}">
                      <a16:creationId xmlns:a16="http://schemas.microsoft.com/office/drawing/2014/main" id="{A2DD78A8-5787-D01C-5CBF-205527A942B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383590" y="1543230"/>
                  <a:ext cx="51192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D87E88F0-3765-6437-C37C-2410E3620831}"/>
                    </a:ext>
                  </a:extLst>
                </p14:cNvPr>
                <p14:cNvContentPartPr/>
                <p14:nvPr/>
              </p14:nvContentPartPr>
              <p14:xfrm>
                <a:off x="11431110" y="1537110"/>
                <a:ext cx="384840" cy="32256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D87E88F0-3765-6437-C37C-2410E362083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24990" y="1530990"/>
                  <a:ext cx="3970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17F23767-8F2B-FC61-9986-B3123D90DA2A}"/>
                    </a:ext>
                  </a:extLst>
                </p14:cNvPr>
                <p14:cNvContentPartPr/>
                <p14:nvPr/>
              </p14:nvContentPartPr>
              <p14:xfrm>
                <a:off x="11889750" y="1565910"/>
                <a:ext cx="202680" cy="20088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17F23767-8F2B-FC61-9986-B3123D90DA2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883630" y="1559790"/>
                  <a:ext cx="214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Encre 67">
                  <a:extLst>
                    <a:ext uri="{FF2B5EF4-FFF2-40B4-BE49-F238E27FC236}">
                      <a16:creationId xmlns:a16="http://schemas.microsoft.com/office/drawing/2014/main" id="{D49F01C9-33F5-A51F-1BFD-CD0B1105D31F}"/>
                    </a:ext>
                  </a:extLst>
                </p14:cNvPr>
                <p14:cNvContentPartPr/>
                <p14:nvPr/>
              </p14:nvContentPartPr>
              <p14:xfrm>
                <a:off x="11839710" y="1252710"/>
                <a:ext cx="282960" cy="159840"/>
              </p14:xfrm>
            </p:contentPart>
          </mc:Choice>
          <mc:Fallback xmlns="">
            <p:pic>
              <p:nvPicPr>
                <p:cNvPr id="68" name="Encre 67">
                  <a:extLst>
                    <a:ext uri="{FF2B5EF4-FFF2-40B4-BE49-F238E27FC236}">
                      <a16:creationId xmlns:a16="http://schemas.microsoft.com/office/drawing/2014/main" id="{D49F01C9-33F5-A51F-1BFD-CD0B1105D31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833590" y="1246590"/>
                  <a:ext cx="295200" cy="17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2191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101854-05FD-B046-490E-ED3771A0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2B0C94-2531-0100-034B-DC9799E1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42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CE07D61-03E4-144C-C7BB-44F3AD40B13C}"/>
                  </a:ext>
                </a:extLst>
              </p:cNvPr>
              <p:cNvSpPr txBox="1"/>
              <p:nvPr/>
            </p:nvSpPr>
            <p:spPr>
              <a:xfrm>
                <a:off x="1524001" y="253523"/>
                <a:ext cx="10136188" cy="6202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000"/>
                  </a:lnSpc>
                  <a:buNone/>
                </a:pPr>
                <a:r>
                  <a:rPr lang="en-CA" b="1" dirty="0" err="1">
                    <a:highlight>
                      <a:srgbClr val="FFFF00"/>
                    </a:highlight>
                  </a:rPr>
                  <a:t>Exercice</a:t>
                </a:r>
                <a:r>
                  <a:rPr lang="en-CA" b="1" dirty="0">
                    <a:highlight>
                      <a:srgbClr val="FFFF00"/>
                    </a:highlight>
                  </a:rPr>
                  <a:t> 1</a:t>
                </a:r>
                <a:r>
                  <a:rPr lang="en-CA" b="1" dirty="0"/>
                  <a:t> </a:t>
                </a:r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 err="1"/>
                  <a:t>Prenons</a:t>
                </a:r>
                <a:r>
                  <a:rPr lang="en-CA" dirty="0"/>
                  <a:t>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dirty="0" err="1"/>
                  <a:t>fonction</a:t>
                </a:r>
                <a:r>
                  <a:rPr lang="en-CA" dirty="0"/>
                  <a:t> </a:t>
                </a:r>
                <a:r>
                  <a:rPr lang="en-CA" dirty="0" err="1"/>
                  <a:t>exponentielle</a:t>
                </a:r>
                <a:r>
                  <a:rPr lang="en-CA" dirty="0"/>
                  <a:t> </a:t>
                </a:r>
                <a:r>
                  <a:rPr lang="en-CA" dirty="0" err="1"/>
                  <a:t>décroissante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3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ts val="3000"/>
                  </a:lnSpc>
                  <a:buNone/>
                </a:pPr>
                <a:r>
                  <a:rPr lang="en-CA" dirty="0" err="1"/>
                  <a:t>où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0 pour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, 1 pour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</a:pPr>
                <a:r>
                  <a:rPr lang="en-CA" b="1" dirty="0" err="1"/>
                  <a:t>Calcul</a:t>
                </a:r>
                <a:r>
                  <a:rPr lang="en-CA" b="1" dirty="0"/>
                  <a:t> de la </a:t>
                </a:r>
                <a:r>
                  <a:rPr lang="en-CA" b="1" dirty="0" err="1"/>
                  <a:t>transformée</a:t>
                </a:r>
                <a:r>
                  <a:rPr lang="en-CA" b="1" dirty="0"/>
                  <a:t> :</a:t>
                </a:r>
              </a:p>
              <a:p>
                <a:pPr>
                  <a:lnSpc>
                    <a:spcPts val="3000"/>
                  </a:lnSpc>
                </a:pPr>
                <a:endParaRPr lang="en-CA" b="1" dirty="0"/>
              </a:p>
              <a:p>
                <a:pPr>
                  <a:lnSpc>
                    <a:spcPts val="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ar-AE" b="0" dirty="0"/>
              </a:p>
              <a:p>
                <a:pPr>
                  <a:lnSpc>
                    <a:spcPts val="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lnSpc>
                    <a:spcPts val="3000"/>
                  </a:lnSpc>
                </a:pPr>
                <a:r>
                  <a:rPr lang="en-CA" b="1" dirty="0" err="1"/>
                  <a:t>Interprétation</a:t>
                </a:r>
                <a:r>
                  <a:rPr lang="en-CA" b="1" dirty="0"/>
                  <a:t> :</a:t>
                </a:r>
              </a:p>
              <a:p>
                <a:pPr>
                  <a:lnSpc>
                    <a:spcPts val="3000"/>
                  </a:lnSpc>
                </a:pPr>
                <a:r>
                  <a:rPr lang="en-CA" dirty="0"/>
                  <a:t>Le spectre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b="1" dirty="0" err="1"/>
                  <a:t>concentré</a:t>
                </a:r>
                <a:r>
                  <a:rPr lang="en-CA" b="1" dirty="0"/>
                  <a:t> </a:t>
                </a:r>
                <a:r>
                  <a:rPr lang="en-CA" b="1" dirty="0" err="1"/>
                  <a:t>autour</a:t>
                </a:r>
                <a:r>
                  <a:rPr lang="en-CA" b="1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</a:pPr>
                <a:r>
                  <a:rPr lang="en-CA" dirty="0"/>
                  <a:t>Plus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grand, plus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 err="1"/>
                  <a:t>décroît</a:t>
                </a:r>
                <a:r>
                  <a:rPr lang="en-CA" dirty="0"/>
                  <a:t> </a:t>
                </a:r>
                <a:r>
                  <a:rPr lang="en-CA" dirty="0" err="1"/>
                  <a:t>vite</a:t>
                </a:r>
                <a:r>
                  <a:rPr lang="en-CA" dirty="0"/>
                  <a:t> dans le temps → </a:t>
                </a:r>
                <a:r>
                  <a:rPr lang="en-CA" b="1" dirty="0"/>
                  <a:t>spectre plus large</a:t>
                </a:r>
                <a:r>
                  <a:rPr lang="en-CA" dirty="0"/>
                  <a:t> (</a:t>
                </a:r>
                <a:r>
                  <a:rPr lang="en-CA" dirty="0" err="1"/>
                  <a:t>principe</a:t>
                </a:r>
                <a:r>
                  <a:rPr lang="en-CA" dirty="0"/>
                  <a:t> </a:t>
                </a:r>
                <a:r>
                  <a:rPr lang="en-CA" dirty="0" err="1"/>
                  <a:t>d’incertitude</a:t>
                </a:r>
                <a:r>
                  <a:rPr lang="en-CA" dirty="0"/>
                  <a:t> de Fourier).</a:t>
                </a:r>
              </a:p>
              <a:p>
                <a:pPr>
                  <a:lnSpc>
                    <a:spcPts val="3000"/>
                  </a:lnSpc>
                </a:pPr>
                <a:r>
                  <a:rPr lang="en-CA" b="1" dirty="0" err="1"/>
                  <a:t>Interprétation</a:t>
                </a:r>
                <a:r>
                  <a:rPr lang="en-CA" b="1" dirty="0"/>
                  <a:t> :</a:t>
                </a:r>
              </a:p>
              <a:p>
                <a:pPr>
                  <a:lnSpc>
                    <a:spcPts val="3000"/>
                  </a:lnSpc>
                </a:pPr>
                <a:r>
                  <a:rPr lang="en-CA" dirty="0"/>
                  <a:t>Le spectre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b="1" dirty="0" err="1"/>
                  <a:t>concentré</a:t>
                </a:r>
                <a:r>
                  <a:rPr lang="en-CA" b="1" dirty="0"/>
                  <a:t> </a:t>
                </a:r>
                <a:r>
                  <a:rPr lang="en-CA" b="1" dirty="0" err="1"/>
                  <a:t>autour</a:t>
                </a:r>
                <a:r>
                  <a:rPr lang="en-CA" b="1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lnSpc>
                    <a:spcPts val="3000"/>
                  </a:lnSpc>
                </a:pPr>
                <a:r>
                  <a:rPr lang="en-CA" dirty="0"/>
                  <a:t>Plus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 err="1"/>
                  <a:t>est</a:t>
                </a:r>
                <a:r>
                  <a:rPr lang="en-CA" dirty="0"/>
                  <a:t> grand, plus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 err="1"/>
                  <a:t>décroît</a:t>
                </a:r>
                <a:r>
                  <a:rPr lang="en-CA" dirty="0"/>
                  <a:t> </a:t>
                </a:r>
                <a:r>
                  <a:rPr lang="en-CA" dirty="0" err="1"/>
                  <a:t>vite</a:t>
                </a:r>
                <a:r>
                  <a:rPr lang="en-CA" dirty="0"/>
                  <a:t> dans le temps → </a:t>
                </a:r>
                <a:r>
                  <a:rPr lang="en-CA" b="1" dirty="0"/>
                  <a:t>spectre plus large</a:t>
                </a:r>
                <a:r>
                  <a:rPr lang="en-CA" dirty="0"/>
                  <a:t> (</a:t>
                </a:r>
                <a:r>
                  <a:rPr lang="en-CA" dirty="0" err="1"/>
                  <a:t>principe</a:t>
                </a:r>
                <a:r>
                  <a:rPr lang="en-CA" dirty="0"/>
                  <a:t> </a:t>
                </a:r>
                <a:r>
                  <a:rPr lang="en-CA" dirty="0" err="1"/>
                  <a:t>d’incertitude</a:t>
                </a:r>
                <a:r>
                  <a:rPr lang="en-CA" dirty="0"/>
                  <a:t> de Fourier).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CE07D61-03E4-144C-C7BB-44F3AD40B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253523"/>
                <a:ext cx="10136188" cy="6202917"/>
              </a:xfrm>
              <a:prstGeom prst="rect">
                <a:avLst/>
              </a:prstGeom>
              <a:blipFill>
                <a:blip r:embed="rId2"/>
                <a:stretch>
                  <a:fillRect l="-481" b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785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5D0DC4-4AA5-3621-13EB-1FDD1E82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8C7D57-CB1E-CA28-57A3-DE86310D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43</a:t>
            </a:fld>
            <a:endParaRPr lang="en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64FBF1E-52D7-6F9F-149A-E262BBA5E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35" y="168658"/>
            <a:ext cx="5105840" cy="283829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01CDA59-E941-D3ED-8444-96F3A560F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931" y="168658"/>
            <a:ext cx="4785610" cy="27014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7B48C74-973E-327C-7FCC-434A709F7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335" y="3391320"/>
            <a:ext cx="6458851" cy="228631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86C7D56-55C5-169E-3155-AA8F85BF85B3}"/>
              </a:ext>
            </a:extLst>
          </p:cNvPr>
          <p:cNvSpPr txBox="1"/>
          <p:nvPr/>
        </p:nvSpPr>
        <p:spPr>
          <a:xfrm>
            <a:off x="8258174" y="3571875"/>
            <a:ext cx="33432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un signal bien localisé dans le temps occupe une large bande de fréquences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B0F0"/>
                </a:solidFill>
              </a:rPr>
              <a:t>et inversement, un signal long (étalé) est presque “monochromatique”</a:t>
            </a:r>
            <a:endParaRPr lang="en-CA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709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254F1D-96D2-CBC0-BB5F-FC7EB15C4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3DD636-C9E2-7DB6-890A-F11F1113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44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3A59B9A-DD71-A875-61A9-45360CACAB39}"/>
                  </a:ext>
                </a:extLst>
              </p:cNvPr>
              <p:cNvSpPr txBox="1"/>
              <p:nvPr/>
            </p:nvSpPr>
            <p:spPr>
              <a:xfrm>
                <a:off x="1695449" y="85249"/>
                <a:ext cx="7743826" cy="2015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000"/>
                  </a:lnSpc>
                  <a:buNone/>
                </a:pPr>
                <a:r>
                  <a:rPr lang="en-CA" b="1" dirty="0" err="1"/>
                  <a:t>Exercice</a:t>
                </a:r>
                <a:r>
                  <a:rPr lang="en-CA" b="1" dirty="0"/>
                  <a:t> 2 :</a:t>
                </a:r>
                <a:br>
                  <a:rPr lang="en-CA" dirty="0"/>
                </a:br>
                <a:r>
                  <a:rPr lang="en-CA" dirty="0" err="1"/>
                  <a:t>Trouver</a:t>
                </a:r>
                <a:r>
                  <a:rPr lang="en-CA" dirty="0"/>
                  <a:t> la </a:t>
                </a:r>
                <a:r>
                  <a:rPr lang="en-CA" dirty="0" err="1"/>
                  <a:t>transformée</a:t>
                </a:r>
                <a:r>
                  <a:rPr lang="en-CA" dirty="0"/>
                  <a:t> de Fourier de la </a:t>
                </a:r>
                <a:r>
                  <a:rPr lang="en-CA" dirty="0" err="1"/>
                  <a:t>fonction</a:t>
                </a:r>
                <a:r>
                  <a:rPr lang="en-CA" dirty="0"/>
                  <a:t> </a:t>
                </a:r>
                <a:r>
                  <a:rPr lang="en-CA" dirty="0" err="1"/>
                  <a:t>porte</a:t>
                </a:r>
                <a:r>
                  <a:rPr lang="en-CA" dirty="0"/>
                  <a:t> :</a:t>
                </a:r>
              </a:p>
              <a:p>
                <a:pPr>
                  <a:lnSpc>
                    <a:spcPts val="3000"/>
                  </a:lnSpc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3000"/>
                  </a:lnSpc>
                  <a:buNone/>
                </a:pPr>
                <a:endParaRPr lang="en-CA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3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∣≤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∣&gt;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3A59B9A-DD71-A875-61A9-45360CACA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449" y="85249"/>
                <a:ext cx="7743826" cy="2015936"/>
              </a:xfrm>
              <a:prstGeom prst="rect">
                <a:avLst/>
              </a:prstGeom>
              <a:blipFill>
                <a:blip r:embed="rId2"/>
                <a:stretch>
                  <a:fillRect l="-630" b="-7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8B564FD-8B6A-9B77-C8B2-39601F5AF98E}"/>
                  </a:ext>
                </a:extLst>
              </p:cNvPr>
              <p:cNvSpPr txBox="1"/>
              <p:nvPr/>
            </p:nvSpPr>
            <p:spPr>
              <a:xfrm>
                <a:off x="1781175" y="2390239"/>
                <a:ext cx="7362825" cy="2364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Solution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CA" b="0" dirty="0"/>
              </a:p>
              <a:p>
                <a:pPr>
                  <a:buNone/>
                </a:pPr>
                <a:endParaRPr lang="ar-AE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m:rPr>
                              <m:nor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CA" b="0" i="0">
                              <a:latin typeface="Cambria Math" panose="02040503050406030204" pitchFamily="18" charset="0"/>
                            </a:rPr>
                            <m:t>sinc</m:t>
                          </m:r>
                          <m:d>
                            <m:d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CA" dirty="0"/>
                  <a:t>avec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CA" i="0">
                        <a:latin typeface="Cambria Math" panose="02040503050406030204" pitchFamily="18" charset="0"/>
                      </a:rPr>
                      <m:t>inc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i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8B564FD-8B6A-9B77-C8B2-39601F5AF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175" y="2390239"/>
                <a:ext cx="7362825" cy="2364045"/>
              </a:xfrm>
              <a:prstGeom prst="rect">
                <a:avLst/>
              </a:prstGeom>
              <a:blipFill>
                <a:blip r:embed="rId3"/>
                <a:stretch>
                  <a:fillRect l="-662" t="-1289" b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8AFD45B7-4BAD-0189-BAAC-99B260CD3662}"/>
              </a:ext>
            </a:extLst>
          </p:cNvPr>
          <p:cNvSpPr txBox="1"/>
          <p:nvPr/>
        </p:nvSpPr>
        <p:spPr>
          <a:xfrm>
            <a:off x="1181100" y="4838307"/>
            <a:ext cx="9734549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fr-FR" b="1" dirty="0"/>
              <a:t>Remarques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spectre est une </a:t>
            </a:r>
            <a:r>
              <a:rPr lang="fr-FR" b="1" dirty="0"/>
              <a:t>fonction </a:t>
            </a:r>
            <a:r>
              <a:rPr lang="fr-FR" b="1" dirty="0" err="1"/>
              <a:t>sinc</a:t>
            </a:r>
            <a:r>
              <a:rPr lang="fr-FR" dirty="0"/>
              <a:t>, c’est-à-dire une onde principale entourée de lobes décroissants.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Cela montre le principe : </a:t>
            </a:r>
            <a:r>
              <a:rPr lang="fr-FR" b="1" dirty="0"/>
              <a:t>signal court → spectre large</a:t>
            </a:r>
            <a:r>
              <a:rPr lang="fr-FR" dirty="0"/>
              <a:t>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4473B4A-91E2-BCD2-8BDB-D473539FA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225" y="262400"/>
            <a:ext cx="4295775" cy="166163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85F2219-0D6C-0159-DC52-4F42C1E3D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143" y="2101185"/>
            <a:ext cx="4561857" cy="189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420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063CE-40B4-CE16-CEC5-C518EF8E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B2E4FA-F15D-7FE5-A568-D39DE4CA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45</a:t>
            </a:fld>
            <a:endParaRPr lang="en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5180EA-D3CD-A4A4-B816-36FD9DEA94D6}"/>
              </a:ext>
            </a:extLst>
          </p:cNvPr>
          <p:cNvSpPr txBox="1"/>
          <p:nvPr/>
        </p:nvSpPr>
        <p:spPr>
          <a:xfrm>
            <a:off x="1989137" y="787782"/>
            <a:ext cx="8372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Introduction au Moment Cinétique en Mécanique Quantique</a:t>
            </a:r>
            <a:endParaRPr lang="en-CA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2D5241A-378E-E77E-29AF-125FDE0F6310}"/>
                  </a:ext>
                </a:extLst>
              </p:cNvPr>
              <p:cNvSpPr txBox="1"/>
              <p:nvPr/>
            </p:nvSpPr>
            <p:spPr>
              <a:xfrm>
                <a:off x="1015594" y="1335229"/>
                <a:ext cx="10708971" cy="4179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  <a:buNone/>
                </a:pPr>
                <a:r>
                  <a:rPr lang="en-CA" b="1" dirty="0" err="1"/>
                  <a:t>Objectifs</a:t>
                </a:r>
                <a:endParaRPr lang="en-CA" b="1" dirty="0"/>
              </a:p>
              <a:p>
                <a:pPr>
                  <a:lnSpc>
                    <a:spcPct val="250000"/>
                  </a:lnSpc>
                  <a:buFont typeface="+mj-lt"/>
                  <a:buAutoNum type="arabicPeriod"/>
                </a:pPr>
                <a:r>
                  <a:rPr lang="en-CA" dirty="0" err="1"/>
                  <a:t>Comprendre</a:t>
                </a:r>
                <a:r>
                  <a:rPr lang="en-CA" dirty="0"/>
                  <a:t> </a:t>
                </a:r>
                <a:r>
                  <a:rPr lang="en-CA" dirty="0" err="1"/>
                  <a:t>ce</a:t>
                </a:r>
                <a:r>
                  <a:rPr lang="en-CA" dirty="0"/>
                  <a:t> </a:t>
                </a:r>
                <a:r>
                  <a:rPr lang="en-CA" dirty="0" err="1"/>
                  <a:t>qu’est</a:t>
                </a:r>
                <a:r>
                  <a:rPr lang="en-CA" dirty="0"/>
                  <a:t> le </a:t>
                </a: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moment </a:t>
                </a:r>
                <a:r>
                  <a:rPr lang="en-CA" b="1" dirty="0" err="1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cinétique</a:t>
                </a: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en-CA" b="1" dirty="0" err="1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quantique</a:t>
                </a:r>
                <a:r>
                  <a:rPr lang="en-CA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en-CA" dirty="0"/>
                  <a:t>(</a:t>
                </a:r>
                <a:r>
                  <a:rPr lang="en-CA" dirty="0" err="1"/>
                  <a:t>interprétation</a:t>
                </a:r>
                <a:r>
                  <a:rPr lang="en-CA" dirty="0"/>
                  <a:t> physique et </a:t>
                </a:r>
                <a:r>
                  <a:rPr lang="en-CA" dirty="0" err="1"/>
                  <a:t>mathématique</a:t>
                </a:r>
                <a:r>
                  <a:rPr lang="en-CA" dirty="0"/>
                  <a:t>).</a:t>
                </a:r>
              </a:p>
              <a:p>
                <a:pPr>
                  <a:lnSpc>
                    <a:spcPct val="250000"/>
                  </a:lnSpc>
                  <a:buFont typeface="+mj-lt"/>
                  <a:buAutoNum type="arabicPeriod"/>
                </a:pPr>
                <a:r>
                  <a:rPr lang="en-CA" dirty="0" err="1"/>
                  <a:t>Apprendre</a:t>
                </a:r>
                <a:r>
                  <a:rPr lang="en-CA" dirty="0"/>
                  <a:t> à </a:t>
                </a:r>
                <a:r>
                  <a:rPr lang="en-CA" dirty="0" err="1"/>
                  <a:t>manipuler</a:t>
                </a:r>
                <a:r>
                  <a:rPr lang="en-CA" dirty="0"/>
                  <a:t> les </a:t>
                </a:r>
                <a:r>
                  <a:rPr lang="en-CA" dirty="0" err="1"/>
                  <a:t>opérateurs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ct val="250000"/>
                  </a:lnSpc>
                  <a:buFont typeface="+mj-lt"/>
                  <a:buAutoNum type="arabicPeriod"/>
                </a:pPr>
                <a:r>
                  <a:rPr lang="en-CA" dirty="0" err="1"/>
                  <a:t>Découvrir</a:t>
                </a:r>
                <a:r>
                  <a:rPr lang="en-CA" dirty="0"/>
                  <a:t> </a:t>
                </a:r>
                <a:r>
                  <a:rPr lang="en-CA" dirty="0" err="1"/>
                  <a:t>leurs</a:t>
                </a:r>
                <a:r>
                  <a:rPr lang="en-CA" dirty="0"/>
                  <a:t> </a:t>
                </a: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relations de commutation</a:t>
                </a:r>
                <a:r>
                  <a:rPr lang="en-CA" dirty="0"/>
                  <a:t> et les </a:t>
                </a:r>
                <a:r>
                  <a:rPr lang="en-CA" dirty="0" err="1"/>
                  <a:t>conséquences</a:t>
                </a:r>
                <a:r>
                  <a:rPr lang="en-CA" dirty="0"/>
                  <a:t> sur les </a:t>
                </a:r>
                <a:r>
                  <a:rPr lang="en-CA" dirty="0" err="1"/>
                  <a:t>mesures</a:t>
                </a:r>
                <a:r>
                  <a:rPr lang="en-CA" dirty="0"/>
                  <a:t> possibles.</a:t>
                </a:r>
              </a:p>
              <a:p>
                <a:pPr>
                  <a:lnSpc>
                    <a:spcPct val="250000"/>
                  </a:lnSpc>
                  <a:buFont typeface="+mj-lt"/>
                  <a:buAutoNum type="arabicPeriod"/>
                </a:pPr>
                <a:r>
                  <a:rPr lang="en-CA" dirty="0" err="1"/>
                  <a:t>Calculer</a:t>
                </a:r>
                <a:r>
                  <a:rPr lang="en-CA" dirty="0"/>
                  <a:t> les </a:t>
                </a:r>
                <a:r>
                  <a:rPr lang="en-CA" b="1" dirty="0" err="1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valeurs</a:t>
                </a: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en-CA" b="1" dirty="0" err="1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propres</a:t>
                </a:r>
                <a:r>
                  <a:rPr lang="en-CA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en-CA" dirty="0"/>
                  <a:t>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2D5241A-378E-E77E-29AF-125FDE0F6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94" y="1335229"/>
                <a:ext cx="10708971" cy="4179606"/>
              </a:xfrm>
              <a:prstGeom prst="rect">
                <a:avLst/>
              </a:prstGeom>
              <a:blipFill>
                <a:blip r:embed="rId2"/>
                <a:stretch>
                  <a:fillRect l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406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2D4B71-3773-DDBB-8E67-617F926B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2FDF1B-3287-DA37-6E5A-89266E5A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46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6F451F18-7BB4-1C13-7316-099C4DE0A3F8}"/>
                  </a:ext>
                </a:extLst>
              </p:cNvPr>
              <p:cNvSpPr txBox="1"/>
              <p:nvPr/>
            </p:nvSpPr>
            <p:spPr>
              <a:xfrm>
                <a:off x="1438275" y="214402"/>
                <a:ext cx="10401300" cy="6072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Lien avec la </a:t>
                </a:r>
                <a:r>
                  <a:rPr lang="en-CA" b="1" dirty="0" err="1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mécanique</a:t>
                </a: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 Classique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En </a:t>
                </a:r>
                <a:r>
                  <a:rPr lang="en-CA" b="1" dirty="0" err="1"/>
                  <a:t>mécanique</a:t>
                </a:r>
                <a:r>
                  <a:rPr lang="en-CA" b="1" dirty="0"/>
                  <a:t> </a:t>
                </a:r>
                <a:r>
                  <a:rPr lang="en-CA" b="1" dirty="0" err="1"/>
                  <a:t>classique</a:t>
                </a:r>
                <a:r>
                  <a:rPr lang="en-CA" dirty="0"/>
                  <a:t>, le moment </a:t>
                </a:r>
                <a:r>
                  <a:rPr lang="en-CA" dirty="0" err="1"/>
                  <a:t>cinétique</a:t>
                </a:r>
                <a:r>
                  <a:rPr lang="en-CA" dirty="0"/>
                  <a:t> (</a:t>
                </a:r>
                <a:r>
                  <a:rPr lang="en-CA" dirty="0" err="1"/>
                  <a:t>ou</a:t>
                </a:r>
                <a:r>
                  <a:rPr lang="en-CA" dirty="0"/>
                  <a:t> moment </a:t>
                </a:r>
                <a:r>
                  <a:rPr lang="en-CA" dirty="0" err="1"/>
                  <a:t>angulaire</a:t>
                </a:r>
                <a:r>
                  <a:rPr lang="en-CA" dirty="0"/>
                  <a:t>) </a:t>
                </a:r>
                <a:r>
                  <a:rPr lang="en-CA" dirty="0" err="1"/>
                  <a:t>d’une</a:t>
                </a:r>
                <a:r>
                  <a:rPr lang="en-CA" dirty="0"/>
                  <a:t> </a:t>
                </a:r>
                <a:r>
                  <a:rPr lang="en-CA" dirty="0" err="1"/>
                  <a:t>particule</a:t>
                </a:r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ar-AE" dirty="0"/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 err="1"/>
                  <a:t>est</a:t>
                </a:r>
                <a:r>
                  <a:rPr lang="en-CA" dirty="0"/>
                  <a:t> la position,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la </a:t>
                </a:r>
                <a:r>
                  <a:rPr lang="en-CA" dirty="0" err="1"/>
                  <a:t>quantité</a:t>
                </a:r>
                <a:r>
                  <a:rPr lang="en-CA" dirty="0"/>
                  <a:t> de </a:t>
                </a:r>
                <a:r>
                  <a:rPr lang="en-CA" dirty="0" err="1"/>
                  <a:t>mouvement</a:t>
                </a:r>
                <a:r>
                  <a:rPr lang="en-CA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Dans un champ central (</a:t>
                </a:r>
                <a:r>
                  <a:rPr lang="en-CA" dirty="0" err="1"/>
                  <a:t>comme</a:t>
                </a:r>
                <a:r>
                  <a:rPr lang="en-CA" dirty="0"/>
                  <a:t> </a:t>
                </a:r>
                <a:r>
                  <a:rPr lang="en-CA" dirty="0" err="1"/>
                  <a:t>autour</a:t>
                </a:r>
                <a:r>
                  <a:rPr lang="en-CA" dirty="0"/>
                  <a:t> d’un noyau </a:t>
                </a:r>
                <a:r>
                  <a:rPr lang="en-CA" dirty="0" err="1"/>
                  <a:t>d’atome</a:t>
                </a:r>
                <a:r>
                  <a:rPr lang="en-CA" dirty="0"/>
                  <a:t>), </a:t>
                </a:r>
                <a:r>
                  <a:rPr lang="en-CA" dirty="0" err="1"/>
                  <a:t>ce</a:t>
                </a:r>
                <a:r>
                  <a:rPr lang="en-CA" dirty="0"/>
                  <a:t> moment </a:t>
                </a:r>
                <a:r>
                  <a:rPr lang="en-CA" dirty="0" err="1"/>
                  <a:t>mesure</a:t>
                </a:r>
                <a:r>
                  <a:rPr lang="en-CA" dirty="0"/>
                  <a:t> </a:t>
                </a:r>
                <a:r>
                  <a:rPr lang="en-CA" b="1" dirty="0"/>
                  <a:t>la rotation</a:t>
                </a:r>
                <a:r>
                  <a:rPr lang="en-CA" dirty="0"/>
                  <a:t> </a:t>
                </a:r>
                <a:r>
                  <a:rPr lang="en-CA" dirty="0" err="1"/>
                  <a:t>ou</a:t>
                </a:r>
                <a:r>
                  <a:rPr lang="en-CA" dirty="0"/>
                  <a:t> </a:t>
                </a:r>
                <a:r>
                  <a:rPr lang="en-CA" b="1" dirty="0"/>
                  <a:t>la "</a:t>
                </a:r>
                <a:r>
                  <a:rPr lang="en-CA" b="1" dirty="0" err="1"/>
                  <a:t>quantité</a:t>
                </a:r>
                <a:r>
                  <a:rPr lang="en-CA" b="1" dirty="0"/>
                  <a:t> de </a:t>
                </a:r>
                <a:r>
                  <a:rPr lang="en-CA" b="1" dirty="0" err="1"/>
                  <a:t>mouvement</a:t>
                </a:r>
                <a:r>
                  <a:rPr lang="en-CA" b="1" dirty="0"/>
                  <a:t> de rotation"</a:t>
                </a:r>
                <a:r>
                  <a:rPr lang="en-CA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Exemple</a:t>
                </a:r>
                <a:r>
                  <a:rPr lang="en-CA" dirty="0"/>
                  <a:t> </a:t>
                </a:r>
                <a:r>
                  <a:rPr lang="en-CA" dirty="0" err="1"/>
                  <a:t>intuitif</a:t>
                </a:r>
                <a:r>
                  <a:rPr lang="en-CA" dirty="0"/>
                  <a:t> : Si on </a:t>
                </a:r>
                <a:r>
                  <a:rPr lang="en-CA" dirty="0" err="1"/>
                  <a:t>fais</a:t>
                </a:r>
                <a:r>
                  <a:rPr lang="en-CA" dirty="0"/>
                  <a:t> </a:t>
                </a:r>
                <a:r>
                  <a:rPr lang="en-CA" dirty="0" err="1"/>
                  <a:t>tourner</a:t>
                </a:r>
                <a:r>
                  <a:rPr lang="en-CA" dirty="0"/>
                  <a:t>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dirty="0" err="1"/>
                  <a:t>balle</a:t>
                </a:r>
                <a:r>
                  <a:rPr lang="en-CA" dirty="0"/>
                  <a:t> </a:t>
                </a:r>
                <a:r>
                  <a:rPr lang="en-CA" dirty="0" err="1"/>
                  <a:t>attachée</a:t>
                </a:r>
                <a:r>
                  <a:rPr lang="en-CA" dirty="0"/>
                  <a:t> à </a:t>
                </a:r>
                <a:r>
                  <a:rPr lang="en-CA" dirty="0" err="1"/>
                  <a:t>une</a:t>
                </a:r>
                <a:r>
                  <a:rPr lang="en-CA" dirty="0"/>
                  <a:t> ficelle, plus la </a:t>
                </a:r>
                <a:r>
                  <a:rPr lang="en-CA" dirty="0" err="1"/>
                  <a:t>balle</a:t>
                </a:r>
                <a:r>
                  <a:rPr lang="en-CA" dirty="0"/>
                  <a:t> </a:t>
                </a:r>
                <a:r>
                  <a:rPr lang="en-CA" dirty="0" err="1"/>
                  <a:t>tourne</a:t>
                </a:r>
                <a:r>
                  <a:rPr lang="en-CA" dirty="0"/>
                  <a:t> </a:t>
                </a:r>
                <a:r>
                  <a:rPr lang="en-CA" dirty="0" err="1"/>
                  <a:t>vite</a:t>
                </a:r>
                <a:r>
                  <a:rPr lang="en-CA" dirty="0"/>
                  <a:t> </a:t>
                </a:r>
                <a:r>
                  <a:rPr lang="en-CA" dirty="0" err="1"/>
                  <a:t>ou</a:t>
                </a:r>
                <a:r>
                  <a:rPr lang="en-CA" dirty="0"/>
                  <a:t> plus la ficelle </a:t>
                </a:r>
                <a:r>
                  <a:rPr lang="en-CA" dirty="0" err="1"/>
                  <a:t>est</a:t>
                </a:r>
                <a:r>
                  <a:rPr lang="en-CA" dirty="0"/>
                  <a:t> longue, plus le moment </a:t>
                </a:r>
                <a:r>
                  <a:rPr lang="en-CA" dirty="0" err="1"/>
                  <a:t>cinétique</a:t>
                </a:r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grand.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Passage à la </a:t>
                </a:r>
                <a:r>
                  <a:rPr lang="en-CA" b="1" dirty="0" err="1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mécanique</a:t>
                </a:r>
                <a:r>
                  <a:rPr lang="en-CA" b="1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en-CA" b="1" dirty="0" err="1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quantique</a:t>
                </a:r>
                <a:endParaRPr lang="en-CA" b="1" dirty="0">
                  <a:solidFill>
                    <a:srgbClr val="00B0F0"/>
                  </a:solidFill>
                  <a:highlight>
                    <a:srgbClr val="FFFF00"/>
                  </a:highlight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dirty="0"/>
                  <a:t>En </a:t>
                </a:r>
                <a:r>
                  <a:rPr lang="en-CA" dirty="0" err="1"/>
                  <a:t>mécanique</a:t>
                </a:r>
                <a:r>
                  <a:rPr lang="en-CA" dirty="0"/>
                  <a:t> </a:t>
                </a:r>
                <a:r>
                  <a:rPr lang="en-CA" dirty="0" err="1"/>
                  <a:t>quantique</a:t>
                </a:r>
                <a:r>
                  <a:rPr lang="en-CA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CA" dirty="0"/>
                  <a:t>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deviennent</a:t>
                </a:r>
                <a:r>
                  <a:rPr lang="en-CA" dirty="0"/>
                  <a:t> des </a:t>
                </a:r>
                <a:r>
                  <a:rPr lang="en-CA" b="1" dirty="0" err="1"/>
                  <a:t>opérateurs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 err="1"/>
                  <a:t>Ainsi</a:t>
                </a:r>
                <a:r>
                  <a:rPr lang="en-CA" dirty="0"/>
                  <a:t>, on </a:t>
                </a:r>
                <a:r>
                  <a:rPr lang="en-CA" dirty="0" err="1"/>
                  <a:t>définit</a:t>
                </a:r>
                <a:r>
                  <a:rPr lang="en-CA" dirty="0"/>
                  <a:t> </a:t>
                </a:r>
                <a:r>
                  <a:rPr lang="en-CA" dirty="0" err="1"/>
                  <a:t>l’opérateur</a:t>
                </a:r>
                <a:r>
                  <a:rPr lang="en-CA" dirty="0"/>
                  <a:t> du moment </a:t>
                </a:r>
                <a:r>
                  <a:rPr lang="en-CA" dirty="0" err="1"/>
                  <a:t>cinétique</a:t>
                </a:r>
                <a:r>
                  <a:rPr lang="en-CA" dirty="0"/>
                  <a:t> </a:t>
                </a:r>
                <a:r>
                  <a:rPr lang="en-CA" dirty="0" err="1"/>
                  <a:t>comme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dirty="0"/>
                  <a:t>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acc>
                    <m:r>
                      <a:rPr lang="en-CA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CA" dirty="0"/>
                  <a:t>      avec :   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6F451F18-7BB4-1C13-7316-099C4DE0A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275" y="214402"/>
                <a:ext cx="10401300" cy="6072496"/>
              </a:xfrm>
              <a:prstGeom prst="rect">
                <a:avLst/>
              </a:prstGeom>
              <a:blipFill>
                <a:blip r:embed="rId2"/>
                <a:stretch>
                  <a:fillRect l="-528" t="-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7930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61948E-5F30-41F7-7F2F-3754CD93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F38FC2-12E0-255E-3EDD-71A6DF4B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47</a:t>
            </a:fld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394A7F68-FD11-4DA2-A80D-EE75F3FC4225}"/>
                  </a:ext>
                </a:extLst>
              </p14:cNvPr>
              <p14:cNvContentPartPr/>
              <p14:nvPr/>
            </p14:nvContentPartPr>
            <p14:xfrm>
              <a:off x="3187769" y="1333250"/>
              <a:ext cx="992287" cy="742774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394A7F68-FD11-4DA2-A80D-EE75F3FC42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69773" y="1315256"/>
                <a:ext cx="1027919" cy="778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95EA1429-16D1-3BEB-BAF2-7DD8A7BAC9F4}"/>
                  </a:ext>
                </a:extLst>
              </p14:cNvPr>
              <p14:cNvContentPartPr/>
              <p14:nvPr/>
            </p14:nvContentPartPr>
            <p14:xfrm>
              <a:off x="4601733" y="1417819"/>
              <a:ext cx="132659" cy="507559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95EA1429-16D1-3BEB-BAF2-7DD8A7BAC9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3758" y="1399833"/>
                <a:ext cx="168250" cy="543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93876718-32C4-F588-BAE3-54D89A4385E8}"/>
                  </a:ext>
                </a:extLst>
              </p14:cNvPr>
              <p14:cNvContentPartPr/>
              <p14:nvPr/>
            </p14:nvContentPartPr>
            <p14:xfrm>
              <a:off x="4759376" y="843196"/>
              <a:ext cx="12491" cy="12491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93876718-32C4-F588-BAE3-54D89A4385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34826" y="218646"/>
                <a:ext cx="1249100" cy="1249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A65F868D-AE44-E50E-A830-39C957513680}"/>
                  </a:ext>
                </a:extLst>
              </p14:cNvPr>
              <p14:cNvContentPartPr/>
              <p14:nvPr/>
            </p14:nvContentPartPr>
            <p14:xfrm>
              <a:off x="4987010" y="1437322"/>
              <a:ext cx="690513" cy="532381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A65F868D-AE44-E50E-A830-39C9575136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69019" y="1419336"/>
                <a:ext cx="726136" cy="567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58CB496B-9D53-ADD5-65BE-C8D5501089B4}"/>
                  </a:ext>
                </a:extLst>
              </p14:cNvPr>
              <p14:cNvContentPartPr/>
              <p14:nvPr/>
            </p14:nvContentPartPr>
            <p14:xfrm>
              <a:off x="5823171" y="1321222"/>
              <a:ext cx="1345055" cy="713724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58CB496B-9D53-ADD5-65BE-C8D5501089B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05175" y="1303235"/>
                <a:ext cx="1380688" cy="749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FF1A4E3C-B3C3-20EA-ABB3-94E5B1CFF16C}"/>
                  </a:ext>
                </a:extLst>
              </p14:cNvPr>
              <p14:cNvContentPartPr/>
              <p14:nvPr/>
            </p14:nvContentPartPr>
            <p14:xfrm>
              <a:off x="7443242" y="1399082"/>
              <a:ext cx="401610" cy="587726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FF1A4E3C-B3C3-20EA-ABB3-94E5B1CFF1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25265" y="1381098"/>
                <a:ext cx="437205" cy="623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DB23B6EF-CAEF-8193-228B-E0780E877E1E}"/>
                  </a:ext>
                </a:extLst>
              </p14:cNvPr>
              <p14:cNvContentPartPr/>
              <p14:nvPr/>
            </p14:nvContentPartPr>
            <p14:xfrm>
              <a:off x="8295194" y="1376518"/>
              <a:ext cx="658162" cy="493574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DB23B6EF-CAEF-8193-228B-E0780E877E1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77202" y="1358531"/>
                <a:ext cx="693787" cy="529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3E17E3B7-25B5-73FE-C6BD-68BF6AFEC2B1}"/>
                  </a:ext>
                </a:extLst>
              </p14:cNvPr>
              <p14:cNvContentPartPr/>
              <p14:nvPr/>
            </p14:nvContentPartPr>
            <p14:xfrm>
              <a:off x="8610455" y="745398"/>
              <a:ext cx="883570" cy="1725804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3E17E3B7-25B5-73FE-C6BD-68BF6AFEC2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92460" y="727398"/>
                <a:ext cx="919201" cy="1761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38790871-AFD5-EC8A-6126-520BD1BEEF64}"/>
                  </a:ext>
                </a:extLst>
              </p14:cNvPr>
              <p14:cNvContentPartPr/>
              <p14:nvPr/>
            </p14:nvContentPartPr>
            <p14:xfrm>
              <a:off x="10116617" y="699540"/>
              <a:ext cx="51709" cy="58225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38790871-AFD5-EC8A-6126-520BD1BEEF6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98662" y="681680"/>
                <a:ext cx="87259" cy="93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D1A0860-1D0C-817E-5F0B-58C39EA53022}"/>
                  </a:ext>
                </a:extLst>
              </p14:cNvPr>
              <p14:cNvContentPartPr/>
              <p14:nvPr/>
            </p14:nvContentPartPr>
            <p14:xfrm>
              <a:off x="9974290" y="1424065"/>
              <a:ext cx="12905" cy="779345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D1A0860-1D0C-817E-5F0B-58C39EA5302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56851" y="1406075"/>
                <a:ext cx="47435" cy="814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7937708D-6728-B05D-A0A6-6815D43E5957}"/>
                  </a:ext>
                </a:extLst>
              </p14:cNvPr>
              <p14:cNvContentPartPr/>
              <p14:nvPr/>
            </p14:nvContentPartPr>
            <p14:xfrm>
              <a:off x="9912246" y="1395380"/>
              <a:ext cx="672872" cy="122374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7937708D-6728-B05D-A0A6-6815D43E595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894255" y="1377437"/>
                <a:ext cx="708495" cy="157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927B551F-AA50-9924-D5D8-3DA3BAE566B2}"/>
                  </a:ext>
                </a:extLst>
              </p14:cNvPr>
              <p14:cNvContentPartPr/>
              <p14:nvPr/>
            </p14:nvContentPartPr>
            <p14:xfrm>
              <a:off x="3072983" y="2813024"/>
              <a:ext cx="1202766" cy="1507827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927B551F-AA50-9924-D5D8-3DA3BAE566B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054988" y="2795027"/>
                <a:ext cx="1238396" cy="1543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C4267468-6A9A-2BB8-F4CE-7333ADC9F02E}"/>
                  </a:ext>
                </a:extLst>
              </p14:cNvPr>
              <p14:cNvContentPartPr/>
              <p14:nvPr/>
            </p14:nvContentPartPr>
            <p14:xfrm>
              <a:off x="4354711" y="2642016"/>
              <a:ext cx="952149" cy="1440981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C4267468-6A9A-2BB8-F4CE-7333ADC9F02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36719" y="2624017"/>
                <a:ext cx="987774" cy="1476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3577EE2B-7AE4-9F08-20AF-9C85FBB178D0}"/>
                  </a:ext>
                </a:extLst>
              </p14:cNvPr>
              <p14:cNvContentPartPr/>
              <p14:nvPr/>
            </p14:nvContentPartPr>
            <p14:xfrm>
              <a:off x="5827573" y="2898098"/>
              <a:ext cx="234277" cy="1112730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3577EE2B-7AE4-9F08-20AF-9C85FBB178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09607" y="2880104"/>
                <a:ext cx="269850" cy="1148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BD2995AD-61E0-5E3A-08A7-51A6DC8CACDE}"/>
                  </a:ext>
                </a:extLst>
              </p14:cNvPr>
              <p14:cNvContentPartPr/>
              <p14:nvPr/>
            </p14:nvContentPartPr>
            <p14:xfrm>
              <a:off x="6033540" y="2733045"/>
              <a:ext cx="712553" cy="177544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BD2995AD-61E0-5E3A-08A7-51A6DC8CACD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015546" y="2715111"/>
                <a:ext cx="748181" cy="2130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72EBC293-EECB-635E-8D34-6515CE959B4A}"/>
                  </a:ext>
                </a:extLst>
              </p14:cNvPr>
              <p14:cNvContentPartPr/>
              <p14:nvPr/>
            </p14:nvContentPartPr>
            <p14:xfrm>
              <a:off x="2054770" y="4484557"/>
              <a:ext cx="510167" cy="1399915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72EBC293-EECB-635E-8D34-6515CE959B4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36794" y="4466563"/>
                <a:ext cx="545760" cy="1435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1AF9B1E5-9B5B-5F3A-2F52-0B10F3B741B0}"/>
                  </a:ext>
                </a:extLst>
              </p14:cNvPr>
              <p14:cNvContentPartPr/>
              <p14:nvPr/>
            </p14:nvContentPartPr>
            <p14:xfrm>
              <a:off x="2730876" y="5055174"/>
              <a:ext cx="379320" cy="577728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1AF9B1E5-9B5B-5F3A-2F52-0B10F3B741B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12899" y="5037187"/>
                <a:ext cx="414915" cy="613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2AF34E90-4715-25FB-C4A7-449EE7355BC9}"/>
                  </a:ext>
                </a:extLst>
              </p14:cNvPr>
              <p14:cNvContentPartPr/>
              <p14:nvPr/>
            </p14:nvContentPartPr>
            <p14:xfrm>
              <a:off x="3269462" y="4970513"/>
              <a:ext cx="482300" cy="702707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2AF34E90-4715-25FB-C4A7-449EE7355BC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51479" y="4952513"/>
                <a:ext cx="517906" cy="738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4F1CCE14-E426-CE70-5019-E05BE005924B}"/>
                  </a:ext>
                </a:extLst>
              </p14:cNvPr>
              <p14:cNvContentPartPr/>
              <p14:nvPr/>
            </p14:nvContentPartPr>
            <p14:xfrm>
              <a:off x="3860755" y="5064364"/>
              <a:ext cx="361473" cy="413242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4F1CCE14-E426-CE70-5019-E05BE005924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42771" y="5046381"/>
                <a:ext cx="397081" cy="448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084C4992-E9D4-0532-09B7-A7F342851A96}"/>
                  </a:ext>
                </a:extLst>
              </p14:cNvPr>
              <p14:cNvContentPartPr/>
              <p14:nvPr/>
            </p14:nvContentPartPr>
            <p14:xfrm>
              <a:off x="4082856" y="4397115"/>
              <a:ext cx="308011" cy="1371110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084C4992-E9D4-0532-09B7-A7F342851A9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64886" y="4379121"/>
                <a:ext cx="343592" cy="1406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EE06E081-9A9D-D67A-4185-8D5043526932}"/>
                  </a:ext>
                </a:extLst>
              </p14:cNvPr>
              <p14:cNvContentPartPr/>
              <p14:nvPr/>
            </p14:nvContentPartPr>
            <p14:xfrm>
              <a:off x="4407972" y="5052934"/>
              <a:ext cx="409325" cy="518916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EE06E081-9A9D-D67A-4185-8D504352693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89988" y="5034954"/>
                <a:ext cx="444934" cy="554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AE2A3FCB-F047-825C-7834-A6C62F4BA25A}"/>
                  </a:ext>
                </a:extLst>
              </p14:cNvPr>
              <p14:cNvContentPartPr/>
              <p14:nvPr/>
            </p14:nvContentPartPr>
            <p14:xfrm>
              <a:off x="4895862" y="4389437"/>
              <a:ext cx="1400656" cy="1551053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AE2A3FCB-F047-825C-7834-A6C62F4BA25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77868" y="4371439"/>
                <a:ext cx="1436284" cy="15866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82C2C4F6-9F05-BC35-B180-CEDAC66B7D4A}"/>
                  </a:ext>
                </a:extLst>
              </p14:cNvPr>
              <p14:cNvContentPartPr/>
              <p14:nvPr/>
            </p14:nvContentPartPr>
            <p14:xfrm>
              <a:off x="6359010" y="4014134"/>
              <a:ext cx="558097" cy="882847"/>
            </p14:xfrm>
          </p:contentPart>
        </mc:Choice>
        <mc:Fallback xmlns=""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82C2C4F6-9F05-BC35-B180-CEDAC66B7D4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41018" y="3996139"/>
                <a:ext cx="593720" cy="9184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F852B260-F032-C037-EBC3-361CE93DCE60}"/>
                  </a:ext>
                </a:extLst>
              </p14:cNvPr>
              <p14:cNvContentPartPr/>
              <p14:nvPr/>
            </p14:nvContentPartPr>
            <p14:xfrm>
              <a:off x="7137454" y="3820351"/>
              <a:ext cx="595447" cy="624271"/>
            </p14:xfrm>
          </p:contentPart>
        </mc:Choice>
        <mc:Fallback xmlns=""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F852B260-F032-C037-EBC3-361CE93DCE6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19465" y="3802371"/>
                <a:ext cx="631066" cy="659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7F161A98-D66D-27D2-D7BD-42B64CD0E5EB}"/>
                  </a:ext>
                </a:extLst>
              </p14:cNvPr>
              <p14:cNvContentPartPr/>
              <p14:nvPr/>
            </p14:nvContentPartPr>
            <p14:xfrm>
              <a:off x="7738672" y="3222885"/>
              <a:ext cx="358350" cy="933039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7F161A98-D66D-27D2-D7BD-42B64CD0E5E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20701" y="3204894"/>
                <a:ext cx="393933" cy="968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EF6F7C0F-199A-5D3E-0438-3DFA27631E8A}"/>
                  </a:ext>
                </a:extLst>
              </p14:cNvPr>
              <p14:cNvContentPartPr/>
              <p14:nvPr/>
            </p14:nvContentPartPr>
            <p14:xfrm>
              <a:off x="7851098" y="3539924"/>
              <a:ext cx="380564" cy="220108"/>
            </p14:xfrm>
          </p:contentPart>
        </mc:Choice>
        <mc:Fallback xmlns=""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EF6F7C0F-199A-5D3E-0438-3DFA27631E8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833113" y="3521971"/>
                <a:ext cx="416174" cy="255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C2A06B2B-D137-6F35-9A94-7A8B96265E2E}"/>
                  </a:ext>
                </a:extLst>
              </p14:cNvPr>
              <p14:cNvContentPartPr/>
              <p14:nvPr/>
            </p14:nvContentPartPr>
            <p14:xfrm>
              <a:off x="8157147" y="2916835"/>
              <a:ext cx="256283" cy="911555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C2A06B2B-D137-6F35-9A94-7A8B96265E2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39150" y="2898841"/>
                <a:ext cx="291918" cy="9471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C8D5AD9F-9336-60DD-FE21-59F62DDD7D5D}"/>
                  </a:ext>
                </a:extLst>
              </p14:cNvPr>
              <p14:cNvContentPartPr/>
              <p14:nvPr/>
            </p14:nvContentPartPr>
            <p14:xfrm>
              <a:off x="8509616" y="3239984"/>
              <a:ext cx="457789" cy="521194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C8D5AD9F-9336-60DD-FE21-59F62DDD7D5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91635" y="3221999"/>
                <a:ext cx="493391" cy="556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EB5317FA-63C9-0457-57F0-E6A6E1CF0FC0}"/>
                  </a:ext>
                </a:extLst>
              </p14:cNvPr>
              <p14:cNvContentPartPr/>
              <p14:nvPr/>
            </p14:nvContentPartPr>
            <p14:xfrm>
              <a:off x="9103944" y="3075449"/>
              <a:ext cx="398845" cy="579299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EB5317FA-63C9-0457-57F0-E6A6E1CF0FC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085962" y="3057458"/>
                <a:ext cx="434450" cy="6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D1598B55-B8E6-2E0C-DFCE-6BC82CA9587C}"/>
                  </a:ext>
                </a:extLst>
              </p14:cNvPr>
              <p14:cNvContentPartPr/>
              <p14:nvPr/>
            </p14:nvContentPartPr>
            <p14:xfrm>
              <a:off x="9506261" y="2598294"/>
              <a:ext cx="268095" cy="650559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D1598B55-B8E6-2E0C-DFCE-6BC82CA9587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488292" y="2580303"/>
                <a:ext cx="303673" cy="686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6F0BE3EF-B55D-1647-DE41-274C0606B9DF}"/>
                  </a:ext>
                </a:extLst>
              </p14:cNvPr>
              <p14:cNvContentPartPr/>
              <p14:nvPr/>
            </p14:nvContentPartPr>
            <p14:xfrm>
              <a:off x="9737360" y="2784308"/>
              <a:ext cx="416821" cy="536232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6F0BE3EF-B55D-1647-DE41-274C0606B9D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19363" y="2766326"/>
                <a:ext cx="452456" cy="571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658EA82B-00E0-3AA1-1D03-CD58B093B5C6}"/>
                  </a:ext>
                </a:extLst>
              </p14:cNvPr>
              <p14:cNvContentPartPr/>
              <p14:nvPr/>
            </p14:nvContentPartPr>
            <p14:xfrm>
              <a:off x="10268262" y="2954878"/>
              <a:ext cx="165218" cy="130931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658EA82B-00E0-3AA1-1D03-CD58B093B5C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250304" y="2936942"/>
                <a:ext cx="200776" cy="166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5F12EF4A-2EFB-7B76-9FB9-77BDABE635D8}"/>
                  </a:ext>
                </a:extLst>
              </p14:cNvPr>
              <p14:cNvContentPartPr/>
              <p14:nvPr/>
            </p14:nvContentPartPr>
            <p14:xfrm>
              <a:off x="10562232" y="2223540"/>
              <a:ext cx="705311" cy="597979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5F12EF4A-2EFB-7B76-9FB9-77BDABE635D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544239" y="2205550"/>
                <a:ext cx="740936" cy="633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543C7420-90FF-2FFF-9D98-9FAA64068A34}"/>
                  </a:ext>
                </a:extLst>
              </p14:cNvPr>
              <p14:cNvContentPartPr/>
              <p14:nvPr/>
            </p14:nvContentPartPr>
            <p14:xfrm>
              <a:off x="11417508" y="1784154"/>
              <a:ext cx="525472" cy="537155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543C7420-90FF-2FFF-9D98-9FAA64068A3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399525" y="1766165"/>
                <a:ext cx="561079" cy="572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E7EA144A-30C6-80F5-DC89-D1A91F468A1D}"/>
                  </a:ext>
                </a:extLst>
              </p14:cNvPr>
              <p14:cNvContentPartPr/>
              <p14:nvPr/>
            </p14:nvContentPartPr>
            <p14:xfrm>
              <a:off x="6920458" y="2725277"/>
              <a:ext cx="4235023" cy="2527525"/>
            </p14:xfrm>
          </p:contentPart>
        </mc:Choice>
        <mc:Fallback xmlns=""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E7EA144A-30C6-80F5-DC89-D1A91F468A1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02460" y="2707280"/>
                <a:ext cx="4270660" cy="2563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EDDDA999-317B-30D4-BE5E-61B5FA230BBD}"/>
                  </a:ext>
                </a:extLst>
              </p14:cNvPr>
              <p14:cNvContentPartPr/>
              <p14:nvPr/>
            </p14:nvContentPartPr>
            <p14:xfrm>
              <a:off x="7370163" y="3353571"/>
              <a:ext cx="3467196" cy="2267740"/>
            </p14:xfrm>
          </p:contentPart>
        </mc:Choice>
        <mc:Fallback xmlns=""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EDDDA999-317B-30D4-BE5E-61B5FA230BB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52165" y="3335573"/>
                <a:ext cx="3502833" cy="2303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21C82C55-9977-2096-62E2-7821EA18430F}"/>
                  </a:ext>
                </a:extLst>
              </p14:cNvPr>
              <p14:cNvContentPartPr/>
              <p14:nvPr/>
            </p14:nvContentPartPr>
            <p14:xfrm>
              <a:off x="8069705" y="3415286"/>
              <a:ext cx="3514502" cy="2380910"/>
            </p14:xfrm>
          </p:contentPart>
        </mc:Choice>
        <mc:Fallback xmlns=""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21C82C55-9977-2096-62E2-7821EA18430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51708" y="3397290"/>
                <a:ext cx="3550137" cy="24165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03923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A79EFE-A02E-BEF8-E06E-6BB6DE06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8793CB-FD05-1FEF-2B46-2EBDC77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48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93A1D2D-8734-9499-139E-CEE3B5B110F9}"/>
                  </a:ext>
                </a:extLst>
              </p:cNvPr>
              <p:cNvSpPr txBox="1"/>
              <p:nvPr/>
            </p:nvSpPr>
            <p:spPr>
              <a:xfrm>
                <a:off x="1676400" y="142153"/>
                <a:ext cx="6096000" cy="2316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 err="1"/>
                  <a:t>Composantes</a:t>
                </a:r>
                <a:r>
                  <a:rPr lang="en-CA" b="1" dirty="0"/>
                  <a:t> </a:t>
                </a:r>
                <a:r>
                  <a:rPr lang="en-CA" b="1" dirty="0" err="1"/>
                  <a:t>explicites</a:t>
                </a:r>
                <a:r>
                  <a:rPr lang="en-CA" b="1" dirty="0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93A1D2D-8734-9499-139E-CEE3B5B11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42153"/>
                <a:ext cx="6096000" cy="2316019"/>
              </a:xfrm>
              <a:prstGeom prst="rect">
                <a:avLst/>
              </a:prstGeom>
              <a:blipFill>
                <a:blip r:embed="rId2"/>
                <a:stretch>
                  <a:fillRect l="-800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D58FB777-7BD9-F0BA-C3CD-60126394DA8C}"/>
                  </a:ext>
                </a:extLst>
              </p:cNvPr>
              <p:cNvSpPr txBox="1"/>
              <p:nvPr/>
            </p:nvSpPr>
            <p:spPr>
              <a:xfrm>
                <a:off x="1311579" y="2579029"/>
                <a:ext cx="10267950" cy="3230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Relations de commutation</a:t>
                </a:r>
              </a:p>
              <a:p>
                <a:pPr>
                  <a:buNone/>
                </a:pPr>
                <a:r>
                  <a:rPr lang="en-CA" dirty="0"/>
                  <a:t>Le moment </a:t>
                </a:r>
                <a:r>
                  <a:rPr lang="en-CA" dirty="0" err="1"/>
                  <a:t>cinétique</a:t>
                </a:r>
                <a:r>
                  <a:rPr lang="en-CA" dirty="0"/>
                  <a:t> </a:t>
                </a:r>
                <a:r>
                  <a:rPr lang="en-CA" dirty="0" err="1"/>
                  <a:t>n’est</a:t>
                </a:r>
                <a:r>
                  <a:rPr lang="en-CA" dirty="0"/>
                  <a:t> pas </a:t>
                </a:r>
                <a:r>
                  <a:rPr lang="en-CA" dirty="0" err="1"/>
                  <a:t>une</a:t>
                </a:r>
                <a:r>
                  <a:rPr lang="en-CA" dirty="0"/>
                  <a:t> grandeur </a:t>
                </a:r>
                <a:r>
                  <a:rPr lang="en-CA" dirty="0" err="1"/>
                  <a:t>classique</a:t>
                </a:r>
                <a:r>
                  <a:rPr lang="en-CA" dirty="0"/>
                  <a:t> : les </a:t>
                </a:r>
                <a:r>
                  <a:rPr lang="en-CA" dirty="0" err="1"/>
                  <a:t>composantes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b="1" dirty="0"/>
                  <a:t>ne </a:t>
                </a:r>
                <a:r>
                  <a:rPr lang="en-CA" b="1" dirty="0" err="1"/>
                  <a:t>commutent</a:t>
                </a:r>
                <a:r>
                  <a:rPr lang="en-CA" b="1" dirty="0"/>
                  <a:t> pas entre </a:t>
                </a:r>
                <a:r>
                  <a:rPr lang="en-CA" b="1" dirty="0" err="1"/>
                  <a:t>elles</a:t>
                </a:r>
                <a:r>
                  <a:rPr lang="en-CA" dirty="0"/>
                  <a:t>.</a:t>
                </a:r>
              </a:p>
              <a:p>
                <a:pPr>
                  <a:buNone/>
                </a:pPr>
                <a:r>
                  <a:rPr lang="en-CA" dirty="0"/>
                  <a:t>On </a:t>
                </a:r>
                <a:r>
                  <a:rPr lang="en-CA" dirty="0" err="1"/>
                  <a:t>trouve</a:t>
                </a:r>
                <a:r>
                  <a:rPr lang="en-CA" dirty="0"/>
                  <a:t> 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CA" dirty="0" err="1"/>
                  <a:t>Ces</a:t>
                </a:r>
                <a:r>
                  <a:rPr lang="en-CA" dirty="0"/>
                  <a:t> relations </a:t>
                </a:r>
                <a:r>
                  <a:rPr lang="en-CA" dirty="0" err="1"/>
                  <a:t>sont</a:t>
                </a:r>
                <a:r>
                  <a:rPr lang="en-CA" dirty="0"/>
                  <a:t> </a:t>
                </a:r>
                <a:r>
                  <a:rPr lang="en-CA" dirty="0" err="1"/>
                  <a:t>fondamentales</a:t>
                </a:r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Elles </a:t>
                </a:r>
                <a:r>
                  <a:rPr lang="en-CA" dirty="0" err="1"/>
                  <a:t>traduisent</a:t>
                </a:r>
                <a:r>
                  <a:rPr lang="en-CA" dirty="0"/>
                  <a:t> </a:t>
                </a:r>
                <a:r>
                  <a:rPr lang="en-CA" b="1" dirty="0" err="1"/>
                  <a:t>l’impossibilité</a:t>
                </a:r>
                <a:r>
                  <a:rPr lang="en-CA" b="1" dirty="0"/>
                  <a:t> de </a:t>
                </a:r>
                <a:r>
                  <a:rPr lang="en-CA" b="1" dirty="0" err="1"/>
                  <a:t>mesurer</a:t>
                </a:r>
                <a:r>
                  <a:rPr lang="en-CA" b="1" dirty="0"/>
                  <a:t> </a:t>
                </a:r>
                <a:r>
                  <a:rPr lang="en-CA" b="1" dirty="0" err="1"/>
                  <a:t>simultanément</a:t>
                </a:r>
                <a:r>
                  <a:rPr lang="en-CA" dirty="0"/>
                  <a:t> les trois </a:t>
                </a:r>
                <a:r>
                  <a:rPr lang="en-CA" dirty="0" err="1"/>
                  <a:t>composantes</a:t>
                </a:r>
                <a:r>
                  <a:rPr lang="en-CA" dirty="0"/>
                  <a:t> du moment </a:t>
                </a:r>
                <a:r>
                  <a:rPr lang="en-CA" dirty="0" err="1"/>
                  <a:t>cinétique</a:t>
                </a:r>
                <a:r>
                  <a:rPr lang="en-CA" dirty="0"/>
                  <a:t> avec </a:t>
                </a:r>
                <a:r>
                  <a:rPr lang="en-CA" dirty="0" err="1"/>
                  <a:t>précision</a:t>
                </a:r>
                <a:r>
                  <a:rPr lang="en-CA" dirty="0"/>
                  <a:t> </a:t>
                </a:r>
                <a:r>
                  <a:rPr lang="en-CA" dirty="0" err="1"/>
                  <a:t>absolue</a:t>
                </a:r>
                <a:r>
                  <a:rPr lang="en-CA" dirty="0"/>
                  <a:t> (</a:t>
                </a:r>
                <a:r>
                  <a:rPr lang="en-CA" dirty="0" err="1"/>
                  <a:t>principe</a:t>
                </a:r>
                <a:r>
                  <a:rPr lang="en-CA" dirty="0"/>
                  <a:t> </a:t>
                </a:r>
                <a:r>
                  <a:rPr lang="en-CA" dirty="0" err="1"/>
                  <a:t>d’incertitude</a:t>
                </a:r>
                <a:r>
                  <a:rPr lang="en-CA" dirty="0"/>
                  <a:t> </a:t>
                </a:r>
                <a:r>
                  <a:rPr lang="en-CA" dirty="0" err="1"/>
                  <a:t>généralisé</a:t>
                </a:r>
                <a:r>
                  <a:rPr lang="en-CA" dirty="0"/>
                  <a:t>).</a:t>
                </a:r>
              </a:p>
              <a:p>
                <a:pPr>
                  <a:buNone/>
                </a:pPr>
                <a:r>
                  <a:rPr lang="en-CA" b="1" dirty="0" err="1"/>
                  <a:t>Conséquence</a:t>
                </a:r>
                <a:r>
                  <a:rPr lang="en-CA" b="1" dirty="0"/>
                  <a:t> </a:t>
                </a:r>
                <a:r>
                  <a:rPr lang="en-CA" b="1" dirty="0" err="1"/>
                  <a:t>directe</a:t>
                </a:r>
                <a:r>
                  <a:rPr lang="en-CA" b="1" dirty="0"/>
                  <a:t> :</a:t>
                </a:r>
                <a:br>
                  <a:rPr lang="en-CA" dirty="0"/>
                </a:br>
                <a:r>
                  <a:rPr lang="en-CA" dirty="0"/>
                  <a:t>On </a:t>
                </a:r>
                <a:r>
                  <a:rPr lang="en-CA" dirty="0" err="1"/>
                  <a:t>peut</a:t>
                </a:r>
                <a:r>
                  <a:rPr lang="en-CA" dirty="0"/>
                  <a:t> </a:t>
                </a:r>
                <a:r>
                  <a:rPr lang="en-CA" dirty="0" err="1"/>
                  <a:t>mesurer</a:t>
                </a:r>
                <a:r>
                  <a:rPr lang="en-CA" dirty="0"/>
                  <a:t> </a:t>
                </a:r>
                <a:r>
                  <a:rPr lang="en-CA" b="1" dirty="0" err="1"/>
                  <a:t>une</a:t>
                </a:r>
                <a:r>
                  <a:rPr lang="en-CA" b="1" dirty="0"/>
                  <a:t> </a:t>
                </a:r>
                <a:r>
                  <a:rPr lang="en-CA" b="1" dirty="0" err="1"/>
                  <a:t>seule</a:t>
                </a:r>
                <a:r>
                  <a:rPr lang="en-CA" b="1" dirty="0"/>
                  <a:t> </a:t>
                </a:r>
                <a:r>
                  <a:rPr lang="en-CA" b="1" dirty="0" err="1"/>
                  <a:t>composante</a:t>
                </a:r>
                <a:r>
                  <a:rPr lang="en-CA" dirty="0"/>
                  <a:t> (</a:t>
                </a:r>
                <a:r>
                  <a:rPr lang="en-CA" dirty="0" err="1"/>
                  <a:t>généralement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/>
                  <a:t>) </a:t>
                </a:r>
                <a:r>
                  <a:rPr lang="en-CA" dirty="0"/>
                  <a:t>et le </a:t>
                </a:r>
                <a:r>
                  <a:rPr lang="en-CA" b="1" dirty="0"/>
                  <a:t>moment total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D58FB777-7BD9-F0BA-C3CD-60126394D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579" y="2579029"/>
                <a:ext cx="10267950" cy="3230372"/>
              </a:xfrm>
              <a:prstGeom prst="rect">
                <a:avLst/>
              </a:prstGeom>
              <a:blipFill>
                <a:blip r:embed="rId3"/>
                <a:stretch>
                  <a:fillRect l="-475" t="-943" r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411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AE786-F8F8-B5DF-E884-0F604F4F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9ADCED-04E5-BEF3-222E-8EC734E2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FA13FB-CF79-EF28-DCB6-E0C1D1E1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49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EDCC81B-7EC4-F966-3E56-BA5E36B29E2D}"/>
                  </a:ext>
                </a:extLst>
              </p:cNvPr>
              <p:cNvSpPr txBox="1"/>
              <p:nvPr/>
            </p:nvSpPr>
            <p:spPr>
              <a:xfrm>
                <a:off x="1552628" y="241495"/>
                <a:ext cx="9382125" cy="5979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Valeurs </a:t>
                </a:r>
                <a:r>
                  <a:rPr lang="en-CA" b="1" dirty="0" err="1"/>
                  <a:t>propres</a:t>
                </a:r>
                <a:r>
                  <a:rPr lang="en-CA" b="1" dirty="0"/>
                  <a:t> et quantification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On </a:t>
                </a:r>
                <a:r>
                  <a:rPr lang="en-CA" dirty="0" err="1"/>
                  <a:t>cherche</a:t>
                </a:r>
                <a:r>
                  <a:rPr lang="en-CA" dirty="0"/>
                  <a:t> les </a:t>
                </a:r>
                <a:r>
                  <a:rPr lang="en-CA" b="1" dirty="0"/>
                  <a:t>états </a:t>
                </a:r>
                <a:r>
                  <a:rPr lang="en-CA" b="1" dirty="0" err="1"/>
                  <a:t>propres</a:t>
                </a:r>
                <a:r>
                  <a:rPr lang="en-CA" dirty="0"/>
                  <a:t> (</a:t>
                </a:r>
                <a:r>
                  <a:rPr lang="en-CA" dirty="0" err="1"/>
                  <a:t>c’est</a:t>
                </a:r>
                <a:r>
                  <a:rPr lang="en-CA" dirty="0"/>
                  <a:t>-à-dire les </a:t>
                </a:r>
                <a:r>
                  <a:rPr lang="en-CA" dirty="0" err="1"/>
                  <a:t>fonctions</a:t>
                </a:r>
                <a:r>
                  <a:rPr lang="en-CA" dirty="0"/>
                  <a:t> </a:t>
                </a:r>
                <a:r>
                  <a:rPr lang="en-CA" dirty="0" err="1"/>
                  <a:t>d’onde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CA" dirty="0"/>
                  <a:t>) </a:t>
                </a:r>
                <a:r>
                  <a:rPr lang="en-CA" dirty="0" err="1"/>
                  <a:t>tels</a:t>
                </a:r>
                <a:r>
                  <a:rPr lang="en-CA" dirty="0"/>
                  <a:t> </a:t>
                </a:r>
                <a:r>
                  <a:rPr lang="en-CA" dirty="0" err="1"/>
                  <a:t>que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𝜆𝜓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𝜇𝜓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A" dirty="0"/>
                  <a:t>   où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CA" dirty="0"/>
                  <a:t> et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les </a:t>
                </a:r>
                <a:r>
                  <a:rPr lang="en-CA" dirty="0" err="1"/>
                  <a:t>valeurs</a:t>
                </a:r>
                <a:r>
                  <a:rPr lang="en-CA" dirty="0"/>
                  <a:t> </a:t>
                </a:r>
                <a:r>
                  <a:rPr lang="en-CA" dirty="0" err="1"/>
                  <a:t>propres</a:t>
                </a:r>
                <a:r>
                  <a:rPr lang="en-CA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La </a:t>
                </a:r>
                <a:r>
                  <a:rPr lang="en-CA" dirty="0" err="1"/>
                  <a:t>théorie</a:t>
                </a:r>
                <a:r>
                  <a:rPr lang="en-CA" dirty="0"/>
                  <a:t> montre </a:t>
                </a:r>
                <a:r>
                  <a:rPr lang="en-CA" dirty="0" err="1"/>
                  <a:t>que</a:t>
                </a:r>
                <a:r>
                  <a:rPr lang="en-CA" dirty="0"/>
                  <a:t> (</a:t>
                </a:r>
                <a:r>
                  <a:rPr lang="en-CA" dirty="0" err="1"/>
                  <a:t>voir</a:t>
                </a:r>
                <a:r>
                  <a:rPr lang="en-CA" dirty="0"/>
                  <a:t> </a:t>
                </a:r>
                <a:r>
                  <a:rPr lang="en-CA" dirty="0" err="1"/>
                  <a:t>cohen</a:t>
                </a:r>
                <a:r>
                  <a:rPr lang="en-CA" dirty="0"/>
                  <a:t> </a:t>
                </a:r>
                <a:r>
                  <a:rPr lang="en-CA" dirty="0" err="1"/>
                  <a:t>Tannoudji</a:t>
                </a:r>
                <a:r>
                  <a:rPr lang="en-CA" dirty="0"/>
                  <a:t> - tome1):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ℏ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ar-AE" b="0" dirty="0"/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,…,+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Donc</a:t>
                </a:r>
                <a:r>
                  <a:rPr lang="en-CA" dirty="0"/>
                  <a:t> pour </a:t>
                </a:r>
                <a:r>
                  <a:rPr lang="en-CA" dirty="0" err="1"/>
                  <a:t>chaque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CA" dirty="0"/>
                  <a:t>, il y a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2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 err="1"/>
                  <a:t>valeurs</a:t>
                </a:r>
                <a:r>
                  <a:rPr lang="en-CA" dirty="0"/>
                  <a:t> possibles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CA" dirty="0"/>
                  <a:t>.</a:t>
                </a:r>
              </a:p>
              <a:p>
                <a:endParaRPr lang="en-CA" b="1"/>
              </a:p>
              <a:p>
                <a:r>
                  <a:rPr lang="en-CA" b="1"/>
                  <a:t>Exemple</a:t>
                </a:r>
                <a:r>
                  <a:rPr lang="en-CA" b="1" dirty="0"/>
                  <a:t> : </a:t>
                </a:r>
                <a:r>
                  <a:rPr lang="en-CA" b="1" dirty="0" err="1"/>
                  <a:t>cas</a:t>
                </a:r>
                <a:r>
                  <a:rPr lang="en-CA" b="1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CA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ℏ</m:t>
                                    </m:r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CA" dirty="0"/>
                  <a:t>Cela correspond à trois orientations possibles du </a:t>
                </a:r>
                <a:r>
                  <a:rPr lang="en-CA" dirty="0" err="1"/>
                  <a:t>vecteur</a:t>
                </a:r>
                <a:r>
                  <a:rPr lang="en-CA" dirty="0"/>
                  <a:t> moment </a:t>
                </a:r>
                <a:r>
                  <a:rPr lang="en-CA" dirty="0" err="1"/>
                  <a:t>cinétique</a:t>
                </a:r>
                <a:r>
                  <a:rPr lang="en-CA" dirty="0"/>
                  <a:t> par rapport à </a:t>
                </a:r>
                <a:r>
                  <a:rPr lang="en-CA" dirty="0" err="1"/>
                  <a:t>l’axe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CA" dirty="0"/>
                  <a:t>.</a:t>
                </a:r>
                <a:br>
                  <a:rPr lang="en-CA" dirty="0"/>
                </a:br>
                <a:r>
                  <a:rPr lang="en-CA" dirty="0"/>
                  <a:t>En </a:t>
                </a:r>
                <a:r>
                  <a:rPr lang="en-CA" dirty="0" err="1"/>
                  <a:t>mécanique</a:t>
                </a:r>
                <a:r>
                  <a:rPr lang="en-CA" dirty="0"/>
                  <a:t> </a:t>
                </a:r>
                <a:r>
                  <a:rPr lang="en-CA" dirty="0" err="1"/>
                  <a:t>classique</a:t>
                </a:r>
                <a:r>
                  <a:rPr lang="en-CA" dirty="0"/>
                  <a:t>, </a:t>
                </a:r>
                <a:r>
                  <a:rPr lang="en-CA" dirty="0" err="1"/>
                  <a:t>l’orientation</a:t>
                </a:r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continue ; </a:t>
                </a:r>
                <a:r>
                  <a:rPr lang="en-CA" dirty="0" err="1"/>
                  <a:t>ici</a:t>
                </a:r>
                <a:r>
                  <a:rPr lang="en-CA" dirty="0"/>
                  <a:t> </a:t>
                </a:r>
                <a:r>
                  <a:rPr lang="en-CA" dirty="0" err="1"/>
                  <a:t>elle</a:t>
                </a:r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b="1" dirty="0" err="1"/>
                  <a:t>discrète</a:t>
                </a:r>
                <a:r>
                  <a:rPr lang="en-CA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EDCC81B-7EC4-F966-3E56-BA5E36B29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628" y="241495"/>
                <a:ext cx="9382125" cy="5979394"/>
              </a:xfrm>
              <a:prstGeom prst="rect">
                <a:avLst/>
              </a:prstGeom>
              <a:blipFill>
                <a:blip r:embed="rId2"/>
                <a:stretch>
                  <a:fillRect l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373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7D4C-9E08-C20B-E17D-4E169443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7B9621-FDFD-C10E-FA81-F142C774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A6B86-7301-41FB-AE3B-49ECBAA518E3}" type="datetime2">
              <a:rPr kumimoji="0" lang="en-CA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November 11, 2025</a:t>
            </a:fld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1CA2C1-FE49-7FB9-9C56-05E3B6A6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106C8F-2F7F-4E04-A1B3-431C8FF2B6D9}" type="slidenum">
              <a:rPr kumimoji="0" lang="en-CA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CA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F53F694-E948-4EC0-3577-DFFCA0178E6F}"/>
                  </a:ext>
                </a:extLst>
              </p:cNvPr>
              <p:cNvSpPr txBox="1"/>
              <p:nvPr/>
            </p:nvSpPr>
            <p:spPr>
              <a:xfrm>
                <a:off x="1539113" y="76201"/>
                <a:ext cx="10529061" cy="654127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D’une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facon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Générale, nous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continuons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avec la notation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</m:acc>
                    <m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sepChr m:val=","/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qui est le moment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cinétique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total.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</m:acc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acc>
                      <m:accPr>
                        <m:chr m:val="⃗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𝐿</m:t>
                        </m:r>
                      </m:e>
                    </m:acc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acc>
                      <m:accPr>
                        <m:chr m:val="⃗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𝑆</m:t>
                        </m:r>
                      </m:e>
                    </m:acc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tel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que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𝐿</m:t>
                        </m:r>
                      </m:e>
                    </m:acc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de-CH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est</a:t>
                </a:r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le moment </a:t>
                </a: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orbital</a:t>
                </a:r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𝑆</m:t>
                        </m:r>
                      </m:e>
                    </m:acc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,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le moment de </a:t>
                </a: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spin</a:t>
                </a:r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 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les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composantes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du moment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</m:acc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vérifient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également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les relations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suivantes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</m:t>
                      </m:r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ℏ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sub>
                      </m:sSub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de-CH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      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</m:t>
                      </m:r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ℏ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de-CH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𝑧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</m:t>
                      </m:r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ℏ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Mais attention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,"/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0</m:t>
                      </m:r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car les deux agissent sur des espaces différents (l’un spatial, l’autre intrinsèque)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Définition des opérateurs de montée et descente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On introduit deux combinaisons linéaires très utiles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𝐽</m:t>
                          </m:r>
                        </m:e>
                        <m:sub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</m:sub>
                      </m:sSub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𝐽</m:t>
                          </m:r>
                        </m:e>
                        <m:sub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sub>
                      </m:sSub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kumimoji="0" lang="ar-AE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sSub>
                        <m:sSub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𝐽</m:t>
                          </m:r>
                        </m:e>
                        <m:sub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𝑦</m:t>
                          </m:r>
                        </m:sub>
                      </m:sSub>
                      <m:r>
                        <a:rPr kumimoji="0" lang="de-CH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                  </m:t>
                      </m:r>
                      <m:sSub>
                        <m:sSub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𝐽</m:t>
                          </m:r>
                        </m:e>
                        <m:sub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</m:sub>
                      </m:sSub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𝐽</m:t>
                          </m:r>
                        </m:e>
                        <m:sub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sub>
                      </m:sSub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kumimoji="0" lang="ar-AE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sSub>
                        <m:sSub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𝐽</m:t>
                          </m:r>
                        </m:e>
                        <m:sub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Ces opérateurs permettent de </a:t>
                </a: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faire "monter" ou "descendre"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valeur de </a:t>
                </a:r>
                <a14:m>
                  <m:oMath xmlns:m="http://schemas.openxmlformats.org/officeDocument/2006/math">
                    <m:r>
                      <a:rPr kumimoji="0" lang="fr-CA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 c’est-à-dire la projection du moment sur l’axe </a:t>
                </a:r>
                <a14:m>
                  <m:oMath xmlns:m="http://schemas.openxmlformats.org/officeDocument/2006/math">
                    <m:r>
                      <a:rPr kumimoji="0" lang="fr-CA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F53F694-E948-4EC0-3577-DFFCA0178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113" y="76201"/>
                <a:ext cx="10529061" cy="6541278"/>
              </a:xfrm>
              <a:prstGeom prst="rect">
                <a:avLst/>
              </a:prstGeom>
              <a:blipFill>
                <a:blip r:embed="rId2"/>
                <a:stretch>
                  <a:fillRect l="-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C6CC1A57-3F00-1AE1-3FA9-C96A528B9C82}"/>
                  </a:ext>
                </a:extLst>
              </p14:cNvPr>
              <p14:cNvContentPartPr/>
              <p14:nvPr/>
            </p14:nvContentPartPr>
            <p14:xfrm>
              <a:off x="3828737" y="2173573"/>
              <a:ext cx="12491" cy="12491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C6CC1A57-3F00-1AE1-3FA9-C96A528B9C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187" y="1549023"/>
                <a:ext cx="1249100" cy="12491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4198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3511-C694-F970-252C-99B04A3B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05797C-0E99-DD35-2A8B-6BA94F5C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A6B86-7301-41FB-AE3B-49ECBAA518E3}" type="datetime2">
              <a:rPr kumimoji="0" lang="en-CA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November 11, 2025</a:t>
            </a:fld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51A133-A8F0-C9AC-38AB-372B8498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106C8F-2F7F-4E04-A1B3-431C8FF2B6D9}" type="slidenum">
              <a:rPr kumimoji="0" lang="en-CA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CA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2F8FA9B-0F85-4075-B28B-BC23161533BC}"/>
                  </a:ext>
                </a:extLst>
              </p:cNvPr>
              <p:cNvSpPr txBox="1"/>
              <p:nvPr/>
            </p:nvSpPr>
            <p:spPr>
              <a:xfrm>
                <a:off x="1708438" y="658848"/>
                <a:ext cx="9799457" cy="5351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Relations de commutation fondamentales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Partons des relations de base pour en déduire celles des opérateurs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±</m:t>
                        </m:r>
                      </m:sub>
                    </m:sSub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a) Commutateur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de-CH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= ?</a:t>
                </a:r>
                <a:endParaRPr kumimoji="0" lang="ar-A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sub>
                    </m:sSub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ℏ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</m:sub>
                    </m:sSub>
                  </m:oMath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Finalement</a:t>
                </a:r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e>
                      <m:e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</m:sub>
                        </m:sSub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=+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</m:sub>
                    </m:sSub>
                  </m:oMath>
                </a14:m>
                <a:endParaRPr kumimoji="0" lang="de-C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De la même manière on montre que :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de-CH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</m:e>
                      <m:e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</m:sub>
                        </m:sSub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=−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</m:sub>
                    </m:sSub>
                  </m:oMath>
                </a14:m>
                <a:endParaRPr kumimoji="0" lang="de-C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Commutateur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de-CH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</m:sub>
                    </m:sSub>
                  </m:oMath>
                </a14:m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] =</a:t>
                </a:r>
                <a:r>
                  <a:rPr kumimoji="0" lang="de-CH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??? </a:t>
                </a:r>
                <a:endParaRPr kumimoji="0" lang="ar-A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</m:sub>
                        </m:sSub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</m:e>
                      <m:e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sub>
                    </m:sSub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sub>
                    </m:sSub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sub>
                    </m:sSub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sub>
                    </m:sSub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] </a:t>
                </a:r>
                <a14:m>
                  <m:oMath xmlns:m="http://schemas.openxmlformats.org/officeDocument/2006/math"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[</a:t>
                </a:r>
                <a14:m>
                  <m:oMath xmlns:m="http://schemas.openxmlformats.org/officeDocument/2006/math"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sub>
                    </m:sSub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, </a:t>
                </a:r>
                <a14:m>
                  <m:oMath xmlns:m="http://schemas.openxmlformats.org/officeDocument/2006/math"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0" 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sub>
                    </m:sSub>
                  </m:oMath>
                </a14:m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] </a:t>
                </a:r>
                <a14:m>
                  <m:oMath xmlns:m="http://schemas.openxmlformats.org/officeDocument/2006/math"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sub>
                    </m:sSub>
                  </m:oMath>
                </a14:m>
                <a:endParaRPr kumimoji="0" lang="de-C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Donc</a:t>
                </a:r>
                <a:r>
                  <a:rPr kumimoji="0" lang="de-CH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 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highlight>
                                  <a:srgbClr val="FFFF00"/>
                                </a:highlight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highlight>
                              <a:srgbClr val="FFFF00"/>
                            </a:highligh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sub>
                    </m:sSub>
                  </m:oMath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2F8FA9B-0F85-4075-B28B-BC2316153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438" y="658848"/>
                <a:ext cx="9799457" cy="5351273"/>
              </a:xfrm>
              <a:prstGeom prst="rect">
                <a:avLst/>
              </a:prstGeom>
              <a:blipFill>
                <a:blip r:embed="rId2"/>
                <a:stretch>
                  <a:fillRect l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266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F1E1-77D4-C175-7C3E-44485ED1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23A19-2A45-BF67-969C-512DE64B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A6B86-7301-41FB-AE3B-49ECBAA518E3}" type="datetime2">
              <a:rPr kumimoji="0" lang="en-CA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Tuesday, November 11, 2025</a:t>
            </a:fld>
            <a:endParaRPr kumimoji="0" lang="en-CA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4AFA86-F590-76DA-D94F-63E7A7C1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106C8F-2F7F-4E04-A1B3-431C8FF2B6D9}" type="slidenum">
              <a:rPr kumimoji="0" lang="en-CA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CA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D48148E-49E9-690B-6B4E-4AF54887D520}"/>
                  </a:ext>
                </a:extLst>
              </p:cNvPr>
              <p:cNvSpPr txBox="1"/>
              <p:nvPr/>
            </p:nvSpPr>
            <p:spPr>
              <a:xfrm>
                <a:off x="1801422" y="218772"/>
                <a:ext cx="10390578" cy="5758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Conséquence physique : opérateurs d’échelle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Les relations précédentes signifient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de-CH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kumimoji="0" lang="de-CH" sz="18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∣</m:t>
                                  </m:r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𝑗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,</m:t>
                                  </m:r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kumimoji="0" lang="de-CH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+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de-CH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+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∣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,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e>
                          </m:d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ℏ</m:t>
                          </m:r>
                          <m:d>
                            <m:d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de-CH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</m:sub>
                          </m:sSub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𝑗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Alors, doucement, on regarde bien ca :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r>
                      <a:rPr kumimoji="0" lang="de-CH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</m:d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donc si l’application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sur un </a:t>
                </a:r>
                <a:r>
                  <a:rPr kumimoji="0" lang="fr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etat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donne comme valeur propre </a:t>
                </a:r>
                <a14:m>
                  <m:oMath xmlns:m="http://schemas.openxmlformats.org/officeDocument/2006/math"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, c’est que cet </a:t>
                </a:r>
                <a:r>
                  <a:rPr kumimoji="0" lang="fr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etat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peut être </a:t>
                </a:r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de-CH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, mais </a:t>
                </a:r>
                <a:r>
                  <a:rPr kumimoji="0" lang="fr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dapres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relation </a:t>
                </a:r>
                <a:r>
                  <a:rPr kumimoji="0" lang="fr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precedante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de-CH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</m:sub>
                        </m:sSub>
                        <m:r>
                          <a:rPr kumimoji="0" lang="de-CH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</m:d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est un </a:t>
                </a:r>
                <a:r>
                  <a:rPr kumimoji="0" lang="fr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etat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propre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, on peut ainsi dire ou conclure que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∣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,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e>
                          </m:d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∝∣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𝑗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et de même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∣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,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e>
                          </m:d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∝∣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𝑗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0" lang="de-C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Autrement dit,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fait monter la projection </a:t>
                </a:r>
                <a14:m>
                  <m:oMath xmlns:m="http://schemas.openxmlformats.org/officeDocument/2006/math">
                    <m:r>
                      <a:rPr kumimoji="0" lang="fr-CA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d’une unité,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</m:sub>
                    </m:sSub>
                  </m:oMath>
                </a14:m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la diminue d’une unité.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C’est pour cela qu’on les appelle : </a:t>
                </a: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opérateur de montée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</m:sub>
                    </m:sSub>
                  </m:oMath>
                </a14:m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   </a:t>
                </a:r>
                <a:r>
                  <a:rPr kumimoji="0" lang="fr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opérateur de descente</a:t>
                </a:r>
                <a:r>
                  <a:rPr kumimoji="0" lang="fr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</m:sub>
                    </m:sSub>
                  </m:oMath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D48148E-49E9-690B-6B4E-4AF54887D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422" y="218772"/>
                <a:ext cx="10390578" cy="5758692"/>
              </a:xfrm>
              <a:prstGeom prst="rect">
                <a:avLst/>
              </a:prstGeom>
              <a:blipFill>
                <a:blip r:embed="rId2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0260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7D4C-9E08-C20B-E17D-4E169443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7B9621-FDFD-C10E-FA81-F142C774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1CA2C1-FE49-7FB9-9C56-05E3B6A6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53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5FE1136-64CA-62C7-6E63-26428F7814D8}"/>
                  </a:ext>
                </a:extLst>
              </p:cNvPr>
              <p:cNvSpPr txBox="1"/>
              <p:nvPr/>
            </p:nvSpPr>
            <p:spPr>
              <a:xfrm>
                <a:off x="1562100" y="68552"/>
                <a:ext cx="10267949" cy="5839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Calcul du coefficient de normalisation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On </a:t>
                </a:r>
                <a:r>
                  <a:rPr lang="en-CA" dirty="0" err="1"/>
                  <a:t>cherche</a:t>
                </a:r>
                <a:r>
                  <a:rPr lang="en-CA" dirty="0"/>
                  <a:t> la </a:t>
                </a:r>
                <a:r>
                  <a:rPr lang="en-CA" dirty="0" err="1"/>
                  <a:t>constante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CA" dirty="0" err="1"/>
                  <a:t>telle</a:t>
                </a:r>
                <a:r>
                  <a:rPr lang="en-CA" dirty="0"/>
                  <a:t> </a:t>
                </a:r>
                <a:r>
                  <a:rPr lang="en-CA" dirty="0" err="1"/>
                  <a:t>que</a:t>
                </a:r>
                <a:r>
                  <a:rPr lang="en-CA" dirty="0"/>
                  <a:t> :</a:t>
                </a:r>
              </a:p>
              <a:p>
                <a:pPr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de-CH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CH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Pour la </a:t>
                </a:r>
                <a:r>
                  <a:rPr lang="en-CA" dirty="0" err="1"/>
                  <a:t>déterminer</a:t>
                </a:r>
                <a:r>
                  <a:rPr lang="en-CA" dirty="0"/>
                  <a:t>, on part de la </a:t>
                </a:r>
                <a:r>
                  <a:rPr lang="en-CA" dirty="0" err="1"/>
                  <a:t>norme</a:t>
                </a:r>
                <a:r>
                  <a:rPr lang="en-CA" dirty="0"/>
                  <a:t> de </a:t>
                </a:r>
                <a:r>
                  <a:rPr lang="en-CA" dirty="0" err="1"/>
                  <a:t>cet</a:t>
                </a:r>
                <a:r>
                  <a:rPr lang="en-CA" dirty="0"/>
                  <a:t> état :     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𝑗𝑚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Or, on </a:t>
                </a:r>
                <a:r>
                  <a:rPr lang="en-CA" dirty="0" err="1"/>
                  <a:t>sait</a:t>
                </a:r>
                <a:r>
                  <a:rPr lang="en-CA" dirty="0"/>
                  <a:t> </a:t>
                </a:r>
                <a:r>
                  <a:rPr lang="en-CA" dirty="0" err="1"/>
                  <a:t>que</a:t>
                </a:r>
                <a:r>
                  <a:rPr lang="en-CA" dirty="0"/>
                  <a:t> 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</m:e>
                    </m:d>
                  </m:oMath>
                </a14:m>
                <a:r>
                  <a:rPr lang="en-CA" dirty="0"/>
                  <a:t> (</a:t>
                </a:r>
                <a:r>
                  <a:rPr lang="en-CA" dirty="0" err="1"/>
                  <a:t>voir</a:t>
                </a:r>
                <a:r>
                  <a:rPr lang="en-CA" dirty="0"/>
                  <a:t> diapositive </a:t>
                </a:r>
                <a:r>
                  <a:rPr lang="en-CA" dirty="0" err="1"/>
                  <a:t>suivante</a:t>
                </a:r>
                <a:r>
                  <a:rPr lang="en-CA" dirty="0"/>
                  <a:t>, relations </a:t>
                </a:r>
                <a:r>
                  <a:rPr lang="en-CA" dirty="0" err="1"/>
                  <a:t>utiles</a:t>
                </a:r>
                <a:r>
                  <a:rPr lang="en-CA" dirty="0"/>
                  <a:t>)                 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et </a:t>
                </a:r>
                <a:r>
                  <a:rPr lang="en-CA" dirty="0" err="1"/>
                  <a:t>que</a:t>
                </a:r>
                <a:r>
                  <a:rPr lang="en-CA" dirty="0"/>
                  <a:t> :  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CA" dirty="0"/>
                  <a:t>                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D’où</a:t>
                </a:r>
                <a:r>
                  <a:rPr lang="en-CA" dirty="0"/>
                  <a:t> :                                  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On </a:t>
                </a:r>
                <a:r>
                  <a:rPr lang="en-CA" dirty="0" err="1"/>
                  <a:t>choisit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CA" b="1" dirty="0"/>
                  <a:t> </a:t>
                </a:r>
                <a:r>
                  <a:rPr lang="en-CA" b="1" dirty="0" err="1"/>
                  <a:t>réel</a:t>
                </a:r>
                <a:r>
                  <a:rPr lang="en-CA" b="1" dirty="0"/>
                  <a:t> et </a:t>
                </a:r>
                <a:r>
                  <a:rPr lang="en-CA" b="1" dirty="0" err="1"/>
                  <a:t>positif</a:t>
                </a:r>
                <a:r>
                  <a:rPr lang="en-CA" dirty="0"/>
                  <a:t>, </a:t>
                </a:r>
                <a:r>
                  <a:rPr lang="en-CA" dirty="0" err="1"/>
                  <a:t>donc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rad>
                                <m:radPr>
                                  <m:deg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ar-AE" b="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et, de </a:t>
                </a:r>
                <a:r>
                  <a:rPr lang="en-CA" dirty="0" err="1"/>
                  <a:t>même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rad>
                                <m:radPr>
                                  <m:degHide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ar-AE" b="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5FE1136-64CA-62C7-6E63-26428F781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68552"/>
                <a:ext cx="10267949" cy="5839484"/>
              </a:xfrm>
              <a:prstGeom prst="rect">
                <a:avLst/>
              </a:prstGeom>
              <a:blipFill>
                <a:blip r:embed="rId2"/>
                <a:stretch>
                  <a:fillRect l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3814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FBFE78-8914-A6DD-B87A-AE70A0DF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C62E2B-ABBC-4379-8A4D-798AB482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54</a:t>
            </a:fld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3539AA48-C171-7301-0D8B-C815295F60E8}"/>
                  </a:ext>
                </a:extLst>
              </p14:cNvPr>
              <p14:cNvContentPartPr/>
              <p14:nvPr/>
            </p14:nvContentPartPr>
            <p14:xfrm>
              <a:off x="2829392" y="1397946"/>
              <a:ext cx="215049" cy="12491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3539AA48-C171-7301-0D8B-C815295F60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1411" y="1368206"/>
                <a:ext cx="250651" cy="713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1D0555A5-BD6A-1F12-CFF4-EE2A61BB6B98}"/>
                  </a:ext>
                </a:extLst>
              </p14:cNvPr>
              <p14:cNvContentPartPr/>
              <p14:nvPr/>
            </p14:nvContentPartPr>
            <p14:xfrm>
              <a:off x="4162061" y="1582805"/>
              <a:ext cx="844619" cy="1938441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1D0555A5-BD6A-1F12-CFF4-EE2A61BB6B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4052" y="1564800"/>
                <a:ext cx="880277" cy="1974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FF115E59-5E82-8C90-DA24-2F4CF81FF663}"/>
                  </a:ext>
                </a:extLst>
              </p14:cNvPr>
              <p14:cNvContentPartPr/>
              <p14:nvPr/>
            </p14:nvContentPartPr>
            <p14:xfrm>
              <a:off x="2342213" y="1336622"/>
              <a:ext cx="290424" cy="172681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FF115E59-5E82-8C90-DA24-2F4CF81FF6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4241" y="1318634"/>
                <a:ext cx="326008" cy="208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235CE116-EF9E-9B8D-7484-9E6C7A0DB39D}"/>
                  </a:ext>
                </a:extLst>
              </p14:cNvPr>
              <p14:cNvContentPartPr/>
              <p14:nvPr/>
            </p14:nvContentPartPr>
            <p14:xfrm>
              <a:off x="2422471" y="1424065"/>
              <a:ext cx="57151" cy="277117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235CE116-EF9E-9B8D-7484-9E6C7A0DB3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4611" y="1406094"/>
                <a:ext cx="92513" cy="312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7FD57716-A93E-C6B3-8962-1546F0E19731}"/>
                  </a:ext>
                </a:extLst>
              </p14:cNvPr>
              <p14:cNvContentPartPr/>
              <p14:nvPr/>
            </p14:nvContentPartPr>
            <p14:xfrm>
              <a:off x="2816901" y="574623"/>
              <a:ext cx="36049" cy="897024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7FD57716-A93E-C6B3-8962-1546F0E197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9055" y="556632"/>
                <a:ext cx="71384" cy="932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50FFA204-0A3E-E5FB-F7F5-10102DFAB133}"/>
                  </a:ext>
                </a:extLst>
              </p14:cNvPr>
              <p14:cNvContentPartPr/>
              <p14:nvPr/>
            </p14:nvContentPartPr>
            <p14:xfrm>
              <a:off x="3180021" y="630835"/>
              <a:ext cx="461769" cy="899285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50FFA204-0A3E-E5FB-F7F5-10102DFAB13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62025" y="612842"/>
                <a:ext cx="497400" cy="934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58D7746B-1986-B3CE-8860-7BF73E0717B0}"/>
                  </a:ext>
                </a:extLst>
              </p14:cNvPr>
              <p14:cNvContentPartPr/>
              <p14:nvPr/>
            </p14:nvContentPartPr>
            <p14:xfrm>
              <a:off x="3391524" y="537147"/>
              <a:ext cx="14844" cy="19792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58D7746B-1986-B3CE-8860-7BF73E0717B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73853" y="519476"/>
                <a:ext cx="49833" cy="54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65570C18-17B9-F6F6-5D75-4946EA93DBE4}"/>
                  </a:ext>
                </a:extLst>
              </p14:cNvPr>
              <p14:cNvContentPartPr/>
              <p14:nvPr/>
            </p14:nvContentPartPr>
            <p14:xfrm>
              <a:off x="3858417" y="818213"/>
              <a:ext cx="82746" cy="19473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65570C18-17B9-F6F6-5D75-4946EA93DB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40429" y="800510"/>
                <a:ext cx="118363" cy="54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F48B166D-EA10-C687-A7B2-400480162ACD}"/>
                  </a:ext>
                </a:extLst>
              </p14:cNvPr>
              <p14:cNvContentPartPr/>
              <p14:nvPr/>
            </p14:nvContentPartPr>
            <p14:xfrm>
              <a:off x="4155280" y="647503"/>
              <a:ext cx="616977" cy="223616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F48B166D-EA10-C687-A7B2-400480162AC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37292" y="629527"/>
                <a:ext cx="652593" cy="2592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D333871D-02D7-58E8-9A05-21F01E603D46}"/>
                  </a:ext>
                </a:extLst>
              </p14:cNvPr>
              <p14:cNvContentPartPr/>
              <p14:nvPr/>
            </p14:nvContentPartPr>
            <p14:xfrm>
              <a:off x="4965491" y="505917"/>
              <a:ext cx="649039" cy="358551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D333871D-02D7-58E8-9A05-21F01E603D4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47502" y="487936"/>
                <a:ext cx="684657" cy="394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A8C21BC3-02A4-0DC7-9721-66C0F963C88F}"/>
                  </a:ext>
                </a:extLst>
              </p14:cNvPr>
              <p14:cNvContentPartPr/>
              <p14:nvPr/>
            </p14:nvContentPartPr>
            <p14:xfrm>
              <a:off x="6426937" y="293557"/>
              <a:ext cx="62903" cy="1207332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A8C21BC3-02A4-0DC7-9721-66C0F963C88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09067" y="275564"/>
                <a:ext cx="98286" cy="12429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42BA3A2-D32B-08DF-468E-60F9A2966ECC}"/>
                  </a:ext>
                </a:extLst>
              </p14:cNvPr>
              <p14:cNvContentPartPr/>
              <p14:nvPr/>
            </p14:nvContentPartPr>
            <p14:xfrm>
              <a:off x="6695606" y="274262"/>
              <a:ext cx="1366881" cy="594271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42BA3A2-D32B-08DF-468E-60F9A2966EC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77611" y="256265"/>
                <a:ext cx="1402511" cy="629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3C9BB35A-4930-F936-B952-3A1B98C815CC}"/>
                  </a:ext>
                </a:extLst>
              </p14:cNvPr>
              <p14:cNvContentPartPr/>
              <p14:nvPr/>
            </p14:nvContentPartPr>
            <p14:xfrm>
              <a:off x="7463987" y="224852"/>
              <a:ext cx="93553" cy="1256341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3C9BB35A-4930-F936-B952-3A1B98C815C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46065" y="206858"/>
                <a:ext cx="129039" cy="1291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C91FA730-DE71-94B9-A123-83C3A952A966}"/>
                  </a:ext>
                </a:extLst>
              </p14:cNvPr>
              <p14:cNvContentPartPr/>
              <p14:nvPr/>
            </p14:nvContentPartPr>
            <p14:xfrm>
              <a:off x="7238999" y="1419810"/>
              <a:ext cx="608413" cy="24289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C91FA730-DE71-94B9-A123-83C3A952A96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21009" y="1401950"/>
                <a:ext cx="644033" cy="59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C37C1359-A6C1-D220-4E59-0D69F1B68B3C}"/>
                  </a:ext>
                </a:extLst>
              </p14:cNvPr>
              <p14:cNvContentPartPr/>
              <p14:nvPr/>
            </p14:nvContentPartPr>
            <p14:xfrm>
              <a:off x="8064186" y="455950"/>
              <a:ext cx="49239" cy="604207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C37C1359-A6C1-D220-4E59-0D69F1B68B3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46216" y="437968"/>
                <a:ext cx="84820" cy="639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9286BA2A-7BC8-7E5F-1E0D-92405225C9C9}"/>
                  </a:ext>
                </a:extLst>
              </p14:cNvPr>
              <p14:cNvContentPartPr/>
              <p14:nvPr/>
            </p14:nvContentPartPr>
            <p14:xfrm>
              <a:off x="8538148" y="630942"/>
              <a:ext cx="360442" cy="248134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9286BA2A-7BC8-7E5F-1E0D-92405225C9C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20162" y="612961"/>
                <a:ext cx="396055" cy="2837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EF5D56AC-80CA-BD06-0BEA-4CCD9BB2484C}"/>
                  </a:ext>
                </a:extLst>
              </p14:cNvPr>
              <p14:cNvContentPartPr/>
              <p14:nvPr/>
            </p14:nvContentPartPr>
            <p14:xfrm>
              <a:off x="8729717" y="530901"/>
              <a:ext cx="616168" cy="954225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EF5D56AC-80CA-BD06-0BEA-4CCD9BB248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711732" y="512910"/>
                <a:ext cx="651778" cy="989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5230EB9C-2FDA-1442-27E8-92DD8533BDB3}"/>
                  </a:ext>
                </a:extLst>
              </p14:cNvPr>
              <p14:cNvContentPartPr/>
              <p14:nvPr/>
            </p14:nvContentPartPr>
            <p14:xfrm>
              <a:off x="9471276" y="312294"/>
              <a:ext cx="153657" cy="1197763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5230EB9C-2FDA-1442-27E8-92DD8533BDB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453325" y="294299"/>
                <a:ext cx="189199" cy="1233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F742F468-AC57-EEC2-10D7-77632EC855BE}"/>
                  </a:ext>
                </a:extLst>
              </p14:cNvPr>
              <p14:cNvContentPartPr/>
              <p14:nvPr/>
            </p14:nvContentPartPr>
            <p14:xfrm>
              <a:off x="9914489" y="179224"/>
              <a:ext cx="1043192" cy="661457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F742F468-AC57-EEC2-10D7-77632EC855B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96491" y="161240"/>
                <a:ext cx="1078829" cy="697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7D907848-4E41-0D1A-EB24-F8FF4ACFDC1C}"/>
                  </a:ext>
                </a:extLst>
              </p14:cNvPr>
              <p14:cNvContentPartPr/>
              <p14:nvPr/>
            </p14:nvContentPartPr>
            <p14:xfrm>
              <a:off x="9908636" y="842924"/>
              <a:ext cx="103543" cy="12491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7D907848-4E41-0D1A-EB24-F8FF4ACFDC1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90722" y="810053"/>
                <a:ext cx="139013" cy="77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E597311B-D77B-63C6-0C19-FA182B96679B}"/>
                  </a:ext>
                </a:extLst>
              </p14:cNvPr>
              <p14:cNvContentPartPr/>
              <p14:nvPr/>
            </p14:nvContentPartPr>
            <p14:xfrm>
              <a:off x="10313681" y="1446077"/>
              <a:ext cx="660367" cy="37488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E597311B-D77B-63C6-0C19-FA182B96679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95697" y="1428226"/>
                <a:ext cx="695975" cy="72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548AEABD-A7FD-5041-F22A-74D4F1E99719}"/>
                  </a:ext>
                </a:extLst>
              </p14:cNvPr>
              <p14:cNvContentPartPr/>
              <p14:nvPr/>
            </p14:nvContentPartPr>
            <p14:xfrm>
              <a:off x="10580326" y="1395522"/>
              <a:ext cx="343755" cy="12491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548AEABD-A7FD-5041-F22A-74D4F1E9971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562347" y="1333067"/>
                <a:ext cx="379353" cy="136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4F7FED18-1E4C-C2DD-ECED-25C19C63A457}"/>
                  </a:ext>
                </a:extLst>
              </p14:cNvPr>
              <p14:cNvContentPartPr/>
              <p14:nvPr/>
            </p14:nvContentPartPr>
            <p14:xfrm>
              <a:off x="826159" y="2117361"/>
              <a:ext cx="826611" cy="848434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4F7FED18-1E4C-C2DD-ECED-25C19C63A45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8166" y="2099370"/>
                <a:ext cx="862238" cy="884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92E67731-EDD9-0C3E-214A-00E9DEA90EB3}"/>
                  </a:ext>
                </a:extLst>
              </p14:cNvPr>
              <p14:cNvContentPartPr/>
              <p14:nvPr/>
            </p14:nvContentPartPr>
            <p14:xfrm>
              <a:off x="1074886" y="2123607"/>
              <a:ext cx="299212" cy="1025062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92E67731-EDD9-0C3E-214A-00E9DEA90EB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56905" y="2105611"/>
                <a:ext cx="334815" cy="1060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70B57CF6-A2DB-6625-D74E-999D2A23BFAA}"/>
                  </a:ext>
                </a:extLst>
              </p14:cNvPr>
              <p14:cNvContentPartPr/>
              <p14:nvPr/>
            </p14:nvContentPartPr>
            <p14:xfrm>
              <a:off x="949377" y="3122950"/>
              <a:ext cx="460200" cy="106473"/>
            </p14:xfrm>
          </p:contentPart>
        </mc:Choice>
        <mc:Fallback xmlns=""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70B57CF6-A2DB-6625-D74E-999D2A23BFA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1386" y="3105025"/>
                <a:ext cx="495821" cy="141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D476219E-5620-4AFE-7515-16F43EF31B1D}"/>
                  </a:ext>
                </a:extLst>
              </p14:cNvPr>
              <p14:cNvContentPartPr/>
              <p14:nvPr/>
            </p14:nvContentPartPr>
            <p14:xfrm>
              <a:off x="1767948" y="2273508"/>
              <a:ext cx="261969" cy="647938"/>
            </p14:xfrm>
          </p:contentPart>
        </mc:Choice>
        <mc:Fallback xmlns=""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D476219E-5620-4AFE-7515-16F43EF31B1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49980" y="2255520"/>
                <a:ext cx="297545" cy="683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0ECBD6F7-A308-ADD5-9E0C-073B4DB31426}"/>
                  </a:ext>
                </a:extLst>
              </p14:cNvPr>
              <p14:cNvContentPartPr/>
              <p14:nvPr/>
            </p14:nvContentPartPr>
            <p14:xfrm>
              <a:off x="2079885" y="2435901"/>
              <a:ext cx="457439" cy="492471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0ECBD6F7-A308-ADD5-9E0C-073B4DB3142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61890" y="2417914"/>
                <a:ext cx="493070" cy="528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56BF9C11-3DD3-66D6-F4C4-1997B97531D2}"/>
                  </a:ext>
                </a:extLst>
              </p14:cNvPr>
              <p14:cNvContentPartPr/>
              <p14:nvPr/>
            </p14:nvContentPartPr>
            <p14:xfrm>
              <a:off x="2538551" y="2254770"/>
              <a:ext cx="184604" cy="943568"/>
            </p14:xfrm>
          </p:contentPart>
        </mc:Choice>
        <mc:Fallback xmlns=""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56BF9C11-3DD3-66D6-F4C4-1997B97531D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520593" y="2236777"/>
                <a:ext cx="220160" cy="979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DCE39DA8-2B8D-BF82-E2BB-1D2EA50983A1}"/>
                  </a:ext>
                </a:extLst>
              </p14:cNvPr>
              <p14:cNvContentPartPr/>
              <p14:nvPr/>
            </p14:nvContentPartPr>
            <p14:xfrm>
              <a:off x="3013490" y="2090394"/>
              <a:ext cx="794978" cy="657315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DCE39DA8-2B8D-BF82-E2BB-1D2EA50983A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995496" y="2072405"/>
                <a:ext cx="830606" cy="692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7997C577-F6A6-1345-3625-DA92D32C50DE}"/>
                  </a:ext>
                </a:extLst>
              </p14:cNvPr>
              <p14:cNvContentPartPr/>
              <p14:nvPr/>
            </p14:nvContentPartPr>
            <p14:xfrm>
              <a:off x="3256922" y="1973704"/>
              <a:ext cx="234536" cy="1186622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7997C577-F6A6-1345-3625-DA92D32C50D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38936" y="1955709"/>
                <a:ext cx="270148" cy="1222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6AD570CF-E793-269A-6B9E-33B18827DD10}"/>
                  </a:ext>
                </a:extLst>
              </p14:cNvPr>
              <p14:cNvContentPartPr/>
              <p14:nvPr/>
            </p14:nvContentPartPr>
            <p14:xfrm>
              <a:off x="3066737" y="3101302"/>
              <a:ext cx="551275" cy="46631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6AD570CF-E793-269A-6B9E-33B18827DD1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48745" y="3083504"/>
                <a:ext cx="586899" cy="81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1FDB65A8-22A9-0935-FEE7-193128FC3D09}"/>
                  </a:ext>
                </a:extLst>
              </p14:cNvPr>
              <p14:cNvContentPartPr/>
              <p14:nvPr/>
            </p14:nvContentPartPr>
            <p14:xfrm>
              <a:off x="3797508" y="1911246"/>
              <a:ext cx="237278" cy="294222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1FDB65A8-22A9-0935-FEE7-193128FC3D0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779532" y="1893262"/>
                <a:ext cx="272870" cy="329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E8C1D494-286D-8EC4-D3F2-97A7CFC1507E}"/>
                  </a:ext>
                </a:extLst>
              </p14:cNvPr>
              <p14:cNvContentPartPr/>
              <p14:nvPr/>
            </p14:nvContentPartPr>
            <p14:xfrm>
              <a:off x="3739046" y="1780082"/>
              <a:ext cx="545642" cy="700500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E8C1D494-286D-8EC4-D3F2-97A7CFC1507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721050" y="1762093"/>
                <a:ext cx="581274" cy="736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124454B6-E6CF-AAB8-47E7-6B5A13B968E4}"/>
                  </a:ext>
                </a:extLst>
              </p14:cNvPr>
              <p14:cNvContentPartPr/>
              <p14:nvPr/>
            </p14:nvContentPartPr>
            <p14:xfrm>
              <a:off x="3978639" y="1811311"/>
              <a:ext cx="120533" cy="570918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124454B6-E6CF-AAB8-47E7-6B5A13B968E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960703" y="1793324"/>
                <a:ext cx="156047" cy="606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C38E9EBC-B75B-37B9-B316-2D2CB00EA375}"/>
                  </a:ext>
                </a:extLst>
              </p14:cNvPr>
              <p14:cNvContentPartPr/>
              <p14:nvPr/>
            </p14:nvContentPartPr>
            <p14:xfrm>
              <a:off x="3847475" y="2010845"/>
              <a:ext cx="322033" cy="63840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C38E9EBC-B75B-37B9-B316-2D2CB00EA37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29504" y="1992912"/>
                <a:ext cx="357615" cy="99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68C6FAEA-E886-6904-2703-882076C64B00}"/>
                  </a:ext>
                </a:extLst>
              </p14:cNvPr>
              <p14:cNvContentPartPr/>
              <p14:nvPr/>
            </p14:nvContentPartPr>
            <p14:xfrm>
              <a:off x="4317634" y="2011180"/>
              <a:ext cx="241873" cy="756851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68C6FAEA-E886-6904-2703-882076C64B0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99664" y="1993185"/>
                <a:ext cx="277453" cy="7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Encre 39">
                <a:extLst>
                  <a:ext uri="{FF2B5EF4-FFF2-40B4-BE49-F238E27FC236}">
                    <a16:creationId xmlns:a16="http://schemas.microsoft.com/office/drawing/2014/main" id="{06BEFD5E-78CA-AE34-0702-F806B3E41EAE}"/>
                  </a:ext>
                </a:extLst>
              </p14:cNvPr>
              <p14:cNvContentPartPr/>
              <p14:nvPr/>
            </p14:nvContentPartPr>
            <p14:xfrm>
              <a:off x="4596983" y="2142893"/>
              <a:ext cx="496383" cy="597929"/>
            </p14:xfrm>
          </p:contentPart>
        </mc:Choice>
        <mc:Fallback xmlns="">
          <p:pic>
            <p:nvPicPr>
              <p:cNvPr id="40" name="Encre 39">
                <a:extLst>
                  <a:ext uri="{FF2B5EF4-FFF2-40B4-BE49-F238E27FC236}">
                    <a16:creationId xmlns:a16="http://schemas.microsoft.com/office/drawing/2014/main" id="{06BEFD5E-78CA-AE34-0702-F806B3E41EA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578998" y="2124905"/>
                <a:ext cx="531993" cy="633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C2A8BC16-F9D3-37A3-D61A-80456CD10DDB}"/>
                  </a:ext>
                </a:extLst>
              </p14:cNvPr>
              <p14:cNvContentPartPr/>
              <p14:nvPr/>
            </p14:nvContentPartPr>
            <p14:xfrm>
              <a:off x="5159491" y="1998688"/>
              <a:ext cx="178292" cy="788643"/>
            </p14:xfrm>
          </p:contentPart>
        </mc:Choice>
        <mc:Fallback xmlns=""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C2A8BC16-F9D3-37A3-D61A-80456CD10DD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141554" y="1980699"/>
                <a:ext cx="213807" cy="824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Encre 41">
                <a:extLst>
                  <a:ext uri="{FF2B5EF4-FFF2-40B4-BE49-F238E27FC236}">
                    <a16:creationId xmlns:a16="http://schemas.microsoft.com/office/drawing/2014/main" id="{93618791-6E0E-2FF0-D7E7-AB02E34CA342}"/>
                  </a:ext>
                </a:extLst>
              </p14:cNvPr>
              <p14:cNvContentPartPr/>
              <p14:nvPr/>
            </p14:nvContentPartPr>
            <p14:xfrm>
              <a:off x="6458261" y="2290048"/>
              <a:ext cx="676987" cy="170836"/>
            </p14:xfrm>
          </p:contentPart>
        </mc:Choice>
        <mc:Fallback xmlns="">
          <p:pic>
            <p:nvPicPr>
              <p:cNvPr id="42" name="Encre 41">
                <a:extLst>
                  <a:ext uri="{FF2B5EF4-FFF2-40B4-BE49-F238E27FC236}">
                    <a16:creationId xmlns:a16="http://schemas.microsoft.com/office/drawing/2014/main" id="{93618791-6E0E-2FF0-D7E7-AB02E34CA34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440275" y="2272103"/>
                <a:ext cx="712599" cy="206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34C3837E-4233-1B50-9385-C8D5B8911C35}"/>
                  </a:ext>
                </a:extLst>
              </p14:cNvPr>
              <p14:cNvContentPartPr/>
              <p14:nvPr/>
            </p14:nvContentPartPr>
            <p14:xfrm>
              <a:off x="7545048" y="1965854"/>
              <a:ext cx="403795" cy="610018"/>
            </p14:xfrm>
          </p:contentPart>
        </mc:Choice>
        <mc:Fallback xmlns=""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34C3837E-4233-1B50-9385-C8D5B8911C3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27070" y="1947870"/>
                <a:ext cx="439392" cy="645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4" name="Encre 43">
                <a:extLst>
                  <a:ext uri="{FF2B5EF4-FFF2-40B4-BE49-F238E27FC236}">
                    <a16:creationId xmlns:a16="http://schemas.microsoft.com/office/drawing/2014/main" id="{58F852D1-041D-11C8-2AEA-1C956AC65C5A}"/>
                  </a:ext>
                </a:extLst>
              </p14:cNvPr>
              <p14:cNvContentPartPr/>
              <p14:nvPr/>
            </p14:nvContentPartPr>
            <p14:xfrm>
              <a:off x="7807377" y="1732974"/>
              <a:ext cx="59766" cy="115812"/>
            </p14:xfrm>
          </p:contentPart>
        </mc:Choice>
        <mc:Fallback xmlns="">
          <p:pic>
            <p:nvPicPr>
              <p:cNvPr id="44" name="Encre 43">
                <a:extLst>
                  <a:ext uri="{FF2B5EF4-FFF2-40B4-BE49-F238E27FC236}">
                    <a16:creationId xmlns:a16="http://schemas.microsoft.com/office/drawing/2014/main" id="{58F852D1-041D-11C8-2AEA-1C956AC65C5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789483" y="1715046"/>
                <a:ext cx="95196" cy="151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A6A9EBEE-57A8-DA93-F3C3-68D817E3C7A8}"/>
                  </a:ext>
                </a:extLst>
              </p14:cNvPr>
              <p14:cNvContentPartPr/>
              <p14:nvPr/>
            </p14:nvContentPartPr>
            <p14:xfrm>
              <a:off x="8175360" y="1686393"/>
              <a:ext cx="224636" cy="943897"/>
            </p14:xfrm>
          </p:contentPart>
        </mc:Choice>
        <mc:Fallback xmlns=""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A6A9EBEE-57A8-DA93-F3C3-68D817E3C7A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157389" y="1668400"/>
                <a:ext cx="260218" cy="979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6" name="Encre 45">
                <a:extLst>
                  <a:ext uri="{FF2B5EF4-FFF2-40B4-BE49-F238E27FC236}">
                    <a16:creationId xmlns:a16="http://schemas.microsoft.com/office/drawing/2014/main" id="{9ACE07CF-9C8F-CB77-1909-52BD11AAF22B}"/>
                  </a:ext>
                </a:extLst>
              </p14:cNvPr>
              <p14:cNvContentPartPr/>
              <p14:nvPr/>
            </p14:nvContentPartPr>
            <p14:xfrm>
              <a:off x="6133764" y="1755098"/>
              <a:ext cx="424431" cy="1012683"/>
            </p14:xfrm>
          </p:contentPart>
        </mc:Choice>
        <mc:Fallback xmlns="">
          <p:pic>
            <p:nvPicPr>
              <p:cNvPr id="46" name="Encre 45">
                <a:extLst>
                  <a:ext uri="{FF2B5EF4-FFF2-40B4-BE49-F238E27FC236}">
                    <a16:creationId xmlns:a16="http://schemas.microsoft.com/office/drawing/2014/main" id="{9ACE07CF-9C8F-CB77-1909-52BD11AAF22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115780" y="1737104"/>
                <a:ext cx="460040" cy="1048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C0606BC7-C05C-94DB-6ED7-24F5CF0ACC2D}"/>
                  </a:ext>
                </a:extLst>
              </p14:cNvPr>
              <p14:cNvContentPartPr/>
              <p14:nvPr/>
            </p14:nvContentPartPr>
            <p14:xfrm>
              <a:off x="8515302" y="1541286"/>
              <a:ext cx="380601" cy="395185"/>
            </p14:xfrm>
          </p:contentPart>
        </mc:Choice>
        <mc:Fallback xmlns=""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C0606BC7-C05C-94DB-6ED7-24F5CF0ACC2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497315" y="1523307"/>
                <a:ext cx="416215" cy="430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74B74BCE-4526-83B8-2AC2-1E6FD9E64197}"/>
                  </a:ext>
                </a:extLst>
              </p14:cNvPr>
              <p14:cNvContentPartPr/>
              <p14:nvPr/>
            </p14:nvContentPartPr>
            <p14:xfrm>
              <a:off x="8750507" y="2220830"/>
              <a:ext cx="314225" cy="46432"/>
            </p14:xfrm>
          </p:contentPart>
        </mc:Choice>
        <mc:Fallback xmlns=""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74B74BCE-4526-83B8-2AC2-1E6FD9E6419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732531" y="2202972"/>
                <a:ext cx="349818" cy="81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9" name="Encre 48">
                <a:extLst>
                  <a:ext uri="{FF2B5EF4-FFF2-40B4-BE49-F238E27FC236}">
                    <a16:creationId xmlns:a16="http://schemas.microsoft.com/office/drawing/2014/main" id="{21CE39A5-3673-FD7A-C969-57C22F462297}"/>
                  </a:ext>
                </a:extLst>
              </p14:cNvPr>
              <p14:cNvContentPartPr/>
              <p14:nvPr/>
            </p14:nvContentPartPr>
            <p14:xfrm>
              <a:off x="8769246" y="2305453"/>
              <a:ext cx="290672" cy="30514"/>
            </p14:xfrm>
          </p:contentPart>
        </mc:Choice>
        <mc:Fallback xmlns="">
          <p:pic>
            <p:nvPicPr>
              <p:cNvPr id="49" name="Encre 48">
                <a:extLst>
                  <a:ext uri="{FF2B5EF4-FFF2-40B4-BE49-F238E27FC236}">
                    <a16:creationId xmlns:a16="http://schemas.microsoft.com/office/drawing/2014/main" id="{21CE39A5-3673-FD7A-C969-57C22F46229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51259" y="2287712"/>
                <a:ext cx="326287" cy="656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4C742405-F709-C157-E72B-F49C048FC7E1}"/>
                  </a:ext>
                </a:extLst>
              </p14:cNvPr>
              <p14:cNvContentPartPr/>
              <p14:nvPr/>
            </p14:nvContentPartPr>
            <p14:xfrm>
              <a:off x="9693639" y="1942548"/>
              <a:ext cx="464016" cy="464432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4C742405-F709-C157-E72B-F49C048FC7E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675654" y="1924561"/>
                <a:ext cx="499627" cy="500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BF8F2A86-524A-432F-6E6F-6983E560AB00}"/>
                  </a:ext>
                </a:extLst>
              </p14:cNvPr>
              <p14:cNvContentPartPr/>
              <p14:nvPr/>
            </p14:nvContentPartPr>
            <p14:xfrm>
              <a:off x="10217857" y="1711738"/>
              <a:ext cx="529493" cy="337360"/>
            </p14:xfrm>
          </p:contentPart>
        </mc:Choice>
        <mc:Fallback xmlns=""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BF8F2A86-524A-432F-6E6F-6983E560AB0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199872" y="1693755"/>
                <a:ext cx="565104" cy="372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D71C1B96-F9DB-FDEC-76BD-78EE5CF1A71B}"/>
                  </a:ext>
                </a:extLst>
              </p14:cNvPr>
              <p14:cNvContentPartPr/>
              <p14:nvPr/>
            </p14:nvContentPartPr>
            <p14:xfrm>
              <a:off x="10692983" y="2285905"/>
              <a:ext cx="616262" cy="25078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D71C1B96-F9DB-FDEC-76BD-78EE5CF1A71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674985" y="2268244"/>
                <a:ext cx="651899" cy="60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3" name="Encre 52">
                <a:extLst>
                  <a:ext uri="{FF2B5EF4-FFF2-40B4-BE49-F238E27FC236}">
                    <a16:creationId xmlns:a16="http://schemas.microsoft.com/office/drawing/2014/main" id="{30728B10-E53E-C3C1-9F65-5CDEAB0C7BB1}"/>
                  </a:ext>
                </a:extLst>
              </p14:cNvPr>
              <p14:cNvContentPartPr/>
              <p14:nvPr/>
            </p14:nvContentPartPr>
            <p14:xfrm>
              <a:off x="10792917" y="2403375"/>
              <a:ext cx="474429" cy="38771"/>
            </p14:xfrm>
          </p:contentPart>
        </mc:Choice>
        <mc:Fallback xmlns="">
          <p:pic>
            <p:nvPicPr>
              <p:cNvPr id="53" name="Encre 52">
                <a:extLst>
                  <a:ext uri="{FF2B5EF4-FFF2-40B4-BE49-F238E27FC236}">
                    <a16:creationId xmlns:a16="http://schemas.microsoft.com/office/drawing/2014/main" id="{30728B10-E53E-C3C1-9F65-5CDEAB0C7BB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4933" y="2385590"/>
                <a:ext cx="510038" cy="73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2F3E58F1-497D-074A-D515-97B26F5F8FAF}"/>
                  </a:ext>
                </a:extLst>
              </p14:cNvPr>
              <p14:cNvContentPartPr/>
              <p14:nvPr/>
            </p14:nvContentPartPr>
            <p14:xfrm>
              <a:off x="11536179" y="2356467"/>
              <a:ext cx="318867" cy="48204"/>
            </p14:xfrm>
          </p:contentPart>
        </mc:Choice>
        <mc:Fallback xmlns=""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2F3E58F1-497D-074A-D515-97B26F5F8FA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518184" y="2338614"/>
                <a:ext cx="354497" cy="83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628E3BC3-203B-CCAE-897D-AB3E50AE1986}"/>
                  </a:ext>
                </a:extLst>
              </p14:cNvPr>
              <p14:cNvContentPartPr/>
              <p14:nvPr/>
            </p14:nvContentPartPr>
            <p14:xfrm>
              <a:off x="11939366" y="2173573"/>
              <a:ext cx="96485" cy="411949"/>
            </p14:xfrm>
          </p:contentPart>
        </mc:Choice>
        <mc:Fallback xmlns=""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628E3BC3-203B-CCAE-897D-AB3E50AE198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921498" y="2155600"/>
                <a:ext cx="131863" cy="447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90A9C50B-C5C8-500A-2291-2282D187008A}"/>
                  </a:ext>
                </a:extLst>
              </p14:cNvPr>
              <p14:cNvContentPartPr/>
              <p14:nvPr/>
            </p14:nvContentPartPr>
            <p14:xfrm>
              <a:off x="5758721" y="3497703"/>
              <a:ext cx="455616" cy="65220"/>
            </p14:xfrm>
          </p:contentPart>
        </mc:Choice>
        <mc:Fallback xmlns=""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90A9C50B-C5C8-500A-2291-2282D187008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40727" y="3479785"/>
                <a:ext cx="491245" cy="100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7" name="Encre 56">
                <a:extLst>
                  <a:ext uri="{FF2B5EF4-FFF2-40B4-BE49-F238E27FC236}">
                    <a16:creationId xmlns:a16="http://schemas.microsoft.com/office/drawing/2014/main" id="{5B2A272F-DC43-645C-CCA0-2F65AECF3E83}"/>
                  </a:ext>
                </a:extLst>
              </p14:cNvPr>
              <p14:cNvContentPartPr/>
              <p14:nvPr/>
            </p14:nvContentPartPr>
            <p14:xfrm>
              <a:off x="6427032" y="3232607"/>
              <a:ext cx="319617" cy="475010"/>
            </p14:xfrm>
          </p:contentPart>
        </mc:Choice>
        <mc:Fallback xmlns="">
          <p:pic>
            <p:nvPicPr>
              <p:cNvPr id="57" name="Encre 56">
                <a:extLst>
                  <a:ext uri="{FF2B5EF4-FFF2-40B4-BE49-F238E27FC236}">
                    <a16:creationId xmlns:a16="http://schemas.microsoft.com/office/drawing/2014/main" id="{5B2A272F-DC43-645C-CCA0-2F65AECF3E8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409056" y="3214614"/>
                <a:ext cx="355210" cy="5106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75625737-E31C-FBA9-B2E5-5F6825DE0CE3}"/>
                  </a:ext>
                </a:extLst>
              </p14:cNvPr>
              <p14:cNvContentPartPr/>
              <p14:nvPr/>
            </p14:nvContentPartPr>
            <p14:xfrm>
              <a:off x="6637081" y="2934103"/>
              <a:ext cx="56762" cy="145126"/>
            </p14:xfrm>
          </p:contentPart>
        </mc:Choice>
        <mc:Fallback xmlns=""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75625737-E31C-FBA9-B2E5-5F6825DE0CE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619231" y="2916142"/>
                <a:ext cx="92104" cy="1806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1" name="Encre 60">
                <a:extLst>
                  <a:ext uri="{FF2B5EF4-FFF2-40B4-BE49-F238E27FC236}">
                    <a16:creationId xmlns:a16="http://schemas.microsoft.com/office/drawing/2014/main" id="{4D3B13E3-5B21-3012-747F-C3F1A6F5EFBD}"/>
                  </a:ext>
                </a:extLst>
              </p14:cNvPr>
              <p14:cNvContentPartPr/>
              <p14:nvPr/>
            </p14:nvContentPartPr>
            <p14:xfrm>
              <a:off x="6697932" y="2966803"/>
              <a:ext cx="368700" cy="801814"/>
            </p14:xfrm>
          </p:contentPart>
        </mc:Choice>
        <mc:Fallback xmlns="">
          <p:pic>
            <p:nvPicPr>
              <p:cNvPr id="61" name="Encre 60">
                <a:extLst>
                  <a:ext uri="{FF2B5EF4-FFF2-40B4-BE49-F238E27FC236}">
                    <a16:creationId xmlns:a16="http://schemas.microsoft.com/office/drawing/2014/main" id="{4D3B13E3-5B21-3012-747F-C3F1A6F5EFB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679947" y="2948809"/>
                <a:ext cx="404311" cy="837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2" name="Encre 61">
                <a:extLst>
                  <a:ext uri="{FF2B5EF4-FFF2-40B4-BE49-F238E27FC236}">
                    <a16:creationId xmlns:a16="http://schemas.microsoft.com/office/drawing/2014/main" id="{A25BD4D9-5B49-099A-D92A-92F1804304C4}"/>
                  </a:ext>
                </a:extLst>
              </p14:cNvPr>
              <p14:cNvContentPartPr/>
              <p14:nvPr/>
            </p14:nvContentPartPr>
            <p14:xfrm>
              <a:off x="5394603" y="3041754"/>
              <a:ext cx="182986" cy="902332"/>
            </p14:xfrm>
          </p:contentPart>
        </mc:Choice>
        <mc:Fallback xmlns="">
          <p:pic>
            <p:nvPicPr>
              <p:cNvPr id="62" name="Encre 61">
                <a:extLst>
                  <a:ext uri="{FF2B5EF4-FFF2-40B4-BE49-F238E27FC236}">
                    <a16:creationId xmlns:a16="http://schemas.microsoft.com/office/drawing/2014/main" id="{A25BD4D9-5B49-099A-D92A-92F1804304C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376663" y="3023765"/>
                <a:ext cx="218507" cy="937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0E12AD6F-01C4-A2B6-E5CF-604DF8435F51}"/>
                  </a:ext>
                </a:extLst>
              </p14:cNvPr>
              <p14:cNvContentPartPr/>
              <p14:nvPr/>
            </p14:nvContentPartPr>
            <p14:xfrm>
              <a:off x="19507011" y="7655912"/>
              <a:ext cx="1214589" cy="158299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0E12AD6F-01C4-A2B6-E5CF-604DF8435F5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9489001" y="7637841"/>
                <a:ext cx="1250249" cy="194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AE500C76-AC69-63AB-D7E1-32DE0E1DFBBA}"/>
                  </a:ext>
                </a:extLst>
              </p14:cNvPr>
              <p14:cNvContentPartPr/>
              <p14:nvPr/>
            </p14:nvContentPartPr>
            <p14:xfrm>
              <a:off x="19606828" y="8085927"/>
              <a:ext cx="1023402" cy="99031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AE500C76-AC69-63AB-D7E1-32DE0E1DFBB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9588823" y="8067987"/>
                <a:ext cx="1059052" cy="134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DE0FD98E-C7D1-B1DE-8C26-FBD9853C537B}"/>
                  </a:ext>
                </a:extLst>
              </p14:cNvPr>
              <p14:cNvContentPartPr/>
              <p14:nvPr/>
            </p14:nvContentPartPr>
            <p14:xfrm>
              <a:off x="21446304" y="7482348"/>
              <a:ext cx="746933" cy="723581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DE0FD98E-C7D1-B1DE-8C26-FBD9853C537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1428288" y="7464348"/>
                <a:ext cx="782604" cy="759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7BEC3857-E074-8D84-D751-1B613118F3A4}"/>
                  </a:ext>
                </a:extLst>
              </p14:cNvPr>
              <p14:cNvContentPartPr/>
              <p14:nvPr/>
            </p14:nvContentPartPr>
            <p14:xfrm>
              <a:off x="22168818" y="6754809"/>
              <a:ext cx="212298" cy="203832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7BEC3857-E074-8D84-D751-1B613118F3A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2150796" y="6736803"/>
                <a:ext cx="247981" cy="239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5" name="Encre 64">
                <a:extLst>
                  <a:ext uri="{FF2B5EF4-FFF2-40B4-BE49-F238E27FC236}">
                    <a16:creationId xmlns:a16="http://schemas.microsoft.com/office/drawing/2014/main" id="{2FD91E6E-44EC-CF23-4D0F-F5350E523907}"/>
                  </a:ext>
                </a:extLst>
              </p14:cNvPr>
              <p14:cNvContentPartPr/>
              <p14:nvPr/>
            </p14:nvContentPartPr>
            <p14:xfrm>
              <a:off x="20908263" y="7765133"/>
              <a:ext cx="566560" cy="60658"/>
            </p14:xfrm>
          </p:contentPart>
        </mc:Choice>
        <mc:Fallback xmlns="">
          <p:pic>
            <p:nvPicPr>
              <p:cNvPr id="65" name="Encre 64">
                <a:extLst>
                  <a:ext uri="{FF2B5EF4-FFF2-40B4-BE49-F238E27FC236}">
                    <a16:creationId xmlns:a16="http://schemas.microsoft.com/office/drawing/2014/main" id="{2FD91E6E-44EC-CF23-4D0F-F5350E52390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0890254" y="7746972"/>
                <a:ext cx="602218" cy="96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6" name="Encre 65">
                <a:extLst>
                  <a:ext uri="{FF2B5EF4-FFF2-40B4-BE49-F238E27FC236}">
                    <a16:creationId xmlns:a16="http://schemas.microsoft.com/office/drawing/2014/main" id="{36553EA7-CF00-65D5-4B4D-79FF51B5CE1F}"/>
                  </a:ext>
                </a:extLst>
              </p14:cNvPr>
              <p14:cNvContentPartPr/>
              <p14:nvPr/>
            </p14:nvContentPartPr>
            <p14:xfrm>
              <a:off x="9980950" y="3491458"/>
              <a:ext cx="12491" cy="58143"/>
            </p14:xfrm>
          </p:contentPart>
        </mc:Choice>
        <mc:Fallback xmlns="">
          <p:pic>
            <p:nvPicPr>
              <p:cNvPr id="66" name="Encre 65">
                <a:extLst>
                  <a:ext uri="{FF2B5EF4-FFF2-40B4-BE49-F238E27FC236}">
                    <a16:creationId xmlns:a16="http://schemas.microsoft.com/office/drawing/2014/main" id="{36553EA7-CF00-65D5-4B4D-79FF51B5CE1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911556" y="3473513"/>
                <a:ext cx="149892" cy="93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7CEF5106-FFAE-1F32-4249-C2CB032B75EF}"/>
                  </a:ext>
                </a:extLst>
              </p14:cNvPr>
              <p14:cNvContentPartPr/>
              <p14:nvPr/>
            </p14:nvContentPartPr>
            <p14:xfrm>
              <a:off x="10349458" y="3128677"/>
              <a:ext cx="418463" cy="503814"/>
            </p14:xfrm>
          </p:contentPart>
        </mc:Choice>
        <mc:Fallback xmlns=""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7CEF5106-FFAE-1F32-4249-C2CB032B75E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331467" y="3110696"/>
                <a:ext cx="454085" cy="539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8" name="Encre 67">
                <a:extLst>
                  <a:ext uri="{FF2B5EF4-FFF2-40B4-BE49-F238E27FC236}">
                    <a16:creationId xmlns:a16="http://schemas.microsoft.com/office/drawing/2014/main" id="{2838C972-6E63-3283-5C3F-9146224C9479}"/>
                  </a:ext>
                </a:extLst>
              </p14:cNvPr>
              <p14:cNvContentPartPr/>
              <p14:nvPr/>
            </p14:nvContentPartPr>
            <p14:xfrm>
              <a:off x="10624278" y="2910590"/>
              <a:ext cx="12491" cy="12491"/>
            </p14:xfrm>
          </p:contentPart>
        </mc:Choice>
        <mc:Fallback xmlns="">
          <p:pic>
            <p:nvPicPr>
              <p:cNvPr id="68" name="Encre 67">
                <a:extLst>
                  <a:ext uri="{FF2B5EF4-FFF2-40B4-BE49-F238E27FC236}">
                    <a16:creationId xmlns:a16="http://schemas.microsoft.com/office/drawing/2014/main" id="{2838C972-6E63-3283-5C3F-9146224C947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999728" y="2286040"/>
                <a:ext cx="1249100" cy="1249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7AF655B1-7F98-5F4E-69EA-62BBEF48FA16}"/>
                  </a:ext>
                </a:extLst>
              </p14:cNvPr>
              <p14:cNvContentPartPr/>
              <p14:nvPr/>
            </p14:nvContentPartPr>
            <p14:xfrm>
              <a:off x="10792918" y="3229131"/>
              <a:ext cx="511886" cy="22831"/>
            </p14:xfrm>
          </p:contentPart>
        </mc:Choice>
        <mc:Fallback xmlns=""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7AF655B1-7F98-5F4E-69EA-62BBEF48FA1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774932" y="3211569"/>
                <a:ext cx="547499" cy="57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0" name="Encre 69">
                <a:extLst>
                  <a:ext uri="{FF2B5EF4-FFF2-40B4-BE49-F238E27FC236}">
                    <a16:creationId xmlns:a16="http://schemas.microsoft.com/office/drawing/2014/main" id="{E515AA0C-373A-500D-AC30-EC73A5DEBB70}"/>
                  </a:ext>
                </a:extLst>
              </p14:cNvPr>
              <p14:cNvContentPartPr/>
              <p14:nvPr/>
            </p14:nvContentPartPr>
            <p14:xfrm>
              <a:off x="10911590" y="3366540"/>
              <a:ext cx="444920" cy="24089"/>
            </p14:xfrm>
          </p:contentPart>
        </mc:Choice>
        <mc:Fallback xmlns="">
          <p:pic>
            <p:nvPicPr>
              <p:cNvPr id="70" name="Encre 69">
                <a:extLst>
                  <a:ext uri="{FF2B5EF4-FFF2-40B4-BE49-F238E27FC236}">
                    <a16:creationId xmlns:a16="http://schemas.microsoft.com/office/drawing/2014/main" id="{E515AA0C-373A-500D-AC30-EC73A5DEBB7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893592" y="3348827"/>
                <a:ext cx="480557" cy="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99800B14-F0B1-52CF-B70B-AA91EB032D22}"/>
                  </a:ext>
                </a:extLst>
              </p14:cNvPr>
              <p14:cNvContentPartPr/>
              <p14:nvPr/>
            </p14:nvContentPartPr>
            <p14:xfrm>
              <a:off x="11870069" y="2898098"/>
              <a:ext cx="29457" cy="438674"/>
            </p14:xfrm>
          </p:contentPart>
        </mc:Choice>
        <mc:Fallback xmlns=""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99800B14-F0B1-52CF-B70B-AA91EB032D2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852324" y="2880120"/>
                <a:ext cx="64592" cy="474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2" name="Encre 71">
                <a:extLst>
                  <a:ext uri="{FF2B5EF4-FFF2-40B4-BE49-F238E27FC236}">
                    <a16:creationId xmlns:a16="http://schemas.microsoft.com/office/drawing/2014/main" id="{77690AD1-6C5B-AB2E-9942-16CB52C85DB9}"/>
                  </a:ext>
                </a:extLst>
              </p14:cNvPr>
              <p14:cNvContentPartPr/>
              <p14:nvPr/>
            </p14:nvContentPartPr>
            <p14:xfrm>
              <a:off x="2890350" y="812596"/>
              <a:ext cx="3658489" cy="3519271"/>
            </p14:xfrm>
          </p:contentPart>
        </mc:Choice>
        <mc:Fallback xmlns="">
          <p:pic>
            <p:nvPicPr>
              <p:cNvPr id="72" name="Encre 71">
                <a:extLst>
                  <a:ext uri="{FF2B5EF4-FFF2-40B4-BE49-F238E27FC236}">
                    <a16:creationId xmlns:a16="http://schemas.microsoft.com/office/drawing/2014/main" id="{77690AD1-6C5B-AB2E-9942-16CB52C85DB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72353" y="794598"/>
                <a:ext cx="3694124" cy="3554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3" name="Encre 72">
                <a:extLst>
                  <a:ext uri="{FF2B5EF4-FFF2-40B4-BE49-F238E27FC236}">
                    <a16:creationId xmlns:a16="http://schemas.microsoft.com/office/drawing/2014/main" id="{45EF1986-25F0-31AF-CAF2-4A71267982A6}"/>
                  </a:ext>
                </a:extLst>
              </p14:cNvPr>
              <p14:cNvContentPartPr/>
              <p14:nvPr/>
            </p14:nvContentPartPr>
            <p14:xfrm>
              <a:off x="2998032" y="4278442"/>
              <a:ext cx="555593" cy="445985"/>
            </p14:xfrm>
          </p:contentPart>
        </mc:Choice>
        <mc:Fallback xmlns="">
          <p:pic>
            <p:nvPicPr>
              <p:cNvPr id="73" name="Encre 72">
                <a:extLst>
                  <a:ext uri="{FF2B5EF4-FFF2-40B4-BE49-F238E27FC236}">
                    <a16:creationId xmlns:a16="http://schemas.microsoft.com/office/drawing/2014/main" id="{45EF1986-25F0-31AF-CAF2-4A71267982A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980052" y="4260459"/>
                <a:ext cx="591194" cy="481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4" name="Encre 73">
                <a:extLst>
                  <a:ext uri="{FF2B5EF4-FFF2-40B4-BE49-F238E27FC236}">
                    <a16:creationId xmlns:a16="http://schemas.microsoft.com/office/drawing/2014/main" id="{ECBFA76E-ECC4-0D01-5D11-4AA178EDC2E0}"/>
                  </a:ext>
                </a:extLst>
              </p14:cNvPr>
              <p14:cNvContentPartPr/>
              <p14:nvPr/>
            </p14:nvContentPartPr>
            <p14:xfrm>
              <a:off x="3785016" y="4566774"/>
              <a:ext cx="849197" cy="92383"/>
            </p14:xfrm>
          </p:contentPart>
        </mc:Choice>
        <mc:Fallback xmlns="">
          <p:pic>
            <p:nvPicPr>
              <p:cNvPr id="74" name="Encre 73">
                <a:extLst>
                  <a:ext uri="{FF2B5EF4-FFF2-40B4-BE49-F238E27FC236}">
                    <a16:creationId xmlns:a16="http://schemas.microsoft.com/office/drawing/2014/main" id="{ECBFA76E-ECC4-0D01-5D11-4AA178EDC2E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767025" y="4548870"/>
                <a:ext cx="884820" cy="127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5" name="Encre 74">
                <a:extLst>
                  <a:ext uri="{FF2B5EF4-FFF2-40B4-BE49-F238E27FC236}">
                    <a16:creationId xmlns:a16="http://schemas.microsoft.com/office/drawing/2014/main" id="{E2C2C152-EE45-0D5E-AC86-2C0B0D2FEFFF}"/>
                  </a:ext>
                </a:extLst>
              </p14:cNvPr>
              <p14:cNvContentPartPr/>
              <p14:nvPr/>
            </p14:nvContentPartPr>
            <p14:xfrm>
              <a:off x="3866213" y="4858842"/>
              <a:ext cx="616760" cy="50435"/>
            </p14:xfrm>
          </p:contentPart>
        </mc:Choice>
        <mc:Fallback xmlns="">
          <p:pic>
            <p:nvPicPr>
              <p:cNvPr id="75" name="Encre 74">
                <a:extLst>
                  <a:ext uri="{FF2B5EF4-FFF2-40B4-BE49-F238E27FC236}">
                    <a16:creationId xmlns:a16="http://schemas.microsoft.com/office/drawing/2014/main" id="{E2C2C152-EE45-0D5E-AC86-2C0B0D2FEFF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48221" y="4840957"/>
                <a:ext cx="652384" cy="85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6" name="Encre 75">
                <a:extLst>
                  <a:ext uri="{FF2B5EF4-FFF2-40B4-BE49-F238E27FC236}">
                    <a16:creationId xmlns:a16="http://schemas.microsoft.com/office/drawing/2014/main" id="{DC5BB22C-FB06-C695-9204-DE8C62355D1B}"/>
                  </a:ext>
                </a:extLst>
              </p14:cNvPr>
              <p14:cNvContentPartPr/>
              <p14:nvPr/>
            </p14:nvContentPartPr>
            <p14:xfrm>
              <a:off x="4183110" y="4247212"/>
              <a:ext cx="67887" cy="1036693"/>
            </p14:xfrm>
          </p:contentPart>
        </mc:Choice>
        <mc:Fallback xmlns="">
          <p:pic>
            <p:nvPicPr>
              <p:cNvPr id="76" name="Encre 75">
                <a:extLst>
                  <a:ext uri="{FF2B5EF4-FFF2-40B4-BE49-F238E27FC236}">
                    <a16:creationId xmlns:a16="http://schemas.microsoft.com/office/drawing/2014/main" id="{DC5BB22C-FB06-C695-9204-DE8C62355D1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65245" y="4229214"/>
                <a:ext cx="103260" cy="107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7" name="Encre 76">
                <a:extLst>
                  <a:ext uri="{FF2B5EF4-FFF2-40B4-BE49-F238E27FC236}">
                    <a16:creationId xmlns:a16="http://schemas.microsoft.com/office/drawing/2014/main" id="{504734FE-9EAF-97BB-64E5-9289CF7B33DB}"/>
                  </a:ext>
                </a:extLst>
              </p14:cNvPr>
              <p14:cNvContentPartPr/>
              <p14:nvPr/>
            </p14:nvContentPartPr>
            <p14:xfrm>
              <a:off x="5125017" y="4171486"/>
              <a:ext cx="836083" cy="602137"/>
            </p14:xfrm>
          </p:contentPart>
        </mc:Choice>
        <mc:Fallback xmlns="">
          <p:pic>
            <p:nvPicPr>
              <p:cNvPr id="77" name="Encre 76">
                <a:extLst>
                  <a:ext uri="{FF2B5EF4-FFF2-40B4-BE49-F238E27FC236}">
                    <a16:creationId xmlns:a16="http://schemas.microsoft.com/office/drawing/2014/main" id="{504734FE-9EAF-97BB-64E5-9289CF7B33D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107029" y="4153501"/>
                <a:ext cx="871699" cy="637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8" name="Encre 77">
                <a:extLst>
                  <a:ext uri="{FF2B5EF4-FFF2-40B4-BE49-F238E27FC236}">
                    <a16:creationId xmlns:a16="http://schemas.microsoft.com/office/drawing/2014/main" id="{0D42D5CD-A604-2756-D879-0139108C2285}"/>
                  </a:ext>
                </a:extLst>
              </p14:cNvPr>
              <p14:cNvContentPartPr/>
              <p14:nvPr/>
            </p14:nvContentPartPr>
            <p14:xfrm>
              <a:off x="5200672" y="4166016"/>
              <a:ext cx="504971" cy="1097460"/>
            </p14:xfrm>
          </p:contentPart>
        </mc:Choice>
        <mc:Fallback xmlns="">
          <p:pic>
            <p:nvPicPr>
              <p:cNvPr id="78" name="Encre 77">
                <a:extLst>
                  <a:ext uri="{FF2B5EF4-FFF2-40B4-BE49-F238E27FC236}">
                    <a16:creationId xmlns:a16="http://schemas.microsoft.com/office/drawing/2014/main" id="{0D42D5CD-A604-2756-D879-0139108C228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182676" y="4148019"/>
                <a:ext cx="540603" cy="1133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9" name="Encre 78">
                <a:extLst>
                  <a:ext uri="{FF2B5EF4-FFF2-40B4-BE49-F238E27FC236}">
                    <a16:creationId xmlns:a16="http://schemas.microsoft.com/office/drawing/2014/main" id="{AD77F347-FD51-0B8B-12A4-09753AAA6B2F}"/>
                  </a:ext>
                </a:extLst>
              </p14:cNvPr>
              <p14:cNvContentPartPr/>
              <p14:nvPr/>
            </p14:nvContentPartPr>
            <p14:xfrm>
              <a:off x="6025881" y="4303426"/>
              <a:ext cx="357430" cy="540396"/>
            </p14:xfrm>
          </p:contentPart>
        </mc:Choice>
        <mc:Fallback xmlns="">
          <p:pic>
            <p:nvPicPr>
              <p:cNvPr id="79" name="Encre 78">
                <a:extLst>
                  <a:ext uri="{FF2B5EF4-FFF2-40B4-BE49-F238E27FC236}">
                    <a16:creationId xmlns:a16="http://schemas.microsoft.com/office/drawing/2014/main" id="{AD77F347-FD51-0B8B-12A4-09753AAA6B2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007902" y="4285437"/>
                <a:ext cx="393029" cy="5760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0" name="Encre 79">
                <a:extLst>
                  <a:ext uri="{FF2B5EF4-FFF2-40B4-BE49-F238E27FC236}">
                    <a16:creationId xmlns:a16="http://schemas.microsoft.com/office/drawing/2014/main" id="{AEAD3895-D9B2-13D5-EE98-FB2295087915}"/>
                  </a:ext>
                </a:extLst>
              </p14:cNvPr>
              <p14:cNvContentPartPr/>
              <p14:nvPr/>
            </p14:nvContentPartPr>
            <p14:xfrm>
              <a:off x="6420786" y="4437608"/>
              <a:ext cx="323787" cy="412468"/>
            </p14:xfrm>
          </p:contentPart>
        </mc:Choice>
        <mc:Fallback xmlns="">
          <p:pic>
            <p:nvPicPr>
              <p:cNvPr id="80" name="Encre 79">
                <a:extLst>
                  <a:ext uri="{FF2B5EF4-FFF2-40B4-BE49-F238E27FC236}">
                    <a16:creationId xmlns:a16="http://schemas.microsoft.com/office/drawing/2014/main" id="{AEAD3895-D9B2-13D5-EE98-FB229508791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402798" y="4419628"/>
                <a:ext cx="359404" cy="4480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1" name="Encre 80">
                <a:extLst>
                  <a:ext uri="{FF2B5EF4-FFF2-40B4-BE49-F238E27FC236}">
                    <a16:creationId xmlns:a16="http://schemas.microsoft.com/office/drawing/2014/main" id="{D2C26BC0-F66F-147A-6D6B-495E434FBFA3}"/>
                  </a:ext>
                </a:extLst>
              </p14:cNvPr>
              <p14:cNvContentPartPr/>
              <p14:nvPr/>
            </p14:nvContentPartPr>
            <p14:xfrm>
              <a:off x="6811530" y="4284688"/>
              <a:ext cx="152649" cy="780746"/>
            </p14:xfrm>
          </p:contentPart>
        </mc:Choice>
        <mc:Fallback xmlns="">
          <p:pic>
            <p:nvPicPr>
              <p:cNvPr id="81" name="Encre 80">
                <a:extLst>
                  <a:ext uri="{FF2B5EF4-FFF2-40B4-BE49-F238E27FC236}">
                    <a16:creationId xmlns:a16="http://schemas.microsoft.com/office/drawing/2014/main" id="{D2C26BC0-F66F-147A-6D6B-495E434FBFA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793571" y="4266698"/>
                <a:ext cx="188207" cy="816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2" name="Encre 81">
                <a:extLst>
                  <a:ext uri="{FF2B5EF4-FFF2-40B4-BE49-F238E27FC236}">
                    <a16:creationId xmlns:a16="http://schemas.microsoft.com/office/drawing/2014/main" id="{FFB30143-0B73-BB4B-B443-C3B50DC158C9}"/>
                  </a:ext>
                </a:extLst>
              </p14:cNvPr>
              <p14:cNvContentPartPr/>
              <p14:nvPr/>
            </p14:nvContentPartPr>
            <p14:xfrm>
              <a:off x="7182786" y="4765623"/>
              <a:ext cx="12491" cy="40466"/>
            </p14:xfrm>
          </p:contentPart>
        </mc:Choice>
        <mc:Fallback xmlns="">
          <p:pic>
            <p:nvPicPr>
              <p:cNvPr id="82" name="Encre 81">
                <a:extLst>
                  <a:ext uri="{FF2B5EF4-FFF2-40B4-BE49-F238E27FC236}">
                    <a16:creationId xmlns:a16="http://schemas.microsoft.com/office/drawing/2014/main" id="{FFB30143-0B73-BB4B-B443-C3B50DC158C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154397" y="4747718"/>
                <a:ext cx="68701" cy="75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3" name="Encre 82">
                <a:extLst>
                  <a:ext uri="{FF2B5EF4-FFF2-40B4-BE49-F238E27FC236}">
                    <a16:creationId xmlns:a16="http://schemas.microsoft.com/office/drawing/2014/main" id="{A33D2647-2A1F-655D-3E2D-D87064C6A63C}"/>
                  </a:ext>
                </a:extLst>
              </p14:cNvPr>
              <p14:cNvContentPartPr/>
              <p14:nvPr/>
            </p14:nvContentPartPr>
            <p14:xfrm>
              <a:off x="7532855" y="4177747"/>
              <a:ext cx="616877" cy="548214"/>
            </p14:xfrm>
          </p:contentPart>
        </mc:Choice>
        <mc:Fallback xmlns="">
          <p:pic>
            <p:nvPicPr>
              <p:cNvPr id="83" name="Encre 82">
                <a:extLst>
                  <a:ext uri="{FF2B5EF4-FFF2-40B4-BE49-F238E27FC236}">
                    <a16:creationId xmlns:a16="http://schemas.microsoft.com/office/drawing/2014/main" id="{A33D2647-2A1F-655D-3E2D-D87064C6A63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514870" y="4159761"/>
                <a:ext cx="652487" cy="583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398E4CF5-4843-2A57-1A88-691E9F6F96CF}"/>
                  </a:ext>
                </a:extLst>
              </p14:cNvPr>
              <p14:cNvContentPartPr/>
              <p14:nvPr/>
            </p14:nvContentPartPr>
            <p14:xfrm>
              <a:off x="7840142" y="4209737"/>
              <a:ext cx="64693" cy="699969"/>
            </p14:xfrm>
          </p:contentPart>
        </mc:Choice>
        <mc:Fallback xmlns=""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398E4CF5-4843-2A57-1A88-691E9F6F96C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822271" y="4191752"/>
                <a:ext cx="100078" cy="735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5" name="Encre 84">
                <a:extLst>
                  <a:ext uri="{FF2B5EF4-FFF2-40B4-BE49-F238E27FC236}">
                    <a16:creationId xmlns:a16="http://schemas.microsoft.com/office/drawing/2014/main" id="{621F9A3F-3710-C749-AF45-2DE9D632A92B}"/>
                  </a:ext>
                </a:extLst>
              </p14:cNvPr>
              <p14:cNvContentPartPr/>
              <p14:nvPr/>
            </p14:nvContentPartPr>
            <p14:xfrm>
              <a:off x="7407790" y="4896786"/>
              <a:ext cx="668160" cy="285115"/>
            </p14:xfrm>
          </p:contentPart>
        </mc:Choice>
        <mc:Fallback xmlns="">
          <p:pic>
            <p:nvPicPr>
              <p:cNvPr id="85" name="Encre 84">
                <a:extLst>
                  <a:ext uri="{FF2B5EF4-FFF2-40B4-BE49-F238E27FC236}">
                    <a16:creationId xmlns:a16="http://schemas.microsoft.com/office/drawing/2014/main" id="{621F9A3F-3710-C749-AF45-2DE9D632A92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389800" y="4878809"/>
                <a:ext cx="703781" cy="320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6" name="Encre 85">
                <a:extLst>
                  <a:ext uri="{FF2B5EF4-FFF2-40B4-BE49-F238E27FC236}">
                    <a16:creationId xmlns:a16="http://schemas.microsoft.com/office/drawing/2014/main" id="{D89E7258-7098-1AA4-2A3A-DBD17313DEA2}"/>
                  </a:ext>
                </a:extLst>
              </p14:cNvPr>
              <p14:cNvContentPartPr/>
              <p14:nvPr/>
            </p14:nvContentPartPr>
            <p14:xfrm>
              <a:off x="8254851" y="4372130"/>
              <a:ext cx="152131" cy="576733"/>
            </p14:xfrm>
          </p:contentPart>
        </mc:Choice>
        <mc:Fallback xmlns="">
          <p:pic>
            <p:nvPicPr>
              <p:cNvPr id="86" name="Encre 85">
                <a:extLst>
                  <a:ext uri="{FF2B5EF4-FFF2-40B4-BE49-F238E27FC236}">
                    <a16:creationId xmlns:a16="http://schemas.microsoft.com/office/drawing/2014/main" id="{D89E7258-7098-1AA4-2A3A-DBD17313DEA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236911" y="4354141"/>
                <a:ext cx="187652" cy="612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7" name="Encre 86">
                <a:extLst>
                  <a:ext uri="{FF2B5EF4-FFF2-40B4-BE49-F238E27FC236}">
                    <a16:creationId xmlns:a16="http://schemas.microsoft.com/office/drawing/2014/main" id="{FAB73228-7BFD-C76E-A74F-89753ED2DE95}"/>
                  </a:ext>
                </a:extLst>
              </p14:cNvPr>
              <p14:cNvContentPartPr/>
              <p14:nvPr/>
            </p14:nvContentPartPr>
            <p14:xfrm>
              <a:off x="8756192" y="4402609"/>
              <a:ext cx="232012" cy="431547"/>
            </p14:xfrm>
          </p:contentPart>
        </mc:Choice>
        <mc:Fallback xmlns="">
          <p:pic>
            <p:nvPicPr>
              <p:cNvPr id="87" name="Encre 86">
                <a:extLst>
                  <a:ext uri="{FF2B5EF4-FFF2-40B4-BE49-F238E27FC236}">
                    <a16:creationId xmlns:a16="http://schemas.microsoft.com/office/drawing/2014/main" id="{FAB73228-7BFD-C76E-A74F-89753ED2DE9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738234" y="4384613"/>
                <a:ext cx="267568" cy="467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8" name="Encre 87">
                <a:extLst>
                  <a:ext uri="{FF2B5EF4-FFF2-40B4-BE49-F238E27FC236}">
                    <a16:creationId xmlns:a16="http://schemas.microsoft.com/office/drawing/2014/main" id="{3CAD94AD-56F6-7444-4020-97044CF67050}"/>
                  </a:ext>
                </a:extLst>
              </p14:cNvPr>
              <p14:cNvContentPartPr/>
              <p14:nvPr/>
            </p14:nvContentPartPr>
            <p14:xfrm>
              <a:off x="9156261" y="4322163"/>
              <a:ext cx="137746" cy="602665"/>
            </p14:xfrm>
          </p:contentPart>
        </mc:Choice>
        <mc:Fallback xmlns="">
          <p:pic>
            <p:nvPicPr>
              <p:cNvPr id="88" name="Encre 87">
                <a:extLst>
                  <a:ext uri="{FF2B5EF4-FFF2-40B4-BE49-F238E27FC236}">
                    <a16:creationId xmlns:a16="http://schemas.microsoft.com/office/drawing/2014/main" id="{3CAD94AD-56F6-7444-4020-97044CF6705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138278" y="4304173"/>
                <a:ext cx="173351" cy="638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9" name="Encre 88">
                <a:extLst>
                  <a:ext uri="{FF2B5EF4-FFF2-40B4-BE49-F238E27FC236}">
                    <a16:creationId xmlns:a16="http://schemas.microsoft.com/office/drawing/2014/main" id="{AB4DEDB1-EFC4-8896-948F-B02FB6BF43B2}"/>
                  </a:ext>
                </a:extLst>
              </p14:cNvPr>
              <p14:cNvContentPartPr/>
              <p14:nvPr/>
            </p14:nvContentPartPr>
            <p14:xfrm>
              <a:off x="5657411" y="180748"/>
              <a:ext cx="5932549" cy="1287992"/>
            </p14:xfrm>
          </p:contentPart>
        </mc:Choice>
        <mc:Fallback xmlns="">
          <p:pic>
            <p:nvPicPr>
              <p:cNvPr id="89" name="Encre 88">
                <a:extLst>
                  <a:ext uri="{FF2B5EF4-FFF2-40B4-BE49-F238E27FC236}">
                    <a16:creationId xmlns:a16="http://schemas.microsoft.com/office/drawing/2014/main" id="{AB4DEDB1-EFC4-8896-948F-B02FB6BF43B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639412" y="162749"/>
                <a:ext cx="5968187" cy="1323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0" name="Encre 89">
                <a:extLst>
                  <a:ext uri="{FF2B5EF4-FFF2-40B4-BE49-F238E27FC236}">
                    <a16:creationId xmlns:a16="http://schemas.microsoft.com/office/drawing/2014/main" id="{47925BD1-98D7-86EF-CCB0-7EFF4AFC8080}"/>
                  </a:ext>
                </a:extLst>
              </p14:cNvPr>
              <p14:cNvContentPartPr/>
              <p14:nvPr/>
            </p14:nvContentPartPr>
            <p14:xfrm>
              <a:off x="3949660" y="1410161"/>
              <a:ext cx="1740355" cy="430036"/>
            </p14:xfrm>
          </p:contentPart>
        </mc:Choice>
        <mc:Fallback xmlns="">
          <p:pic>
            <p:nvPicPr>
              <p:cNvPr id="90" name="Encre 89">
                <a:extLst>
                  <a:ext uri="{FF2B5EF4-FFF2-40B4-BE49-F238E27FC236}">
                    <a16:creationId xmlns:a16="http://schemas.microsoft.com/office/drawing/2014/main" id="{47925BD1-98D7-86EF-CCB0-7EFF4AFC808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931663" y="1392168"/>
                <a:ext cx="1775990" cy="465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1" name="Encre 90">
                <a:extLst>
                  <a:ext uri="{FF2B5EF4-FFF2-40B4-BE49-F238E27FC236}">
                    <a16:creationId xmlns:a16="http://schemas.microsoft.com/office/drawing/2014/main" id="{7F7273FA-27F0-6CED-50AD-F7F8F476BE0E}"/>
                  </a:ext>
                </a:extLst>
              </p14:cNvPr>
              <p14:cNvContentPartPr/>
              <p14:nvPr/>
            </p14:nvContentPartPr>
            <p14:xfrm>
              <a:off x="5603070" y="-75281"/>
              <a:ext cx="5502142" cy="1551919"/>
            </p14:xfrm>
          </p:contentPart>
        </mc:Choice>
        <mc:Fallback xmlns="">
          <p:pic>
            <p:nvPicPr>
              <p:cNvPr id="91" name="Encre 90">
                <a:extLst>
                  <a:ext uri="{FF2B5EF4-FFF2-40B4-BE49-F238E27FC236}">
                    <a16:creationId xmlns:a16="http://schemas.microsoft.com/office/drawing/2014/main" id="{7F7273FA-27F0-6CED-50AD-F7F8F476BE0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585071" y="-93276"/>
                <a:ext cx="5537779" cy="1587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2" name="Encre 91">
                <a:extLst>
                  <a:ext uri="{FF2B5EF4-FFF2-40B4-BE49-F238E27FC236}">
                    <a16:creationId xmlns:a16="http://schemas.microsoft.com/office/drawing/2014/main" id="{5BD4580B-03C0-7679-D9F5-B23CAB4E4EC8}"/>
                  </a:ext>
                </a:extLst>
              </p14:cNvPr>
              <p14:cNvContentPartPr/>
              <p14:nvPr/>
            </p14:nvContentPartPr>
            <p14:xfrm>
              <a:off x="379162" y="1405328"/>
              <a:ext cx="5479493" cy="1976518"/>
            </p14:xfrm>
          </p:contentPart>
        </mc:Choice>
        <mc:Fallback xmlns="">
          <p:pic>
            <p:nvPicPr>
              <p:cNvPr id="92" name="Encre 91">
                <a:extLst>
                  <a:ext uri="{FF2B5EF4-FFF2-40B4-BE49-F238E27FC236}">
                    <a16:creationId xmlns:a16="http://schemas.microsoft.com/office/drawing/2014/main" id="{5BD4580B-03C0-7679-D9F5-B23CAB4E4EC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61163" y="1387333"/>
                <a:ext cx="5515130" cy="20121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6837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57E7-9FDF-E8FA-F184-56DE6406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47ED19-5EBD-77A2-4D34-AF6EBB74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E4859E-62C9-90B8-E946-9ED07D6B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55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7FFB713E-0298-6DC8-E0BA-2F183FC7DB75}"/>
                  </a:ext>
                </a:extLst>
              </p:cNvPr>
              <p:cNvSpPr txBox="1"/>
              <p:nvPr/>
            </p:nvSpPr>
            <p:spPr>
              <a:xfrm>
                <a:off x="1590674" y="561975"/>
                <a:ext cx="9705975" cy="5266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b="1" dirty="0"/>
                  <a:t>Relations </a:t>
                </a:r>
                <a:r>
                  <a:rPr lang="en-CA" b="1" dirty="0" err="1"/>
                  <a:t>utiles</a:t>
                </a:r>
                <a:r>
                  <a:rPr lang="en-CA" b="1" dirty="0"/>
                  <a:t> :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dirty="0"/>
                  <a:t>Nous </a:t>
                </a:r>
                <a:r>
                  <a:rPr lang="en-CA" dirty="0" err="1"/>
                  <a:t>avons</a:t>
                </a:r>
                <a:r>
                  <a:rPr lang="en-CA" dirty="0"/>
                  <a:t> </a:t>
                </a:r>
                <a:r>
                  <a:rPr lang="en-CA" dirty="0" err="1"/>
                  <a:t>établit</a:t>
                </a:r>
                <a:r>
                  <a:rPr lang="en-CA" dirty="0"/>
                  <a:t> la relation </a:t>
                </a:r>
                <a:r>
                  <a:rPr lang="en-CA" dirty="0" err="1"/>
                  <a:t>suivante</a:t>
                </a:r>
                <a:r>
                  <a:rPr lang="en-CA" dirty="0"/>
                  <a:t> : </a:t>
                </a:r>
                <a:r>
                  <a:rPr lang="de-CH" dirty="0">
                    <a:solidFill>
                      <a:prstClr val="black"/>
                    </a:solidFill>
                  </a:rPr>
                  <a:t> 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CA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dirty="0" err="1">
                    <a:solidFill>
                      <a:prstClr val="black"/>
                    </a:solidFill>
                  </a:rPr>
                  <a:t>Donc</a:t>
                </a:r>
                <a:r>
                  <a:rPr lang="en-CA" dirty="0">
                    <a:solidFill>
                      <a:prstClr val="black"/>
                    </a:solidFill>
                  </a:rPr>
                  <a:t>, on </a:t>
                </a:r>
                <a:r>
                  <a:rPr lang="en-CA" dirty="0" err="1">
                    <a:solidFill>
                      <a:prstClr val="black"/>
                    </a:solidFill>
                  </a:rPr>
                  <a:t>peut</a:t>
                </a:r>
                <a:r>
                  <a:rPr lang="en-CA" dirty="0">
                    <a:solidFill>
                      <a:prstClr val="black"/>
                    </a:solidFill>
                  </a:rPr>
                  <a:t> </a:t>
                </a:r>
                <a:r>
                  <a:rPr lang="en-CA" dirty="0" err="1">
                    <a:solidFill>
                      <a:prstClr val="black"/>
                    </a:solidFill>
                  </a:rPr>
                  <a:t>ecrire</a:t>
                </a:r>
                <a:r>
                  <a:rPr lang="en-CA" dirty="0">
                    <a:solidFill>
                      <a:prstClr val="black"/>
                    </a:solidFill>
                  </a:rPr>
                  <a:t> 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CA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CA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ar-AE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sSub>
                        <m:sSubPr>
                          <m:ctrlP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dirty="0" err="1">
                    <a:solidFill>
                      <a:prstClr val="black"/>
                    </a:solidFill>
                  </a:rPr>
                  <a:t>Ainsi</a:t>
                </a:r>
                <a:r>
                  <a:rPr lang="en-CA" dirty="0">
                    <a:solidFill>
                      <a:prstClr val="black"/>
                    </a:solidFill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CA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CA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CA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ar-AE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CA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limUpp>
                        <m:limUppPr>
                          <m:ctrlPr>
                            <a:rPr lang="en-CA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CA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CA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CA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+−</m:t>
                              </m:r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CA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,   </m:t>
                              </m:r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CA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Upp>
                      <m:r>
                        <a:rPr lang="en-CA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ar-AE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sup>
                          <m:r>
                            <a:rPr lang="en-CA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ar-AE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prstClr val="black"/>
                    </a:solidFill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CA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>
                    <a:solidFill>
                      <a:prstClr val="black"/>
                    </a:solidFill>
                  </a:rPr>
                  <a:t> on </a:t>
                </a:r>
                <a:r>
                  <a:rPr lang="en-CA" dirty="0" err="1">
                    <a:solidFill>
                      <a:prstClr val="black"/>
                    </a:solidFill>
                  </a:rPr>
                  <a:t>porte</a:t>
                </a:r>
                <a:r>
                  <a:rPr lang="en-CA" dirty="0">
                    <a:solidFill>
                      <a:prstClr val="black"/>
                    </a:solidFill>
                  </a:rPr>
                  <a:t> </a:t>
                </a:r>
                <a:r>
                  <a:rPr lang="en-CA" dirty="0" err="1">
                    <a:solidFill>
                      <a:prstClr val="black"/>
                    </a:solidFill>
                  </a:rPr>
                  <a:t>cette</a:t>
                </a:r>
                <a:r>
                  <a:rPr lang="en-CA" dirty="0">
                    <a:solidFill>
                      <a:prstClr val="black"/>
                    </a:solidFill>
                  </a:rPr>
                  <a:t> relation dans la </a:t>
                </a:r>
                <a:r>
                  <a:rPr lang="en-CA" dirty="0" err="1">
                    <a:solidFill>
                      <a:prstClr val="black"/>
                    </a:solidFill>
                  </a:rPr>
                  <a:t>précédante</a:t>
                </a:r>
                <a:r>
                  <a:rPr lang="en-CA" dirty="0">
                    <a:solidFill>
                      <a:prstClr val="black"/>
                    </a:solidFill>
                  </a:rPr>
                  <a:t> 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CA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CA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CA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+</m:t>
                    </m:r>
                    <m:sSup>
                      <m:s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CA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CA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CA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CA" dirty="0">
                  <a:solidFill>
                    <a:prstClr val="black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CA" b="1" dirty="0">
                    <a:solidFill>
                      <a:srgbClr val="FF0000"/>
                    </a:solidFill>
                  </a:rPr>
                  <a:t>Donc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  <m:sub>
                            <m:r>
                              <a:rPr lang="en-CA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CA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ar-AE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p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  <m:d>
                      <m:dPr>
                        <m:ctrlPr>
                          <a:rPr lang="ar-A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  <m:sub>
                            <m:r>
                              <a:rPr lang="ar-A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  <m:r>
                          <a:rPr lang="ar-AE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ℏ</m:t>
                        </m:r>
                      </m:e>
                    </m:d>
                  </m:oMath>
                </a14:m>
                <a:endParaRPr lang="en-CA" b="1" dirty="0">
                  <a:solidFill>
                    <a:prstClr val="black"/>
                  </a:solidFill>
                </a:endParaRPr>
              </a:p>
              <a:p>
                <a:endParaRPr lang="ar-AE" dirty="0">
                  <a:solidFill>
                    <a:prstClr val="black"/>
                  </a:solidFill>
                </a:endParaRPr>
              </a:p>
              <a:p>
                <a:r>
                  <a:rPr lang="en-CA" dirty="0"/>
                  <a:t> 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7FFB713E-0298-6DC8-E0BA-2F183FC7D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674" y="561975"/>
                <a:ext cx="9705975" cy="5266698"/>
              </a:xfrm>
              <a:prstGeom prst="rect">
                <a:avLst/>
              </a:prstGeom>
              <a:blipFill>
                <a:blip r:embed="rId2"/>
                <a:stretch>
                  <a:fillRect l="-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4766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32E2-9E9A-2F62-E5BA-99346906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325DA5-4A5F-135D-48DC-E56FD854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A32F86-3F4B-6A3D-36C2-35CA3933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56</a:t>
            </a:fld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1" name="Encre 120">
                <a:extLst>
                  <a:ext uri="{FF2B5EF4-FFF2-40B4-BE49-F238E27FC236}">
                    <a16:creationId xmlns:a16="http://schemas.microsoft.com/office/drawing/2014/main" id="{E9F3C6A0-9AF6-6015-8002-412C93563EE0}"/>
                  </a:ext>
                </a:extLst>
              </p14:cNvPr>
              <p14:cNvContentPartPr/>
              <p14:nvPr/>
            </p14:nvContentPartPr>
            <p14:xfrm>
              <a:off x="6442950" y="1923030"/>
              <a:ext cx="378720" cy="29880"/>
            </p14:xfrm>
          </p:contentPart>
        </mc:Choice>
        <mc:Fallback xmlns="">
          <p:pic>
            <p:nvPicPr>
              <p:cNvPr id="121" name="Encre 120">
                <a:extLst>
                  <a:ext uri="{FF2B5EF4-FFF2-40B4-BE49-F238E27FC236}">
                    <a16:creationId xmlns:a16="http://schemas.microsoft.com/office/drawing/2014/main" id="{E9F3C6A0-9AF6-6015-8002-412C93563E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36836" y="1916910"/>
                <a:ext cx="390948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6" name="Encre 125">
                <a:extLst>
                  <a:ext uri="{FF2B5EF4-FFF2-40B4-BE49-F238E27FC236}">
                    <a16:creationId xmlns:a16="http://schemas.microsoft.com/office/drawing/2014/main" id="{F0FC6198-EFB4-7CE2-BBE1-26F68FB8FA66}"/>
                  </a:ext>
                </a:extLst>
              </p14:cNvPr>
              <p14:cNvContentPartPr/>
              <p14:nvPr/>
            </p14:nvContentPartPr>
            <p14:xfrm>
              <a:off x="7915350" y="1503630"/>
              <a:ext cx="200880" cy="1131840"/>
            </p14:xfrm>
          </p:contentPart>
        </mc:Choice>
        <mc:Fallback xmlns="">
          <p:pic>
            <p:nvPicPr>
              <p:cNvPr id="126" name="Encre 125">
                <a:extLst>
                  <a:ext uri="{FF2B5EF4-FFF2-40B4-BE49-F238E27FC236}">
                    <a16:creationId xmlns:a16="http://schemas.microsoft.com/office/drawing/2014/main" id="{F0FC6198-EFB4-7CE2-BBE1-26F68FB8FA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9230" y="1497510"/>
                <a:ext cx="213120" cy="11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4" name="Encre 183">
                <a:extLst>
                  <a:ext uri="{FF2B5EF4-FFF2-40B4-BE49-F238E27FC236}">
                    <a16:creationId xmlns:a16="http://schemas.microsoft.com/office/drawing/2014/main" id="{7A77EC1C-92C7-7F4E-9629-227A97C9D667}"/>
                  </a:ext>
                </a:extLst>
              </p14:cNvPr>
              <p14:cNvContentPartPr/>
              <p14:nvPr/>
            </p14:nvContentPartPr>
            <p14:xfrm>
              <a:off x="6409470" y="2241270"/>
              <a:ext cx="196200" cy="1148400"/>
            </p14:xfrm>
          </p:contentPart>
        </mc:Choice>
        <mc:Fallback xmlns="">
          <p:pic>
            <p:nvPicPr>
              <p:cNvPr id="184" name="Encre 183">
                <a:extLst>
                  <a:ext uri="{FF2B5EF4-FFF2-40B4-BE49-F238E27FC236}">
                    <a16:creationId xmlns:a16="http://schemas.microsoft.com/office/drawing/2014/main" id="{7A77EC1C-92C7-7F4E-9629-227A97C9D6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3350" y="2235150"/>
                <a:ext cx="208440" cy="116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e 207">
            <a:extLst>
              <a:ext uri="{FF2B5EF4-FFF2-40B4-BE49-F238E27FC236}">
                <a16:creationId xmlns:a16="http://schemas.microsoft.com/office/drawing/2014/main" id="{17E105DF-E56C-EF7E-E242-E0271A4623EF}"/>
              </a:ext>
            </a:extLst>
          </p:cNvPr>
          <p:cNvGrpSpPr/>
          <p:nvPr/>
        </p:nvGrpSpPr>
        <p:grpSpPr>
          <a:xfrm>
            <a:off x="798150" y="104310"/>
            <a:ext cx="11410200" cy="2988720"/>
            <a:chOff x="798150" y="104310"/>
            <a:chExt cx="11410200" cy="29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A40F896D-E3DB-79EB-C443-679917A2DCAF}"/>
                    </a:ext>
                  </a:extLst>
                </p14:cNvPr>
                <p14:cNvContentPartPr/>
                <p14:nvPr/>
              </p14:nvContentPartPr>
              <p14:xfrm>
                <a:off x="10283430" y="163710"/>
                <a:ext cx="9720" cy="41112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A40F896D-E3DB-79EB-C443-679917A2DC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77310" y="157595"/>
                  <a:ext cx="21960" cy="423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0E59FA0A-E476-0392-03A5-6CD37EEDF1CC}"/>
                    </a:ext>
                  </a:extLst>
                </p14:cNvPr>
                <p14:cNvContentPartPr/>
                <p14:nvPr/>
              </p14:nvContentPartPr>
              <p14:xfrm>
                <a:off x="10542990" y="218790"/>
                <a:ext cx="248760" cy="47520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0E59FA0A-E476-0392-03A5-6CD37EEDF1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36870" y="212675"/>
                  <a:ext cx="261000" cy="4874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9DD263DE-D995-1A98-6FEE-4A2DCD1C3524}"/>
                    </a:ext>
                  </a:extLst>
                </p14:cNvPr>
                <p14:cNvContentPartPr/>
                <p14:nvPr/>
              </p14:nvContentPartPr>
              <p14:xfrm>
                <a:off x="10659990" y="191070"/>
                <a:ext cx="2160" cy="36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9DD263DE-D995-1A98-6FEE-4A2DCD1C352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54744" y="184950"/>
                  <a:ext cx="12651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5F7B7B6E-A02D-A7D4-3C82-27E1D9BEEF50}"/>
                    </a:ext>
                  </a:extLst>
                </p14:cNvPr>
                <p14:cNvContentPartPr/>
                <p14:nvPr/>
              </p14:nvContentPartPr>
              <p14:xfrm>
                <a:off x="11019990" y="387270"/>
                <a:ext cx="58320" cy="18036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5F7B7B6E-A02D-A7D4-3C82-27E1D9BEEF5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13832" y="381150"/>
                  <a:ext cx="70636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1" name="Encre 50">
                  <a:extLst>
                    <a:ext uri="{FF2B5EF4-FFF2-40B4-BE49-F238E27FC236}">
                      <a16:creationId xmlns:a16="http://schemas.microsoft.com/office/drawing/2014/main" id="{9C23702E-EBBB-29CD-FF70-BCED59A68A30}"/>
                    </a:ext>
                  </a:extLst>
                </p14:cNvPr>
                <p14:cNvContentPartPr/>
                <p14:nvPr/>
              </p14:nvContentPartPr>
              <p14:xfrm>
                <a:off x="11270190" y="253710"/>
                <a:ext cx="380160" cy="345600"/>
              </p14:xfrm>
            </p:contentPart>
          </mc:Choice>
          <mc:Fallback xmlns="">
            <p:pic>
              <p:nvPicPr>
                <p:cNvPr id="51" name="Encre 50">
                  <a:extLst>
                    <a:ext uri="{FF2B5EF4-FFF2-40B4-BE49-F238E27FC236}">
                      <a16:creationId xmlns:a16="http://schemas.microsoft.com/office/drawing/2014/main" id="{9C23702E-EBBB-29CD-FF70-BCED59A68A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64070" y="247590"/>
                  <a:ext cx="392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31261331-A212-1490-E45D-426874913CE2}"/>
                    </a:ext>
                  </a:extLst>
                </p14:cNvPr>
                <p14:cNvContentPartPr/>
                <p14:nvPr/>
              </p14:nvContentPartPr>
              <p14:xfrm>
                <a:off x="11720550" y="245790"/>
                <a:ext cx="232560" cy="341280"/>
              </p14:xfrm>
            </p:contentPart>
          </mc:Choice>
          <mc:Fallback xmlns=""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31261331-A212-1490-E45D-426874913C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714430" y="239670"/>
                  <a:ext cx="244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1B9C1CCF-C6DE-4B05-0D95-A80B21D7077A}"/>
                    </a:ext>
                  </a:extLst>
                </p14:cNvPr>
                <p14:cNvContentPartPr/>
                <p14:nvPr/>
              </p14:nvContentPartPr>
              <p14:xfrm>
                <a:off x="3271350" y="191070"/>
                <a:ext cx="10080" cy="41472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1B9C1CCF-C6DE-4B05-0D95-A80B21D707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5441" y="184950"/>
                  <a:ext cx="21898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E8106C9A-FDBB-4BA6-D75F-021BCE9577EB}"/>
                    </a:ext>
                  </a:extLst>
                </p14:cNvPr>
                <p14:cNvContentPartPr/>
                <p14:nvPr/>
              </p14:nvContentPartPr>
              <p14:xfrm>
                <a:off x="3516150" y="295830"/>
                <a:ext cx="195120" cy="41616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E8106C9A-FDBB-4BA6-D75F-021BCE9577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10030" y="289710"/>
                  <a:ext cx="2073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C98C91FB-B66E-A94F-A95E-46568D45675F}"/>
                    </a:ext>
                  </a:extLst>
                </p14:cNvPr>
                <p14:cNvContentPartPr/>
                <p14:nvPr/>
              </p14:nvContentPartPr>
              <p14:xfrm>
                <a:off x="3592830" y="181710"/>
                <a:ext cx="2160" cy="504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C98C91FB-B66E-A94F-A95E-46568D4567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86710" y="175590"/>
                  <a:ext cx="144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C24C5684-A49F-C8BA-EB95-780D53B9C003}"/>
                    </a:ext>
                  </a:extLst>
                </p14:cNvPr>
                <p14:cNvContentPartPr/>
                <p14:nvPr/>
              </p14:nvContentPartPr>
              <p14:xfrm>
                <a:off x="3886590" y="414270"/>
                <a:ext cx="360" cy="20808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C24C5684-A49F-C8BA-EB95-780D53B9C00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80470" y="408139"/>
                  <a:ext cx="12600" cy="2203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820B9411-3D9F-D14B-8498-BC982EBF9285}"/>
                    </a:ext>
                  </a:extLst>
                </p14:cNvPr>
                <p14:cNvContentPartPr/>
                <p14:nvPr/>
              </p14:nvContentPartPr>
              <p14:xfrm>
                <a:off x="4125270" y="385830"/>
                <a:ext cx="375840" cy="21996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820B9411-3D9F-D14B-8498-BC982EBF92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19150" y="379710"/>
                  <a:ext cx="3880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1725A5B4-1AAD-5EEB-2DE7-C9126B18881F}"/>
                    </a:ext>
                  </a:extLst>
                </p14:cNvPr>
                <p14:cNvContentPartPr/>
                <p14:nvPr/>
              </p14:nvContentPartPr>
              <p14:xfrm>
                <a:off x="4685070" y="286470"/>
                <a:ext cx="264600" cy="29484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1725A5B4-1AAD-5EEB-2DE7-C9126B1888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78950" y="280350"/>
                  <a:ext cx="276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43916F5D-C9BC-C363-B41A-0002509679B2}"/>
                    </a:ext>
                  </a:extLst>
                </p14:cNvPr>
                <p14:cNvContentPartPr/>
                <p14:nvPr/>
              </p14:nvContentPartPr>
              <p14:xfrm>
                <a:off x="5253510" y="318510"/>
                <a:ext cx="387000" cy="4284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43916F5D-C9BC-C363-B41A-0002509679B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47390" y="312390"/>
                  <a:ext cx="399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06930BE8-7175-B17C-B89E-32CF8BCA5F61}"/>
                    </a:ext>
                  </a:extLst>
                </p14:cNvPr>
                <p14:cNvContentPartPr/>
                <p14:nvPr/>
              </p14:nvContentPartPr>
              <p14:xfrm>
                <a:off x="5290590" y="500310"/>
                <a:ext cx="357120" cy="1800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06930BE8-7175-B17C-B89E-32CF8BCA5F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84470" y="494190"/>
                  <a:ext cx="369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Encre 21">
                  <a:extLst>
                    <a:ext uri="{FF2B5EF4-FFF2-40B4-BE49-F238E27FC236}">
                      <a16:creationId xmlns:a16="http://schemas.microsoft.com/office/drawing/2014/main" id="{A18255BD-D92C-D143-AEFF-38A29ED6FCD2}"/>
                    </a:ext>
                  </a:extLst>
                </p14:cNvPr>
                <p14:cNvContentPartPr/>
                <p14:nvPr/>
              </p14:nvContentPartPr>
              <p14:xfrm>
                <a:off x="5910870" y="104310"/>
                <a:ext cx="159120" cy="645120"/>
              </p14:xfrm>
            </p:contentPart>
          </mc:Choice>
          <mc:Fallback xmlns="">
            <p:pic>
              <p:nvPicPr>
                <p:cNvPr id="22" name="Encre 21">
                  <a:extLst>
                    <a:ext uri="{FF2B5EF4-FFF2-40B4-BE49-F238E27FC236}">
                      <a16:creationId xmlns:a16="http://schemas.microsoft.com/office/drawing/2014/main" id="{A18255BD-D92C-D143-AEFF-38A29ED6FC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04750" y="98187"/>
                  <a:ext cx="171360" cy="657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F0D2E98E-7229-3E48-78C3-A0847AA68723}"/>
                    </a:ext>
                  </a:extLst>
                </p14:cNvPr>
                <p14:cNvContentPartPr/>
                <p14:nvPr/>
              </p14:nvContentPartPr>
              <p14:xfrm>
                <a:off x="6153510" y="231750"/>
                <a:ext cx="335160" cy="684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F0D2E98E-7229-3E48-78C3-A0847AA687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47390" y="225630"/>
                  <a:ext cx="347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029DF0BC-465D-A785-A399-E4B60CB33A08}"/>
                    </a:ext>
                  </a:extLst>
                </p14:cNvPr>
                <p14:cNvContentPartPr/>
                <p14:nvPr/>
              </p14:nvContentPartPr>
              <p14:xfrm>
                <a:off x="6230190" y="254430"/>
                <a:ext cx="245160" cy="38160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029DF0BC-465D-A785-A399-E4B60CB33A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224070" y="248316"/>
                  <a:ext cx="257400" cy="3938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39C3530E-F98C-8185-3445-2A1F5517DAE6}"/>
                    </a:ext>
                  </a:extLst>
                </p14:cNvPr>
                <p14:cNvContentPartPr/>
                <p14:nvPr/>
              </p14:nvContentPartPr>
              <p14:xfrm>
                <a:off x="6626190" y="137430"/>
                <a:ext cx="231840" cy="26460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39C3530E-F98C-8185-3445-2A1F5517DA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620070" y="131310"/>
                  <a:ext cx="244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0E645BE1-4E79-2BFF-8AF7-358E8BE3C4B1}"/>
                    </a:ext>
                  </a:extLst>
                </p14:cNvPr>
                <p14:cNvContentPartPr/>
                <p14:nvPr/>
              </p14:nvContentPartPr>
              <p14:xfrm>
                <a:off x="7023630" y="431910"/>
                <a:ext cx="263160" cy="2412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0E645BE1-4E79-2BFF-8AF7-358E8BE3C4B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17502" y="425790"/>
                  <a:ext cx="275417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5953BF0F-CED1-2926-F26D-CD21FD454AE6}"/>
                    </a:ext>
                  </a:extLst>
                </p14:cNvPr>
                <p14:cNvContentPartPr/>
                <p14:nvPr/>
              </p14:nvContentPartPr>
              <p14:xfrm>
                <a:off x="7430070" y="150030"/>
                <a:ext cx="329040" cy="4716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5953BF0F-CED1-2926-F26D-CD21FD454A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23957" y="143863"/>
                  <a:ext cx="341267" cy="59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Encre 32">
                  <a:extLst>
                    <a:ext uri="{FF2B5EF4-FFF2-40B4-BE49-F238E27FC236}">
                      <a16:creationId xmlns:a16="http://schemas.microsoft.com/office/drawing/2014/main" id="{E9EC26EF-11D2-7E1C-BE5C-A7EFBE7F5631}"/>
                    </a:ext>
                  </a:extLst>
                </p14:cNvPr>
                <p14:cNvContentPartPr/>
                <p14:nvPr/>
              </p14:nvContentPartPr>
              <p14:xfrm>
                <a:off x="7438350" y="264150"/>
                <a:ext cx="235080" cy="360720"/>
              </p14:xfrm>
            </p:contentPart>
          </mc:Choice>
          <mc:Fallback xmlns="">
            <p:pic>
              <p:nvPicPr>
                <p:cNvPr id="33" name="Encre 32">
                  <a:extLst>
                    <a:ext uri="{FF2B5EF4-FFF2-40B4-BE49-F238E27FC236}">
                      <a16:creationId xmlns:a16="http://schemas.microsoft.com/office/drawing/2014/main" id="{E9EC26EF-11D2-7E1C-BE5C-A7EFBE7F56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32239" y="258036"/>
                  <a:ext cx="247301" cy="3729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Encre 33">
                  <a:extLst>
                    <a:ext uri="{FF2B5EF4-FFF2-40B4-BE49-F238E27FC236}">
                      <a16:creationId xmlns:a16="http://schemas.microsoft.com/office/drawing/2014/main" id="{C4FC2D8E-ACAF-1EDE-AF86-F0246CB8B422}"/>
                    </a:ext>
                  </a:extLst>
                </p14:cNvPr>
                <p14:cNvContentPartPr/>
                <p14:nvPr/>
              </p14:nvContentPartPr>
              <p14:xfrm>
                <a:off x="7824630" y="449550"/>
                <a:ext cx="181440" cy="363240"/>
              </p14:xfrm>
            </p:contentPart>
          </mc:Choice>
          <mc:Fallback xmlns="">
            <p:pic>
              <p:nvPicPr>
                <p:cNvPr id="34" name="Encre 33">
                  <a:extLst>
                    <a:ext uri="{FF2B5EF4-FFF2-40B4-BE49-F238E27FC236}">
                      <a16:creationId xmlns:a16="http://schemas.microsoft.com/office/drawing/2014/main" id="{C4FC2D8E-ACAF-1EDE-AF86-F0246CB8B42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18498" y="443430"/>
                  <a:ext cx="193704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Encre 35">
                  <a:extLst>
                    <a:ext uri="{FF2B5EF4-FFF2-40B4-BE49-F238E27FC236}">
                      <a16:creationId xmlns:a16="http://schemas.microsoft.com/office/drawing/2014/main" id="{E729ED69-8FFD-D4F2-676C-1075E1B4BA6E}"/>
                    </a:ext>
                  </a:extLst>
                </p14:cNvPr>
                <p14:cNvContentPartPr/>
                <p14:nvPr/>
              </p14:nvContentPartPr>
              <p14:xfrm>
                <a:off x="8228190" y="104310"/>
                <a:ext cx="118080" cy="587880"/>
              </p14:xfrm>
            </p:contentPart>
          </mc:Choice>
          <mc:Fallback xmlns="">
            <p:pic>
              <p:nvPicPr>
                <p:cNvPr id="36" name="Encre 35">
                  <a:extLst>
                    <a:ext uri="{FF2B5EF4-FFF2-40B4-BE49-F238E27FC236}">
                      <a16:creationId xmlns:a16="http://schemas.microsoft.com/office/drawing/2014/main" id="{E729ED69-8FFD-D4F2-676C-1075E1B4BA6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22070" y="98186"/>
                  <a:ext cx="130320" cy="6001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07A1CCA9-E68A-74B0-617E-8B20F37CA4A9}"/>
                    </a:ext>
                  </a:extLst>
                </p14:cNvPr>
                <p14:cNvContentPartPr/>
                <p14:nvPr/>
              </p14:nvContentPartPr>
              <p14:xfrm>
                <a:off x="8480190" y="258030"/>
                <a:ext cx="347760" cy="18720"/>
              </p14:xfrm>
            </p:contentPart>
          </mc:Choice>
          <mc:Fallback xmlns=""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07A1CCA9-E68A-74B0-617E-8B20F37CA4A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74070" y="251910"/>
                  <a:ext cx="360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Encre 37">
                  <a:extLst>
                    <a:ext uri="{FF2B5EF4-FFF2-40B4-BE49-F238E27FC236}">
                      <a16:creationId xmlns:a16="http://schemas.microsoft.com/office/drawing/2014/main" id="{8BB21157-4C94-57C6-5991-4C7D9F7CC1AA}"/>
                    </a:ext>
                  </a:extLst>
                </p14:cNvPr>
                <p14:cNvContentPartPr/>
                <p14:nvPr/>
              </p14:nvContentPartPr>
              <p14:xfrm>
                <a:off x="8583870" y="250110"/>
                <a:ext cx="182520" cy="367560"/>
              </p14:xfrm>
            </p:contentPart>
          </mc:Choice>
          <mc:Fallback xmlns="">
            <p:pic>
              <p:nvPicPr>
                <p:cNvPr id="38" name="Encre 37">
                  <a:extLst>
                    <a:ext uri="{FF2B5EF4-FFF2-40B4-BE49-F238E27FC236}">
                      <a16:creationId xmlns:a16="http://schemas.microsoft.com/office/drawing/2014/main" id="{8BB21157-4C94-57C6-5991-4C7D9F7CC1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77762" y="243990"/>
                  <a:ext cx="194736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DF25AE52-4E76-0498-645F-1DF007A6426F}"/>
                    </a:ext>
                  </a:extLst>
                </p14:cNvPr>
                <p14:cNvContentPartPr/>
                <p14:nvPr/>
              </p14:nvContentPartPr>
              <p14:xfrm>
                <a:off x="8815350" y="462510"/>
                <a:ext cx="225000" cy="37224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DF25AE52-4E76-0498-645F-1DF007A6426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09220" y="456384"/>
                  <a:ext cx="237260" cy="384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DEFD02D0-E64F-E638-725B-8BC8BF0D008C}"/>
                    </a:ext>
                  </a:extLst>
                </p14:cNvPr>
                <p14:cNvContentPartPr/>
                <p14:nvPr/>
              </p14:nvContentPartPr>
              <p14:xfrm>
                <a:off x="9173190" y="513270"/>
                <a:ext cx="167040" cy="1476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DEFD02D0-E64F-E638-725B-8BC8BF0D008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67070" y="507150"/>
                  <a:ext cx="179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0F423740-90D4-067D-D7BE-79F91EE4AEA2}"/>
                    </a:ext>
                  </a:extLst>
                </p14:cNvPr>
                <p14:cNvContentPartPr/>
                <p14:nvPr/>
              </p14:nvContentPartPr>
              <p14:xfrm>
                <a:off x="9237630" y="405270"/>
                <a:ext cx="24480" cy="31824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0F423740-90D4-067D-D7BE-79F91EE4AEA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31510" y="399143"/>
                  <a:ext cx="36720" cy="330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E9F4C803-4689-CD4B-E116-1EDAB1D57E33}"/>
                    </a:ext>
                  </a:extLst>
                </p14:cNvPr>
                <p14:cNvContentPartPr/>
                <p14:nvPr/>
              </p14:nvContentPartPr>
              <p14:xfrm>
                <a:off x="9526350" y="273150"/>
                <a:ext cx="290880" cy="36828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E9F4C803-4689-CD4B-E116-1EDAB1D57E3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20238" y="267030"/>
                  <a:ext cx="303105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F62B0BCF-B349-B6EA-1CDF-B17506264FF9}"/>
                    </a:ext>
                  </a:extLst>
                </p14:cNvPr>
                <p14:cNvContentPartPr/>
                <p14:nvPr/>
              </p14:nvContentPartPr>
              <p14:xfrm>
                <a:off x="9513030" y="404550"/>
                <a:ext cx="243720" cy="3744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F62B0BCF-B349-B6EA-1CDF-B17506264FF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06910" y="398488"/>
                  <a:ext cx="255960" cy="495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EE30848E-0636-3F95-51DB-49A14A7773E9}"/>
                    </a:ext>
                  </a:extLst>
                </p14:cNvPr>
                <p14:cNvContentPartPr/>
                <p14:nvPr/>
              </p14:nvContentPartPr>
              <p14:xfrm>
                <a:off x="9829470" y="154710"/>
                <a:ext cx="211320" cy="45216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EE30848E-0636-3F95-51DB-49A14A7773E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23350" y="148590"/>
                  <a:ext cx="2235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" name="Encre 1">
                  <a:extLst>
                    <a:ext uri="{FF2B5EF4-FFF2-40B4-BE49-F238E27FC236}">
                      <a16:creationId xmlns:a16="http://schemas.microsoft.com/office/drawing/2014/main" id="{E2C833C7-9687-5F38-71BC-96FE64BA8E4D}"/>
                    </a:ext>
                  </a:extLst>
                </p14:cNvPr>
                <p14:cNvContentPartPr/>
                <p14:nvPr/>
              </p14:nvContentPartPr>
              <p14:xfrm>
                <a:off x="1825950" y="283230"/>
                <a:ext cx="524880" cy="10440"/>
              </p14:xfrm>
            </p:contentPart>
          </mc:Choice>
          <mc:Fallback xmlns="">
            <p:pic>
              <p:nvPicPr>
                <p:cNvPr id="2" name="Encre 1">
                  <a:extLst>
                    <a:ext uri="{FF2B5EF4-FFF2-40B4-BE49-F238E27FC236}">
                      <a16:creationId xmlns:a16="http://schemas.microsoft.com/office/drawing/2014/main" id="{E2C833C7-9687-5F38-71BC-96FE64BA8E4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19826" y="276891"/>
                  <a:ext cx="537128" cy="231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" name="Encre 2">
                  <a:extLst>
                    <a:ext uri="{FF2B5EF4-FFF2-40B4-BE49-F238E27FC236}">
                      <a16:creationId xmlns:a16="http://schemas.microsoft.com/office/drawing/2014/main" id="{90DA8A45-3C8A-9EC7-5BA2-5558603CD68F}"/>
                    </a:ext>
                  </a:extLst>
                </p14:cNvPr>
                <p14:cNvContentPartPr/>
                <p14:nvPr/>
              </p14:nvContentPartPr>
              <p14:xfrm>
                <a:off x="1953030" y="250110"/>
                <a:ext cx="253440" cy="371880"/>
              </p14:xfrm>
            </p:contentPart>
          </mc:Choice>
          <mc:Fallback xmlns="">
            <p:pic>
              <p:nvPicPr>
                <p:cNvPr id="3" name="Encre 2">
                  <a:extLst>
                    <a:ext uri="{FF2B5EF4-FFF2-40B4-BE49-F238E27FC236}">
                      <a16:creationId xmlns:a16="http://schemas.microsoft.com/office/drawing/2014/main" id="{90DA8A45-3C8A-9EC7-5BA2-5558603CD68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946901" y="243990"/>
                  <a:ext cx="265697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B7034CF1-22CC-567F-9FBE-D6EF8001E367}"/>
                    </a:ext>
                  </a:extLst>
                </p14:cNvPr>
                <p14:cNvContentPartPr/>
                <p14:nvPr/>
              </p14:nvContentPartPr>
              <p14:xfrm>
                <a:off x="2307630" y="619470"/>
                <a:ext cx="52560" cy="3240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B7034CF1-22CC-567F-9FBE-D6EF8001E36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301510" y="613350"/>
                  <a:ext cx="64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1A61A9DA-766E-0EC2-756A-2C7769D8DC39}"/>
                    </a:ext>
                  </a:extLst>
                </p14:cNvPr>
                <p14:cNvContentPartPr/>
                <p14:nvPr/>
              </p14:nvContentPartPr>
              <p14:xfrm>
                <a:off x="2523630" y="387270"/>
                <a:ext cx="279360" cy="2916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1A61A9DA-766E-0EC2-756A-2C7769D8DC3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517510" y="381150"/>
                  <a:ext cx="291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60A3BB9F-4077-B381-61AE-4B1F35588EBF}"/>
                    </a:ext>
                  </a:extLst>
                </p14:cNvPr>
                <p14:cNvContentPartPr/>
                <p14:nvPr/>
              </p14:nvContentPartPr>
              <p14:xfrm>
                <a:off x="2489790" y="309510"/>
                <a:ext cx="303840" cy="40716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60A3BB9F-4077-B381-61AE-4B1F35588EB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83670" y="303390"/>
                  <a:ext cx="3160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ED3845BD-8AC7-769B-6F55-804C6DDD82BA}"/>
                    </a:ext>
                  </a:extLst>
                </p14:cNvPr>
                <p14:cNvContentPartPr/>
                <p14:nvPr/>
              </p14:nvContentPartPr>
              <p14:xfrm>
                <a:off x="2840070" y="660870"/>
                <a:ext cx="259920" cy="1908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ED3845BD-8AC7-769B-6F55-804C6DDD82B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833950" y="654750"/>
                  <a:ext cx="272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C278C7C4-16B1-2439-43C6-789550B9983F}"/>
                    </a:ext>
                  </a:extLst>
                </p14:cNvPr>
                <p14:cNvContentPartPr/>
                <p14:nvPr/>
              </p14:nvContentPartPr>
              <p14:xfrm>
                <a:off x="3023670" y="592470"/>
                <a:ext cx="24120" cy="23256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C278C7C4-16B1-2439-43C6-789550B9983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017457" y="586359"/>
                  <a:ext cx="36545" cy="2447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07893CB3-5D99-1C33-DC04-764064FDFCA2}"/>
                    </a:ext>
                  </a:extLst>
                </p14:cNvPr>
                <p14:cNvContentPartPr/>
                <p14:nvPr/>
              </p14:nvContentPartPr>
              <p14:xfrm>
                <a:off x="2300790" y="560430"/>
                <a:ext cx="47520" cy="4752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07893CB3-5D99-1C33-DC04-764064FDFC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294716" y="554310"/>
                  <a:ext cx="59668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165D4A0B-80A7-996D-5DE8-96B17D404D32}"/>
                    </a:ext>
                  </a:extLst>
                </p14:cNvPr>
                <p14:cNvContentPartPr/>
                <p14:nvPr/>
              </p14:nvContentPartPr>
              <p14:xfrm>
                <a:off x="2233110" y="596070"/>
                <a:ext cx="183600" cy="6228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165D4A0B-80A7-996D-5DE8-96B17D404D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26990" y="589914"/>
                  <a:ext cx="195840" cy="745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75C42787-6EA7-1FFF-F183-4C600C50E1F7}"/>
                    </a:ext>
                  </a:extLst>
                </p14:cNvPr>
                <p14:cNvContentPartPr/>
                <p14:nvPr/>
              </p14:nvContentPartPr>
              <p14:xfrm>
                <a:off x="2200350" y="650790"/>
                <a:ext cx="154440" cy="3672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75C42787-6EA7-1FFF-F183-4C600C50E1F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94230" y="644670"/>
                  <a:ext cx="166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F3A2E764-9A0C-1899-34DD-73387923A2E5}"/>
                    </a:ext>
                  </a:extLst>
                </p14:cNvPr>
                <p14:cNvContentPartPr/>
                <p14:nvPr/>
              </p14:nvContentPartPr>
              <p14:xfrm>
                <a:off x="1527870" y="1262070"/>
                <a:ext cx="428760" cy="36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F3A2E764-9A0C-1899-34DD-73387923A2E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21750" y="1255950"/>
                  <a:ext cx="441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784E1510-D438-382D-58AF-4B0921A00C1A}"/>
                    </a:ext>
                  </a:extLst>
                </p14:cNvPr>
                <p14:cNvContentPartPr/>
                <p14:nvPr/>
              </p14:nvContentPartPr>
              <p14:xfrm>
                <a:off x="1582590" y="1416510"/>
                <a:ext cx="357840" cy="2340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784E1510-D438-382D-58AF-4B0921A00C1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76470" y="1410294"/>
                  <a:ext cx="370080" cy="35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7DF0759D-8824-9314-584E-77E3F62BAF38}"/>
                    </a:ext>
                  </a:extLst>
                </p14:cNvPr>
                <p14:cNvContentPartPr/>
                <p14:nvPr/>
              </p14:nvContentPartPr>
              <p14:xfrm>
                <a:off x="2101350" y="993510"/>
                <a:ext cx="421920" cy="3636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7DF0759D-8824-9314-584E-77E3F62BAF3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095230" y="987390"/>
                  <a:ext cx="434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Encre 62">
                  <a:extLst>
                    <a:ext uri="{FF2B5EF4-FFF2-40B4-BE49-F238E27FC236}">
                      <a16:creationId xmlns:a16="http://schemas.microsoft.com/office/drawing/2014/main" id="{E5D99B9D-DD40-9C8C-C6B0-3699BBF8ECF4}"/>
                    </a:ext>
                  </a:extLst>
                </p14:cNvPr>
                <p14:cNvContentPartPr/>
                <p14:nvPr/>
              </p14:nvContentPartPr>
              <p14:xfrm>
                <a:off x="2162550" y="1016190"/>
                <a:ext cx="246240" cy="384480"/>
              </p14:xfrm>
            </p:contentPart>
          </mc:Choice>
          <mc:Fallback xmlns="">
            <p:pic>
              <p:nvPicPr>
                <p:cNvPr id="63" name="Encre 62">
                  <a:extLst>
                    <a:ext uri="{FF2B5EF4-FFF2-40B4-BE49-F238E27FC236}">
                      <a16:creationId xmlns:a16="http://schemas.microsoft.com/office/drawing/2014/main" id="{E5D99B9D-DD40-9C8C-C6B0-3699BBF8ECF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156430" y="1010064"/>
                  <a:ext cx="258480" cy="396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Encre 63">
                  <a:extLst>
                    <a:ext uri="{FF2B5EF4-FFF2-40B4-BE49-F238E27FC236}">
                      <a16:creationId xmlns:a16="http://schemas.microsoft.com/office/drawing/2014/main" id="{D193A760-00D3-F6C7-A3D0-9F53E617FD05}"/>
                    </a:ext>
                  </a:extLst>
                </p14:cNvPr>
                <p14:cNvContentPartPr/>
                <p14:nvPr/>
              </p14:nvContentPartPr>
              <p14:xfrm>
                <a:off x="2679510" y="965430"/>
                <a:ext cx="186840" cy="171360"/>
              </p14:xfrm>
            </p:contentPart>
          </mc:Choice>
          <mc:Fallback xmlns="">
            <p:pic>
              <p:nvPicPr>
                <p:cNvPr id="64" name="Encre 63">
                  <a:extLst>
                    <a:ext uri="{FF2B5EF4-FFF2-40B4-BE49-F238E27FC236}">
                      <a16:creationId xmlns:a16="http://schemas.microsoft.com/office/drawing/2014/main" id="{D193A760-00D3-F6C7-A3D0-9F53E617FD0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673390" y="959310"/>
                  <a:ext cx="199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66ED8AFA-E474-8F9F-1C39-5DA4B729EF59}"/>
                    </a:ext>
                  </a:extLst>
                </p14:cNvPr>
                <p14:cNvContentPartPr/>
                <p14:nvPr/>
              </p14:nvContentPartPr>
              <p14:xfrm>
                <a:off x="2959590" y="961110"/>
                <a:ext cx="49320" cy="44748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66ED8AFA-E474-8F9F-1C39-5DA4B729EF5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953425" y="954990"/>
                  <a:ext cx="6165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7B7EC2D2-E8B8-3542-C9DE-F30C3F0D73B8}"/>
                    </a:ext>
                  </a:extLst>
                </p14:cNvPr>
                <p14:cNvContentPartPr/>
                <p14:nvPr/>
              </p14:nvContentPartPr>
              <p14:xfrm>
                <a:off x="3178110" y="1047870"/>
                <a:ext cx="245880" cy="40572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7B7EC2D2-E8B8-3542-C9DE-F30C3F0D73B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71990" y="1041750"/>
                  <a:ext cx="2581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Encre 67">
                  <a:extLst>
                    <a:ext uri="{FF2B5EF4-FFF2-40B4-BE49-F238E27FC236}">
                      <a16:creationId xmlns:a16="http://schemas.microsoft.com/office/drawing/2014/main" id="{40C67DAB-A081-55BD-CD38-956FEEA80023}"/>
                    </a:ext>
                  </a:extLst>
                </p14:cNvPr>
                <p14:cNvContentPartPr/>
                <p14:nvPr/>
              </p14:nvContentPartPr>
              <p14:xfrm>
                <a:off x="3276030" y="929790"/>
                <a:ext cx="20160" cy="45360"/>
              </p14:xfrm>
            </p:contentPart>
          </mc:Choice>
          <mc:Fallback xmlns="">
            <p:pic>
              <p:nvPicPr>
                <p:cNvPr id="68" name="Encre 67">
                  <a:extLst>
                    <a:ext uri="{FF2B5EF4-FFF2-40B4-BE49-F238E27FC236}">
                      <a16:creationId xmlns:a16="http://schemas.microsoft.com/office/drawing/2014/main" id="{40C67DAB-A081-55BD-CD38-956FEEA8002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69910" y="923670"/>
                  <a:ext cx="324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Encre 68">
                  <a:extLst>
                    <a:ext uri="{FF2B5EF4-FFF2-40B4-BE49-F238E27FC236}">
                      <a16:creationId xmlns:a16="http://schemas.microsoft.com/office/drawing/2014/main" id="{E8CEDDCD-0601-47D6-B8CE-1A3076B6CD40}"/>
                    </a:ext>
                  </a:extLst>
                </p14:cNvPr>
                <p14:cNvContentPartPr/>
                <p14:nvPr/>
              </p14:nvContentPartPr>
              <p14:xfrm>
                <a:off x="3523710" y="1202670"/>
                <a:ext cx="32760" cy="188640"/>
              </p14:xfrm>
            </p:contentPart>
          </mc:Choice>
          <mc:Fallback xmlns="">
            <p:pic>
              <p:nvPicPr>
                <p:cNvPr id="69" name="Encre 68">
                  <a:extLst>
                    <a:ext uri="{FF2B5EF4-FFF2-40B4-BE49-F238E27FC236}">
                      <a16:creationId xmlns:a16="http://schemas.microsoft.com/office/drawing/2014/main" id="{E8CEDDCD-0601-47D6-B8CE-1A3076B6CD4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517590" y="1196550"/>
                  <a:ext cx="45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Encre 69">
                  <a:extLst>
                    <a:ext uri="{FF2B5EF4-FFF2-40B4-BE49-F238E27FC236}">
                      <a16:creationId xmlns:a16="http://schemas.microsoft.com/office/drawing/2014/main" id="{A4A1A3F9-6680-8116-94D6-0191DF48B6B4}"/>
                    </a:ext>
                  </a:extLst>
                </p14:cNvPr>
                <p14:cNvContentPartPr/>
                <p14:nvPr/>
              </p14:nvContentPartPr>
              <p14:xfrm>
                <a:off x="3716310" y="1083150"/>
                <a:ext cx="380520" cy="196920"/>
              </p14:xfrm>
            </p:contentPart>
          </mc:Choice>
          <mc:Fallback xmlns="">
            <p:pic>
              <p:nvPicPr>
                <p:cNvPr id="70" name="Encre 69">
                  <a:extLst>
                    <a:ext uri="{FF2B5EF4-FFF2-40B4-BE49-F238E27FC236}">
                      <a16:creationId xmlns:a16="http://schemas.microsoft.com/office/drawing/2014/main" id="{A4A1A3F9-6680-8116-94D6-0191DF48B6B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710190" y="1077019"/>
                  <a:ext cx="392760" cy="2091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DCF91015-59F6-80E6-8BB8-CCB4283590EF}"/>
                    </a:ext>
                  </a:extLst>
                </p14:cNvPr>
                <p14:cNvContentPartPr/>
                <p14:nvPr/>
              </p14:nvContentPartPr>
              <p14:xfrm>
                <a:off x="4166310" y="979470"/>
                <a:ext cx="280800" cy="32436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DCF91015-59F6-80E6-8BB8-CCB4283590E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160182" y="973350"/>
                  <a:ext cx="293056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Encre 72">
                  <a:extLst>
                    <a:ext uri="{FF2B5EF4-FFF2-40B4-BE49-F238E27FC236}">
                      <a16:creationId xmlns:a16="http://schemas.microsoft.com/office/drawing/2014/main" id="{1D028CB8-42F4-3968-CE41-F2FF5E58ECB6}"/>
                    </a:ext>
                  </a:extLst>
                </p14:cNvPr>
                <p14:cNvContentPartPr/>
                <p14:nvPr/>
              </p14:nvContentPartPr>
              <p14:xfrm>
                <a:off x="4707750" y="1198710"/>
                <a:ext cx="155160" cy="55800"/>
              </p14:xfrm>
            </p:contentPart>
          </mc:Choice>
          <mc:Fallback xmlns="">
            <p:pic>
              <p:nvPicPr>
                <p:cNvPr id="73" name="Encre 72">
                  <a:extLst>
                    <a:ext uri="{FF2B5EF4-FFF2-40B4-BE49-F238E27FC236}">
                      <a16:creationId xmlns:a16="http://schemas.microsoft.com/office/drawing/2014/main" id="{1D028CB8-42F4-3968-CE41-F2FF5E58ECB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701644" y="1192590"/>
                  <a:ext cx="167372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4" name="Encre 73">
                  <a:extLst>
                    <a:ext uri="{FF2B5EF4-FFF2-40B4-BE49-F238E27FC236}">
                      <a16:creationId xmlns:a16="http://schemas.microsoft.com/office/drawing/2014/main" id="{DDBB18F2-39AB-3566-8A62-615DF85E90DB}"/>
                    </a:ext>
                  </a:extLst>
                </p14:cNvPr>
                <p14:cNvContentPartPr/>
                <p14:nvPr/>
              </p14:nvContentPartPr>
              <p14:xfrm>
                <a:off x="4951110" y="965790"/>
                <a:ext cx="357840" cy="7200"/>
              </p14:xfrm>
            </p:contentPart>
          </mc:Choice>
          <mc:Fallback xmlns="">
            <p:pic>
              <p:nvPicPr>
                <p:cNvPr id="74" name="Encre 73">
                  <a:extLst>
                    <a:ext uri="{FF2B5EF4-FFF2-40B4-BE49-F238E27FC236}">
                      <a16:creationId xmlns:a16="http://schemas.microsoft.com/office/drawing/2014/main" id="{DDBB18F2-39AB-3566-8A62-615DF85E90D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44990" y="959670"/>
                  <a:ext cx="370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5" name="Encre 74">
                  <a:extLst>
                    <a:ext uri="{FF2B5EF4-FFF2-40B4-BE49-F238E27FC236}">
                      <a16:creationId xmlns:a16="http://schemas.microsoft.com/office/drawing/2014/main" id="{657F5B83-21DF-CBDA-0E88-C8F7116F1689}"/>
                    </a:ext>
                  </a:extLst>
                </p14:cNvPr>
                <p14:cNvContentPartPr/>
                <p14:nvPr/>
              </p14:nvContentPartPr>
              <p14:xfrm>
                <a:off x="5166030" y="947790"/>
                <a:ext cx="171360" cy="335160"/>
              </p14:xfrm>
            </p:contentPart>
          </mc:Choice>
          <mc:Fallback xmlns="">
            <p:pic>
              <p:nvPicPr>
                <p:cNvPr id="75" name="Encre 74">
                  <a:extLst>
                    <a:ext uri="{FF2B5EF4-FFF2-40B4-BE49-F238E27FC236}">
                      <a16:creationId xmlns:a16="http://schemas.microsoft.com/office/drawing/2014/main" id="{657F5B83-21DF-CBDA-0E88-C8F7116F168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159910" y="941663"/>
                  <a:ext cx="183600" cy="347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D381CA0F-1723-A2B3-449A-FE2BA7A29C38}"/>
                    </a:ext>
                  </a:extLst>
                </p14:cNvPr>
                <p14:cNvContentPartPr/>
                <p14:nvPr/>
              </p14:nvContentPartPr>
              <p14:xfrm>
                <a:off x="5469510" y="1122390"/>
                <a:ext cx="314280" cy="419040"/>
              </p14:xfrm>
            </p:contentPart>
          </mc:Choice>
          <mc:Fallback xmlns=""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D381CA0F-1723-A2B3-449A-FE2BA7A29C3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63390" y="1116270"/>
                  <a:ext cx="3265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Encre 77">
                  <a:extLst>
                    <a:ext uri="{FF2B5EF4-FFF2-40B4-BE49-F238E27FC236}">
                      <a16:creationId xmlns:a16="http://schemas.microsoft.com/office/drawing/2014/main" id="{94BB4B9E-6BBD-EC56-5FC8-832E0A079E0C}"/>
                    </a:ext>
                  </a:extLst>
                </p14:cNvPr>
                <p14:cNvContentPartPr/>
                <p14:nvPr/>
              </p14:nvContentPartPr>
              <p14:xfrm>
                <a:off x="5922030" y="847350"/>
                <a:ext cx="72000" cy="421560"/>
              </p14:xfrm>
            </p:contentPart>
          </mc:Choice>
          <mc:Fallback xmlns="">
            <p:pic>
              <p:nvPicPr>
                <p:cNvPr id="78" name="Encre 77">
                  <a:extLst>
                    <a:ext uri="{FF2B5EF4-FFF2-40B4-BE49-F238E27FC236}">
                      <a16:creationId xmlns:a16="http://schemas.microsoft.com/office/drawing/2014/main" id="{94BB4B9E-6BBD-EC56-5FC8-832E0A079E0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15910" y="841225"/>
                  <a:ext cx="84240" cy="4338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Encre 78">
                  <a:extLst>
                    <a:ext uri="{FF2B5EF4-FFF2-40B4-BE49-F238E27FC236}">
                      <a16:creationId xmlns:a16="http://schemas.microsoft.com/office/drawing/2014/main" id="{D1BB32BF-0A21-35F3-F230-914F96862B13}"/>
                    </a:ext>
                  </a:extLst>
                </p14:cNvPr>
                <p14:cNvContentPartPr/>
                <p14:nvPr/>
              </p14:nvContentPartPr>
              <p14:xfrm>
                <a:off x="6208590" y="943470"/>
                <a:ext cx="315720" cy="22680"/>
              </p14:xfrm>
            </p:contentPart>
          </mc:Choice>
          <mc:Fallback xmlns="">
            <p:pic>
              <p:nvPicPr>
                <p:cNvPr id="79" name="Encre 78">
                  <a:extLst>
                    <a:ext uri="{FF2B5EF4-FFF2-40B4-BE49-F238E27FC236}">
                      <a16:creationId xmlns:a16="http://schemas.microsoft.com/office/drawing/2014/main" id="{D1BB32BF-0A21-35F3-F230-914F96862B1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202470" y="937350"/>
                  <a:ext cx="327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0" name="Encre 79">
                  <a:extLst>
                    <a:ext uri="{FF2B5EF4-FFF2-40B4-BE49-F238E27FC236}">
                      <a16:creationId xmlns:a16="http://schemas.microsoft.com/office/drawing/2014/main" id="{63113409-CA90-E903-FC86-7ECAF3B994F0}"/>
                    </a:ext>
                  </a:extLst>
                </p14:cNvPr>
                <p14:cNvContentPartPr/>
                <p14:nvPr/>
              </p14:nvContentPartPr>
              <p14:xfrm>
                <a:off x="6277350" y="966150"/>
                <a:ext cx="96480" cy="303480"/>
              </p14:xfrm>
            </p:contentPart>
          </mc:Choice>
          <mc:Fallback xmlns="">
            <p:pic>
              <p:nvPicPr>
                <p:cNvPr id="80" name="Encre 79">
                  <a:extLst>
                    <a:ext uri="{FF2B5EF4-FFF2-40B4-BE49-F238E27FC236}">
                      <a16:creationId xmlns:a16="http://schemas.microsoft.com/office/drawing/2014/main" id="{63113409-CA90-E903-FC86-7ECAF3B994F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71230" y="960030"/>
                  <a:ext cx="1087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Encre 81">
                  <a:extLst>
                    <a:ext uri="{FF2B5EF4-FFF2-40B4-BE49-F238E27FC236}">
                      <a16:creationId xmlns:a16="http://schemas.microsoft.com/office/drawing/2014/main" id="{0E8AF9F3-90C7-85D5-6A15-97B437160C14}"/>
                    </a:ext>
                  </a:extLst>
                </p14:cNvPr>
                <p14:cNvContentPartPr/>
                <p14:nvPr/>
              </p14:nvContentPartPr>
              <p14:xfrm>
                <a:off x="6575790" y="1195470"/>
                <a:ext cx="177480" cy="348480"/>
              </p14:xfrm>
            </p:contentPart>
          </mc:Choice>
          <mc:Fallback xmlns="">
            <p:pic>
              <p:nvPicPr>
                <p:cNvPr id="82" name="Encre 81">
                  <a:extLst>
                    <a:ext uri="{FF2B5EF4-FFF2-40B4-BE49-F238E27FC236}">
                      <a16:creationId xmlns:a16="http://schemas.microsoft.com/office/drawing/2014/main" id="{0E8AF9F3-90C7-85D5-6A15-97B437160C1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69670" y="1189350"/>
                  <a:ext cx="1897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Encre 82">
                  <a:extLst>
                    <a:ext uri="{FF2B5EF4-FFF2-40B4-BE49-F238E27FC236}">
                      <a16:creationId xmlns:a16="http://schemas.microsoft.com/office/drawing/2014/main" id="{E5FD8508-7D2F-C88E-9A75-321F1908E1F6}"/>
                    </a:ext>
                  </a:extLst>
                </p14:cNvPr>
                <p14:cNvContentPartPr/>
                <p14:nvPr/>
              </p14:nvContentPartPr>
              <p14:xfrm>
                <a:off x="6878550" y="1088910"/>
                <a:ext cx="249480" cy="21960"/>
              </p14:xfrm>
            </p:contentPart>
          </mc:Choice>
          <mc:Fallback xmlns="">
            <p:pic>
              <p:nvPicPr>
                <p:cNvPr id="83" name="Encre 82">
                  <a:extLst>
                    <a:ext uri="{FF2B5EF4-FFF2-40B4-BE49-F238E27FC236}">
                      <a16:creationId xmlns:a16="http://schemas.microsoft.com/office/drawing/2014/main" id="{E5FD8508-7D2F-C88E-9A75-321F1908E1F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872439" y="1082790"/>
                  <a:ext cx="261702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Encre 83">
                  <a:extLst>
                    <a:ext uri="{FF2B5EF4-FFF2-40B4-BE49-F238E27FC236}">
                      <a16:creationId xmlns:a16="http://schemas.microsoft.com/office/drawing/2014/main" id="{6AB3C93A-3D81-8CE0-AC43-720D7C443987}"/>
                    </a:ext>
                  </a:extLst>
                </p14:cNvPr>
                <p14:cNvContentPartPr/>
                <p14:nvPr/>
              </p14:nvContentPartPr>
              <p14:xfrm>
                <a:off x="6983670" y="1002510"/>
                <a:ext cx="15840" cy="305280"/>
              </p14:xfrm>
            </p:contentPart>
          </mc:Choice>
          <mc:Fallback xmlns="">
            <p:pic>
              <p:nvPicPr>
                <p:cNvPr id="84" name="Encre 83">
                  <a:extLst>
                    <a:ext uri="{FF2B5EF4-FFF2-40B4-BE49-F238E27FC236}">
                      <a16:creationId xmlns:a16="http://schemas.microsoft.com/office/drawing/2014/main" id="{6AB3C93A-3D81-8CE0-AC43-720D7C44398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77686" y="996390"/>
                  <a:ext cx="27808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B9542D08-A678-8EB4-B620-369D985A70E9}"/>
                    </a:ext>
                  </a:extLst>
                </p14:cNvPr>
                <p14:cNvContentPartPr/>
                <p14:nvPr/>
              </p14:nvContentPartPr>
              <p14:xfrm>
                <a:off x="7236750" y="856350"/>
                <a:ext cx="259560" cy="55980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B9542D08-A678-8EB4-B620-369D985A70E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30630" y="850226"/>
                  <a:ext cx="271800" cy="5720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Encre 85">
                  <a:extLst>
                    <a:ext uri="{FF2B5EF4-FFF2-40B4-BE49-F238E27FC236}">
                      <a16:creationId xmlns:a16="http://schemas.microsoft.com/office/drawing/2014/main" id="{D9796B5C-53BB-589B-175E-74DF12B30578}"/>
                    </a:ext>
                  </a:extLst>
                </p14:cNvPr>
                <p14:cNvContentPartPr/>
                <p14:nvPr/>
              </p14:nvContentPartPr>
              <p14:xfrm>
                <a:off x="7190670" y="1044270"/>
                <a:ext cx="302040" cy="11520"/>
              </p14:xfrm>
            </p:contentPart>
          </mc:Choice>
          <mc:Fallback xmlns="">
            <p:pic>
              <p:nvPicPr>
                <p:cNvPr id="86" name="Encre 85">
                  <a:extLst>
                    <a:ext uri="{FF2B5EF4-FFF2-40B4-BE49-F238E27FC236}">
                      <a16:creationId xmlns:a16="http://schemas.microsoft.com/office/drawing/2014/main" id="{D9796B5C-53BB-589B-175E-74DF12B3057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184557" y="1038150"/>
                  <a:ext cx="314265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8" name="Encre 87">
                  <a:extLst>
                    <a:ext uri="{FF2B5EF4-FFF2-40B4-BE49-F238E27FC236}">
                      <a16:creationId xmlns:a16="http://schemas.microsoft.com/office/drawing/2014/main" id="{5D1DD87E-5482-5158-A2D4-A66AB80DB3C0}"/>
                    </a:ext>
                  </a:extLst>
                </p14:cNvPr>
                <p14:cNvContentPartPr/>
                <p14:nvPr/>
              </p14:nvContentPartPr>
              <p14:xfrm>
                <a:off x="7456710" y="825030"/>
                <a:ext cx="300240" cy="572040"/>
              </p14:xfrm>
            </p:contentPart>
          </mc:Choice>
          <mc:Fallback xmlns="">
            <p:pic>
              <p:nvPicPr>
                <p:cNvPr id="88" name="Encre 87">
                  <a:extLst>
                    <a:ext uri="{FF2B5EF4-FFF2-40B4-BE49-F238E27FC236}">
                      <a16:creationId xmlns:a16="http://schemas.microsoft.com/office/drawing/2014/main" id="{5D1DD87E-5482-5158-A2D4-A66AB80DB3C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450590" y="818910"/>
                  <a:ext cx="31248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5736B710-F728-6F0F-5835-427F2A90302E}"/>
                    </a:ext>
                  </a:extLst>
                </p14:cNvPr>
                <p14:cNvContentPartPr/>
                <p14:nvPr/>
              </p14:nvContentPartPr>
              <p14:xfrm>
                <a:off x="7869990" y="856350"/>
                <a:ext cx="52560" cy="41508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5736B710-F728-6F0F-5835-427F2A90302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863912" y="850230"/>
                  <a:ext cx="64717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BB07C89C-0A8C-08E8-AFF2-AC2F48680B9D}"/>
                    </a:ext>
                  </a:extLst>
                </p14:cNvPr>
                <p14:cNvContentPartPr/>
                <p14:nvPr/>
              </p14:nvContentPartPr>
              <p14:xfrm>
                <a:off x="8182110" y="956790"/>
                <a:ext cx="256320" cy="54864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BB07C89C-0A8C-08E8-AFF2-AC2F48680B9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75999" y="950670"/>
                  <a:ext cx="268543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41DFF2C4-88EC-A8EF-F133-B0F6AF310542}"/>
                    </a:ext>
                  </a:extLst>
                </p14:cNvPr>
                <p14:cNvContentPartPr/>
                <p14:nvPr/>
              </p14:nvContentPartPr>
              <p14:xfrm>
                <a:off x="8296590" y="883710"/>
                <a:ext cx="11520" cy="864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41DFF2C4-88EC-A8EF-F133-B0F6AF31054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90470" y="877590"/>
                  <a:ext cx="237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2C9810B9-78E5-63A8-8208-13E513CBC938}"/>
                    </a:ext>
                  </a:extLst>
                </p14:cNvPr>
                <p14:cNvContentPartPr/>
                <p14:nvPr/>
              </p14:nvContentPartPr>
              <p14:xfrm>
                <a:off x="8647590" y="1157310"/>
                <a:ext cx="71640" cy="19080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2C9810B9-78E5-63A8-8208-13E513CBC93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641470" y="1151190"/>
                  <a:ext cx="83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Encre 93">
                  <a:extLst>
                    <a:ext uri="{FF2B5EF4-FFF2-40B4-BE49-F238E27FC236}">
                      <a16:creationId xmlns:a16="http://schemas.microsoft.com/office/drawing/2014/main" id="{2CC07DDC-C7BE-AA85-5882-B8FB853FF175}"/>
                    </a:ext>
                  </a:extLst>
                </p14:cNvPr>
                <p14:cNvContentPartPr/>
                <p14:nvPr/>
              </p14:nvContentPartPr>
              <p14:xfrm>
                <a:off x="8851710" y="1025190"/>
                <a:ext cx="408600" cy="285120"/>
              </p14:xfrm>
            </p:contentPart>
          </mc:Choice>
          <mc:Fallback xmlns="">
            <p:pic>
              <p:nvPicPr>
                <p:cNvPr id="94" name="Encre 93">
                  <a:extLst>
                    <a:ext uri="{FF2B5EF4-FFF2-40B4-BE49-F238E27FC236}">
                      <a16:creationId xmlns:a16="http://schemas.microsoft.com/office/drawing/2014/main" id="{2CC07DDC-C7BE-AA85-5882-B8FB853FF17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845590" y="1019070"/>
                  <a:ext cx="420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DFF7140F-C5EF-FF8A-A6AB-6A61159D6643}"/>
                    </a:ext>
                  </a:extLst>
                </p14:cNvPr>
                <p14:cNvContentPartPr/>
                <p14:nvPr/>
              </p14:nvContentPartPr>
              <p14:xfrm>
                <a:off x="9407190" y="1052550"/>
                <a:ext cx="349560" cy="32868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DFF7140F-C5EF-FF8A-A6AB-6A61159D664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401070" y="1046430"/>
                  <a:ext cx="3618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CB293451-6E23-4E32-3113-B30E0F50B397}"/>
                    </a:ext>
                  </a:extLst>
                </p14:cNvPr>
                <p14:cNvContentPartPr/>
                <p14:nvPr/>
              </p14:nvContentPartPr>
              <p14:xfrm>
                <a:off x="6910590" y="1699830"/>
                <a:ext cx="441000" cy="28800"/>
              </p14:xfrm>
            </p:contentPart>
          </mc:Choice>
          <mc:Fallback xmlns=""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CB293451-6E23-4E32-3113-B30E0F50B39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904475" y="1693710"/>
                  <a:ext cx="45323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3" name="Encre 122">
                  <a:extLst>
                    <a:ext uri="{FF2B5EF4-FFF2-40B4-BE49-F238E27FC236}">
                      <a16:creationId xmlns:a16="http://schemas.microsoft.com/office/drawing/2014/main" id="{1188E02E-D9BC-A3A4-1C45-F0F2B3C1E4A9}"/>
                    </a:ext>
                  </a:extLst>
                </p14:cNvPr>
                <p14:cNvContentPartPr/>
                <p14:nvPr/>
              </p14:nvContentPartPr>
              <p14:xfrm>
                <a:off x="7178070" y="1713510"/>
                <a:ext cx="135360" cy="360360"/>
              </p14:xfrm>
            </p:contentPart>
          </mc:Choice>
          <mc:Fallback xmlns="">
            <p:pic>
              <p:nvPicPr>
                <p:cNvPr id="123" name="Encre 122">
                  <a:extLst>
                    <a:ext uri="{FF2B5EF4-FFF2-40B4-BE49-F238E27FC236}">
                      <a16:creationId xmlns:a16="http://schemas.microsoft.com/office/drawing/2014/main" id="{1188E02E-D9BC-A3A4-1C45-F0F2B3C1E4A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171950" y="1707390"/>
                  <a:ext cx="1476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4" name="Encre 123">
                  <a:extLst>
                    <a:ext uri="{FF2B5EF4-FFF2-40B4-BE49-F238E27FC236}">
                      <a16:creationId xmlns:a16="http://schemas.microsoft.com/office/drawing/2014/main" id="{B21720D4-9523-0301-B626-66545F06001C}"/>
                    </a:ext>
                  </a:extLst>
                </p14:cNvPr>
                <p14:cNvContentPartPr/>
                <p14:nvPr/>
              </p14:nvContentPartPr>
              <p14:xfrm>
                <a:off x="7520790" y="1910430"/>
                <a:ext cx="253080" cy="359280"/>
              </p14:xfrm>
            </p:contentPart>
          </mc:Choice>
          <mc:Fallback xmlns="">
            <p:pic>
              <p:nvPicPr>
                <p:cNvPr id="124" name="Encre 123">
                  <a:extLst>
                    <a:ext uri="{FF2B5EF4-FFF2-40B4-BE49-F238E27FC236}">
                      <a16:creationId xmlns:a16="http://schemas.microsoft.com/office/drawing/2014/main" id="{B21720D4-9523-0301-B626-66545F06001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514670" y="1904316"/>
                  <a:ext cx="265320" cy="3715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8" name="Encre 127">
                  <a:extLst>
                    <a:ext uri="{FF2B5EF4-FFF2-40B4-BE49-F238E27FC236}">
                      <a16:creationId xmlns:a16="http://schemas.microsoft.com/office/drawing/2014/main" id="{D2062D52-EF58-83E1-9A5D-3E0D543675CF}"/>
                    </a:ext>
                  </a:extLst>
                </p14:cNvPr>
                <p14:cNvContentPartPr/>
                <p14:nvPr/>
              </p14:nvContentPartPr>
              <p14:xfrm>
                <a:off x="8232510" y="1722510"/>
                <a:ext cx="399600" cy="19440"/>
              </p14:xfrm>
            </p:contentPart>
          </mc:Choice>
          <mc:Fallback xmlns="">
            <p:pic>
              <p:nvPicPr>
                <p:cNvPr id="128" name="Encre 127">
                  <a:extLst>
                    <a:ext uri="{FF2B5EF4-FFF2-40B4-BE49-F238E27FC236}">
                      <a16:creationId xmlns:a16="http://schemas.microsoft.com/office/drawing/2014/main" id="{D2062D52-EF58-83E1-9A5D-3E0D543675C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226390" y="1716390"/>
                  <a:ext cx="411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9" name="Encre 128">
                  <a:extLst>
                    <a:ext uri="{FF2B5EF4-FFF2-40B4-BE49-F238E27FC236}">
                      <a16:creationId xmlns:a16="http://schemas.microsoft.com/office/drawing/2014/main" id="{09550944-B9A3-0EC0-4043-B3110C5F2261}"/>
                    </a:ext>
                  </a:extLst>
                </p14:cNvPr>
                <p14:cNvContentPartPr/>
                <p14:nvPr/>
              </p14:nvContentPartPr>
              <p14:xfrm>
                <a:off x="8461470" y="1758870"/>
                <a:ext cx="120960" cy="417600"/>
              </p14:xfrm>
            </p:contentPart>
          </mc:Choice>
          <mc:Fallback xmlns="">
            <p:pic>
              <p:nvPicPr>
                <p:cNvPr id="129" name="Encre 128">
                  <a:extLst>
                    <a:ext uri="{FF2B5EF4-FFF2-40B4-BE49-F238E27FC236}">
                      <a16:creationId xmlns:a16="http://schemas.microsoft.com/office/drawing/2014/main" id="{09550944-B9A3-0EC0-4043-B3110C5F226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55350" y="1752750"/>
                  <a:ext cx="1332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30" name="Encre 129">
                  <a:extLst>
                    <a:ext uri="{FF2B5EF4-FFF2-40B4-BE49-F238E27FC236}">
                      <a16:creationId xmlns:a16="http://schemas.microsoft.com/office/drawing/2014/main" id="{BC64660C-03A4-BC81-623D-CEE5D04EA13F}"/>
                    </a:ext>
                  </a:extLst>
                </p14:cNvPr>
                <p14:cNvContentPartPr/>
                <p14:nvPr/>
              </p14:nvContentPartPr>
              <p14:xfrm>
                <a:off x="8727870" y="1998270"/>
                <a:ext cx="192600" cy="381600"/>
              </p14:xfrm>
            </p:contentPart>
          </mc:Choice>
          <mc:Fallback xmlns="">
            <p:pic>
              <p:nvPicPr>
                <p:cNvPr id="130" name="Encre 129">
                  <a:extLst>
                    <a:ext uri="{FF2B5EF4-FFF2-40B4-BE49-F238E27FC236}">
                      <a16:creationId xmlns:a16="http://schemas.microsoft.com/office/drawing/2014/main" id="{BC64660C-03A4-BC81-623D-CEE5D04EA1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721750" y="1992150"/>
                  <a:ext cx="2048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31" name="Encre 130">
                  <a:extLst>
                    <a:ext uri="{FF2B5EF4-FFF2-40B4-BE49-F238E27FC236}">
                      <a16:creationId xmlns:a16="http://schemas.microsoft.com/office/drawing/2014/main" id="{A4A095BA-C985-3460-405C-2EC692882F9D}"/>
                    </a:ext>
                  </a:extLst>
                </p14:cNvPr>
                <p14:cNvContentPartPr/>
                <p14:nvPr/>
              </p14:nvContentPartPr>
              <p14:xfrm>
                <a:off x="9086070" y="1777590"/>
                <a:ext cx="27000" cy="336240"/>
              </p14:xfrm>
            </p:contentPart>
          </mc:Choice>
          <mc:Fallback xmlns="">
            <p:pic>
              <p:nvPicPr>
                <p:cNvPr id="131" name="Encre 130">
                  <a:extLst>
                    <a:ext uri="{FF2B5EF4-FFF2-40B4-BE49-F238E27FC236}">
                      <a16:creationId xmlns:a16="http://schemas.microsoft.com/office/drawing/2014/main" id="{A4A095BA-C985-3460-405C-2EC692882F9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079950" y="1771470"/>
                  <a:ext cx="392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32" name="Encre 131">
                  <a:extLst>
                    <a:ext uri="{FF2B5EF4-FFF2-40B4-BE49-F238E27FC236}">
                      <a16:creationId xmlns:a16="http://schemas.microsoft.com/office/drawing/2014/main" id="{725FBAA8-EC89-93CC-3939-47782228A3AC}"/>
                    </a:ext>
                  </a:extLst>
                </p14:cNvPr>
                <p14:cNvContentPartPr/>
                <p14:nvPr/>
              </p14:nvContentPartPr>
              <p14:xfrm>
                <a:off x="9330510" y="1859310"/>
                <a:ext cx="119160" cy="385200"/>
              </p14:xfrm>
            </p:contentPart>
          </mc:Choice>
          <mc:Fallback xmlns="">
            <p:pic>
              <p:nvPicPr>
                <p:cNvPr id="132" name="Encre 131">
                  <a:extLst>
                    <a:ext uri="{FF2B5EF4-FFF2-40B4-BE49-F238E27FC236}">
                      <a16:creationId xmlns:a16="http://schemas.microsoft.com/office/drawing/2014/main" id="{725FBAA8-EC89-93CC-3939-47782228A3A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324390" y="1853190"/>
                  <a:ext cx="13140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33" name="Encre 132">
                  <a:extLst>
                    <a:ext uri="{FF2B5EF4-FFF2-40B4-BE49-F238E27FC236}">
                      <a16:creationId xmlns:a16="http://schemas.microsoft.com/office/drawing/2014/main" id="{92B5132E-456E-D5A3-7C33-EFB17164B126}"/>
                    </a:ext>
                  </a:extLst>
                </p14:cNvPr>
                <p14:cNvContentPartPr/>
                <p14:nvPr/>
              </p14:nvContentPartPr>
              <p14:xfrm>
                <a:off x="9370830" y="1790910"/>
                <a:ext cx="2160" cy="2160"/>
              </p14:xfrm>
            </p:contentPart>
          </mc:Choice>
          <mc:Fallback xmlns="">
            <p:pic>
              <p:nvPicPr>
                <p:cNvPr id="133" name="Encre 132">
                  <a:extLst>
                    <a:ext uri="{FF2B5EF4-FFF2-40B4-BE49-F238E27FC236}">
                      <a16:creationId xmlns:a16="http://schemas.microsoft.com/office/drawing/2014/main" id="{92B5132E-456E-D5A3-7C33-EFB17164B1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64710" y="1785664"/>
                  <a:ext cx="14400" cy="126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4" name="Encre 133">
                  <a:extLst>
                    <a:ext uri="{FF2B5EF4-FFF2-40B4-BE49-F238E27FC236}">
                      <a16:creationId xmlns:a16="http://schemas.microsoft.com/office/drawing/2014/main" id="{56343648-5395-5E1D-0CAC-DACD7C25F37B}"/>
                    </a:ext>
                  </a:extLst>
                </p14:cNvPr>
                <p14:cNvContentPartPr/>
                <p14:nvPr/>
              </p14:nvContentPartPr>
              <p14:xfrm>
                <a:off x="9647310" y="2032470"/>
                <a:ext cx="12600" cy="118800"/>
              </p14:xfrm>
            </p:contentPart>
          </mc:Choice>
          <mc:Fallback xmlns="">
            <p:pic>
              <p:nvPicPr>
                <p:cNvPr id="134" name="Encre 133">
                  <a:extLst>
                    <a:ext uri="{FF2B5EF4-FFF2-40B4-BE49-F238E27FC236}">
                      <a16:creationId xmlns:a16="http://schemas.microsoft.com/office/drawing/2014/main" id="{56343648-5395-5E1D-0CAC-DACD7C25F37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41190" y="2026350"/>
                  <a:ext cx="24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5" name="Encre 134">
                  <a:extLst>
                    <a:ext uri="{FF2B5EF4-FFF2-40B4-BE49-F238E27FC236}">
                      <a16:creationId xmlns:a16="http://schemas.microsoft.com/office/drawing/2014/main" id="{1533144E-C84D-4CBF-C8A1-28349CF51D92}"/>
                    </a:ext>
                  </a:extLst>
                </p14:cNvPr>
                <p14:cNvContentPartPr/>
                <p14:nvPr/>
              </p14:nvContentPartPr>
              <p14:xfrm>
                <a:off x="9742350" y="1868310"/>
                <a:ext cx="389880" cy="186840"/>
              </p14:xfrm>
            </p:contentPart>
          </mc:Choice>
          <mc:Fallback xmlns="">
            <p:pic>
              <p:nvPicPr>
                <p:cNvPr id="135" name="Encre 134">
                  <a:extLst>
                    <a:ext uri="{FF2B5EF4-FFF2-40B4-BE49-F238E27FC236}">
                      <a16:creationId xmlns:a16="http://schemas.microsoft.com/office/drawing/2014/main" id="{1533144E-C84D-4CBF-C8A1-28349CF51D9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36230" y="1862178"/>
                  <a:ext cx="402120" cy="199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Encre 135">
                  <a:extLst>
                    <a:ext uri="{FF2B5EF4-FFF2-40B4-BE49-F238E27FC236}">
                      <a16:creationId xmlns:a16="http://schemas.microsoft.com/office/drawing/2014/main" id="{828BF808-FFB2-5CC8-83A6-F9054D94A82F}"/>
                    </a:ext>
                  </a:extLst>
                </p14:cNvPr>
                <p14:cNvContentPartPr/>
                <p14:nvPr/>
              </p14:nvContentPartPr>
              <p14:xfrm>
                <a:off x="10159590" y="1740510"/>
                <a:ext cx="264600" cy="334440"/>
              </p14:xfrm>
            </p:contentPart>
          </mc:Choice>
          <mc:Fallback xmlns="">
            <p:pic>
              <p:nvPicPr>
                <p:cNvPr id="136" name="Encre 135">
                  <a:extLst>
                    <a:ext uri="{FF2B5EF4-FFF2-40B4-BE49-F238E27FC236}">
                      <a16:creationId xmlns:a16="http://schemas.microsoft.com/office/drawing/2014/main" id="{828BF808-FFB2-5CC8-83A6-F9054D94A82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53470" y="1734390"/>
                  <a:ext cx="276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8" name="Encre 137">
                  <a:extLst>
                    <a:ext uri="{FF2B5EF4-FFF2-40B4-BE49-F238E27FC236}">
                      <a16:creationId xmlns:a16="http://schemas.microsoft.com/office/drawing/2014/main" id="{124DB595-8C7D-0E90-5D44-852E249C14D7}"/>
                    </a:ext>
                  </a:extLst>
                </p14:cNvPr>
                <p14:cNvContentPartPr/>
                <p14:nvPr/>
              </p14:nvContentPartPr>
              <p14:xfrm>
                <a:off x="10674030" y="1882350"/>
                <a:ext cx="284400" cy="41400"/>
              </p14:xfrm>
            </p:contentPart>
          </mc:Choice>
          <mc:Fallback xmlns="">
            <p:pic>
              <p:nvPicPr>
                <p:cNvPr id="138" name="Encre 137">
                  <a:extLst>
                    <a:ext uri="{FF2B5EF4-FFF2-40B4-BE49-F238E27FC236}">
                      <a16:creationId xmlns:a16="http://schemas.microsoft.com/office/drawing/2014/main" id="{124DB595-8C7D-0E90-5D44-852E249C14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67910" y="1876230"/>
                  <a:ext cx="296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9" name="Encre 138">
                  <a:extLst>
                    <a:ext uri="{FF2B5EF4-FFF2-40B4-BE49-F238E27FC236}">
                      <a16:creationId xmlns:a16="http://schemas.microsoft.com/office/drawing/2014/main" id="{7D32A078-D1B9-87A1-A7F2-EE5C6C35C627}"/>
                    </a:ext>
                  </a:extLst>
                </p14:cNvPr>
                <p14:cNvContentPartPr/>
                <p14:nvPr/>
              </p14:nvContentPartPr>
              <p14:xfrm>
                <a:off x="10866630" y="1808910"/>
                <a:ext cx="13680" cy="267840"/>
              </p14:xfrm>
            </p:contentPart>
          </mc:Choice>
          <mc:Fallback xmlns="">
            <p:pic>
              <p:nvPicPr>
                <p:cNvPr id="139" name="Encre 138">
                  <a:extLst>
                    <a:ext uri="{FF2B5EF4-FFF2-40B4-BE49-F238E27FC236}">
                      <a16:creationId xmlns:a16="http://schemas.microsoft.com/office/drawing/2014/main" id="{7D32A078-D1B9-87A1-A7F2-EE5C6C35C62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60510" y="1802790"/>
                  <a:ext cx="259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1" name="Encre 140">
                  <a:extLst>
                    <a:ext uri="{FF2B5EF4-FFF2-40B4-BE49-F238E27FC236}">
                      <a16:creationId xmlns:a16="http://schemas.microsoft.com/office/drawing/2014/main" id="{B7801397-DF0D-5DC4-DE7B-7C9EFA73C526}"/>
                    </a:ext>
                  </a:extLst>
                </p14:cNvPr>
                <p14:cNvContentPartPr/>
                <p14:nvPr/>
              </p14:nvContentPartPr>
              <p14:xfrm>
                <a:off x="11013150" y="1426230"/>
                <a:ext cx="236160" cy="515520"/>
              </p14:xfrm>
            </p:contentPart>
          </mc:Choice>
          <mc:Fallback xmlns="">
            <p:pic>
              <p:nvPicPr>
                <p:cNvPr id="141" name="Encre 140">
                  <a:extLst>
                    <a:ext uri="{FF2B5EF4-FFF2-40B4-BE49-F238E27FC236}">
                      <a16:creationId xmlns:a16="http://schemas.microsoft.com/office/drawing/2014/main" id="{B7801397-DF0D-5DC4-DE7B-7C9EFA73C52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07030" y="1420110"/>
                  <a:ext cx="24840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2" name="Encre 141">
                  <a:extLst>
                    <a:ext uri="{FF2B5EF4-FFF2-40B4-BE49-F238E27FC236}">
                      <a16:creationId xmlns:a16="http://schemas.microsoft.com/office/drawing/2014/main" id="{C18291C0-0C9A-A9C0-5141-70905A06AADB}"/>
                    </a:ext>
                  </a:extLst>
                </p14:cNvPr>
                <p14:cNvContentPartPr/>
                <p14:nvPr/>
              </p14:nvContentPartPr>
              <p14:xfrm>
                <a:off x="11095950" y="1690830"/>
                <a:ext cx="183600" cy="360"/>
              </p14:xfrm>
            </p:contentPart>
          </mc:Choice>
          <mc:Fallback xmlns="">
            <p:pic>
              <p:nvPicPr>
                <p:cNvPr id="142" name="Encre 141">
                  <a:extLst>
                    <a:ext uri="{FF2B5EF4-FFF2-40B4-BE49-F238E27FC236}">
                      <a16:creationId xmlns:a16="http://schemas.microsoft.com/office/drawing/2014/main" id="{C18291C0-0C9A-A9C0-5141-70905A06AAD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89830" y="1684710"/>
                  <a:ext cx="195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3" name="Encre 142">
                  <a:extLst>
                    <a:ext uri="{FF2B5EF4-FFF2-40B4-BE49-F238E27FC236}">
                      <a16:creationId xmlns:a16="http://schemas.microsoft.com/office/drawing/2014/main" id="{2FA72003-0BB7-B1EF-95A7-146E6D023EB7}"/>
                    </a:ext>
                  </a:extLst>
                </p14:cNvPr>
                <p14:cNvContentPartPr/>
                <p14:nvPr/>
              </p14:nvContentPartPr>
              <p14:xfrm>
                <a:off x="11371350" y="1517670"/>
                <a:ext cx="44280" cy="334800"/>
              </p14:xfrm>
            </p:contentPart>
          </mc:Choice>
          <mc:Fallback xmlns="">
            <p:pic>
              <p:nvPicPr>
                <p:cNvPr id="143" name="Encre 142">
                  <a:extLst>
                    <a:ext uri="{FF2B5EF4-FFF2-40B4-BE49-F238E27FC236}">
                      <a16:creationId xmlns:a16="http://schemas.microsoft.com/office/drawing/2014/main" id="{2FA72003-0BB7-B1EF-95A7-146E6D023EB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365230" y="1511550"/>
                  <a:ext cx="56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4" name="Encre 143">
                  <a:extLst>
                    <a:ext uri="{FF2B5EF4-FFF2-40B4-BE49-F238E27FC236}">
                      <a16:creationId xmlns:a16="http://schemas.microsoft.com/office/drawing/2014/main" id="{CAD857B9-E690-6986-43E9-EF51B36CAD99}"/>
                    </a:ext>
                  </a:extLst>
                </p14:cNvPr>
                <p14:cNvContentPartPr/>
                <p14:nvPr/>
              </p14:nvContentPartPr>
              <p14:xfrm>
                <a:off x="11466390" y="1640790"/>
                <a:ext cx="207000" cy="471240"/>
              </p14:xfrm>
            </p:contentPart>
          </mc:Choice>
          <mc:Fallback xmlns="">
            <p:pic>
              <p:nvPicPr>
                <p:cNvPr id="144" name="Encre 143">
                  <a:extLst>
                    <a:ext uri="{FF2B5EF4-FFF2-40B4-BE49-F238E27FC236}">
                      <a16:creationId xmlns:a16="http://schemas.microsoft.com/office/drawing/2014/main" id="{CAD857B9-E690-6986-43E9-EF51B36CAD9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460270" y="1634670"/>
                  <a:ext cx="21924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5" name="Encre 144">
                  <a:extLst>
                    <a:ext uri="{FF2B5EF4-FFF2-40B4-BE49-F238E27FC236}">
                      <a16:creationId xmlns:a16="http://schemas.microsoft.com/office/drawing/2014/main" id="{F9FA909A-234E-7A88-6BE0-4BB21509DA01}"/>
                    </a:ext>
                  </a:extLst>
                </p14:cNvPr>
                <p14:cNvContentPartPr/>
                <p14:nvPr/>
              </p14:nvContentPartPr>
              <p14:xfrm>
                <a:off x="11573310" y="1535670"/>
                <a:ext cx="2160" cy="5040"/>
              </p14:xfrm>
            </p:contentPart>
          </mc:Choice>
          <mc:Fallback xmlns="">
            <p:pic>
              <p:nvPicPr>
                <p:cNvPr id="145" name="Encre 144">
                  <a:extLst>
                    <a:ext uri="{FF2B5EF4-FFF2-40B4-BE49-F238E27FC236}">
                      <a16:creationId xmlns:a16="http://schemas.microsoft.com/office/drawing/2014/main" id="{F9FA909A-234E-7A88-6BE0-4BB21509DA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65966" y="1529550"/>
                  <a:ext cx="16848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46" name="Encre 145">
                  <a:extLst>
                    <a:ext uri="{FF2B5EF4-FFF2-40B4-BE49-F238E27FC236}">
                      <a16:creationId xmlns:a16="http://schemas.microsoft.com/office/drawing/2014/main" id="{A4A37D40-0362-201D-BB97-202D0214F749}"/>
                    </a:ext>
                  </a:extLst>
                </p14:cNvPr>
                <p14:cNvContentPartPr/>
                <p14:nvPr/>
              </p14:nvContentPartPr>
              <p14:xfrm>
                <a:off x="11805870" y="1768230"/>
                <a:ext cx="20160" cy="179640"/>
              </p14:xfrm>
            </p:contentPart>
          </mc:Choice>
          <mc:Fallback xmlns="">
            <p:pic>
              <p:nvPicPr>
                <p:cNvPr id="146" name="Encre 145">
                  <a:extLst>
                    <a:ext uri="{FF2B5EF4-FFF2-40B4-BE49-F238E27FC236}">
                      <a16:creationId xmlns:a16="http://schemas.microsoft.com/office/drawing/2014/main" id="{A4A37D40-0362-201D-BB97-202D0214F74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799750" y="1762110"/>
                  <a:ext cx="32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47" name="Encre 146">
                  <a:extLst>
                    <a:ext uri="{FF2B5EF4-FFF2-40B4-BE49-F238E27FC236}">
                      <a16:creationId xmlns:a16="http://schemas.microsoft.com/office/drawing/2014/main" id="{B4B967E8-338B-F791-4FE5-A3B4D43E8E3D}"/>
                    </a:ext>
                  </a:extLst>
                </p14:cNvPr>
                <p14:cNvContentPartPr/>
                <p14:nvPr/>
              </p14:nvContentPartPr>
              <p14:xfrm>
                <a:off x="11880750" y="1604430"/>
                <a:ext cx="20160" cy="169920"/>
              </p14:xfrm>
            </p:contentPart>
          </mc:Choice>
          <mc:Fallback xmlns="">
            <p:pic>
              <p:nvPicPr>
                <p:cNvPr id="147" name="Encre 146">
                  <a:extLst>
                    <a:ext uri="{FF2B5EF4-FFF2-40B4-BE49-F238E27FC236}">
                      <a16:creationId xmlns:a16="http://schemas.microsoft.com/office/drawing/2014/main" id="{B4B967E8-338B-F791-4FE5-A3B4D43E8E3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874737" y="1598310"/>
                  <a:ext cx="32185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9" name="Encre 148">
                  <a:extLst>
                    <a:ext uri="{FF2B5EF4-FFF2-40B4-BE49-F238E27FC236}">
                      <a16:creationId xmlns:a16="http://schemas.microsoft.com/office/drawing/2014/main" id="{8F850868-833A-BC64-8294-D781FCB6282C}"/>
                    </a:ext>
                  </a:extLst>
                </p14:cNvPr>
                <p14:cNvContentPartPr/>
                <p14:nvPr/>
              </p14:nvContentPartPr>
              <p14:xfrm>
                <a:off x="11958870" y="1695870"/>
                <a:ext cx="199440" cy="144000"/>
              </p14:xfrm>
            </p:contentPart>
          </mc:Choice>
          <mc:Fallback xmlns="">
            <p:pic>
              <p:nvPicPr>
                <p:cNvPr id="149" name="Encre 148">
                  <a:extLst>
                    <a:ext uri="{FF2B5EF4-FFF2-40B4-BE49-F238E27FC236}">
                      <a16:creationId xmlns:a16="http://schemas.microsoft.com/office/drawing/2014/main" id="{8F850868-833A-BC64-8294-D781FCB6282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952750" y="1689765"/>
                  <a:ext cx="211680" cy="1562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51" name="Encre 150">
                  <a:extLst>
                    <a:ext uri="{FF2B5EF4-FFF2-40B4-BE49-F238E27FC236}">
                      <a16:creationId xmlns:a16="http://schemas.microsoft.com/office/drawing/2014/main" id="{AFAE0D99-E4BD-4D45-05AD-74F184FA57D4}"/>
                    </a:ext>
                  </a:extLst>
                </p14:cNvPr>
                <p14:cNvContentPartPr/>
                <p14:nvPr/>
              </p14:nvContentPartPr>
              <p14:xfrm>
                <a:off x="11885430" y="1389870"/>
                <a:ext cx="322920" cy="989280"/>
              </p14:xfrm>
            </p:contentPart>
          </mc:Choice>
          <mc:Fallback xmlns="">
            <p:pic>
              <p:nvPicPr>
                <p:cNvPr id="151" name="Encre 150">
                  <a:extLst>
                    <a:ext uri="{FF2B5EF4-FFF2-40B4-BE49-F238E27FC236}">
                      <a16:creationId xmlns:a16="http://schemas.microsoft.com/office/drawing/2014/main" id="{AFAE0D99-E4BD-4D45-05AD-74F184FA57D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879310" y="1383750"/>
                  <a:ext cx="335160" cy="10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98" name="Encre 97">
                  <a:extLst>
                    <a:ext uri="{FF2B5EF4-FFF2-40B4-BE49-F238E27FC236}">
                      <a16:creationId xmlns:a16="http://schemas.microsoft.com/office/drawing/2014/main" id="{B4381D86-CA5A-6D93-2FAB-F7280ED4BEF0}"/>
                    </a:ext>
                  </a:extLst>
                </p14:cNvPr>
                <p14:cNvContentPartPr/>
                <p14:nvPr/>
              </p14:nvContentPartPr>
              <p14:xfrm>
                <a:off x="1586910" y="1968030"/>
                <a:ext cx="385200" cy="28440"/>
              </p14:xfrm>
            </p:contentPart>
          </mc:Choice>
          <mc:Fallback xmlns="">
            <p:pic>
              <p:nvPicPr>
                <p:cNvPr id="98" name="Encre 97">
                  <a:extLst>
                    <a:ext uri="{FF2B5EF4-FFF2-40B4-BE49-F238E27FC236}">
                      <a16:creationId xmlns:a16="http://schemas.microsoft.com/office/drawing/2014/main" id="{B4381D86-CA5A-6D93-2FAB-F7280ED4BEF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580790" y="1961910"/>
                  <a:ext cx="397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6E6EF36A-FFB8-A138-C364-1F032DEE0285}"/>
                    </a:ext>
                  </a:extLst>
                </p14:cNvPr>
                <p14:cNvContentPartPr/>
                <p14:nvPr/>
              </p14:nvContentPartPr>
              <p14:xfrm>
                <a:off x="1596630" y="2177910"/>
                <a:ext cx="363600" cy="23040"/>
              </p14:xfrm>
            </p:contentPart>
          </mc:Choice>
          <mc:Fallback xmlns=""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6E6EF36A-FFB8-A138-C364-1F032DEE028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590504" y="2171790"/>
                  <a:ext cx="375852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00" name="Encre 99">
                  <a:extLst>
                    <a:ext uri="{FF2B5EF4-FFF2-40B4-BE49-F238E27FC236}">
                      <a16:creationId xmlns:a16="http://schemas.microsoft.com/office/drawing/2014/main" id="{0123070D-B2AF-2772-84C9-E800D1294A8A}"/>
                    </a:ext>
                  </a:extLst>
                </p14:cNvPr>
                <p14:cNvContentPartPr/>
                <p14:nvPr/>
              </p14:nvContentPartPr>
              <p14:xfrm>
                <a:off x="2261910" y="1749870"/>
                <a:ext cx="356760" cy="546480"/>
              </p14:xfrm>
            </p:contentPart>
          </mc:Choice>
          <mc:Fallback xmlns="">
            <p:pic>
              <p:nvPicPr>
                <p:cNvPr id="100" name="Encre 99">
                  <a:extLst>
                    <a:ext uri="{FF2B5EF4-FFF2-40B4-BE49-F238E27FC236}">
                      <a16:creationId xmlns:a16="http://schemas.microsoft.com/office/drawing/2014/main" id="{0123070D-B2AF-2772-84C9-E800D1294A8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255790" y="1743750"/>
                  <a:ext cx="36900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77A8253B-9D8B-E412-7075-7997DF323A9B}"/>
                    </a:ext>
                  </a:extLst>
                </p14:cNvPr>
                <p14:cNvContentPartPr/>
                <p14:nvPr/>
              </p14:nvContentPartPr>
              <p14:xfrm>
                <a:off x="2284590" y="1918710"/>
                <a:ext cx="289440" cy="36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77A8253B-9D8B-E412-7075-7997DF323A9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278470" y="1912590"/>
                  <a:ext cx="301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40865D78-1D09-9E07-8EB7-AE070B6D50D4}"/>
                    </a:ext>
                  </a:extLst>
                </p14:cNvPr>
                <p14:cNvContentPartPr/>
                <p14:nvPr/>
              </p14:nvContentPartPr>
              <p14:xfrm>
                <a:off x="2693550" y="1677510"/>
                <a:ext cx="272520" cy="22140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40865D78-1D09-9E07-8EB7-AE070B6D50D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687438" y="1671390"/>
                  <a:ext cx="284744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04" name="Encre 103">
                  <a:extLst>
                    <a:ext uri="{FF2B5EF4-FFF2-40B4-BE49-F238E27FC236}">
                      <a16:creationId xmlns:a16="http://schemas.microsoft.com/office/drawing/2014/main" id="{052BD97F-FC85-EC12-D9C9-B80E1767A266}"/>
                    </a:ext>
                  </a:extLst>
                </p14:cNvPr>
                <p14:cNvContentPartPr/>
                <p14:nvPr/>
              </p14:nvContentPartPr>
              <p14:xfrm>
                <a:off x="3022590" y="1891350"/>
                <a:ext cx="320400" cy="440640"/>
              </p14:xfrm>
            </p:contentPart>
          </mc:Choice>
          <mc:Fallback xmlns="">
            <p:pic>
              <p:nvPicPr>
                <p:cNvPr id="104" name="Encre 103">
                  <a:extLst>
                    <a:ext uri="{FF2B5EF4-FFF2-40B4-BE49-F238E27FC236}">
                      <a16:creationId xmlns:a16="http://schemas.microsoft.com/office/drawing/2014/main" id="{052BD97F-FC85-EC12-D9C9-B80E1767A26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016470" y="1885230"/>
                  <a:ext cx="3326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05" name="Encre 104">
                  <a:extLst>
                    <a:ext uri="{FF2B5EF4-FFF2-40B4-BE49-F238E27FC236}">
                      <a16:creationId xmlns:a16="http://schemas.microsoft.com/office/drawing/2014/main" id="{9231DECE-108C-BB44-FCBD-6C418E1F5865}"/>
                    </a:ext>
                  </a:extLst>
                </p14:cNvPr>
                <p14:cNvContentPartPr/>
                <p14:nvPr/>
              </p14:nvContentPartPr>
              <p14:xfrm>
                <a:off x="3133830" y="1763550"/>
                <a:ext cx="2880" cy="8640"/>
              </p14:xfrm>
            </p:contentPart>
          </mc:Choice>
          <mc:Fallback xmlns="">
            <p:pic>
              <p:nvPicPr>
                <p:cNvPr id="105" name="Encre 104">
                  <a:extLst>
                    <a:ext uri="{FF2B5EF4-FFF2-40B4-BE49-F238E27FC236}">
                      <a16:creationId xmlns:a16="http://schemas.microsoft.com/office/drawing/2014/main" id="{9231DECE-108C-BB44-FCBD-6C418E1F586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127710" y="1757430"/>
                  <a:ext cx="15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06" name="Encre 105">
                  <a:extLst>
                    <a:ext uri="{FF2B5EF4-FFF2-40B4-BE49-F238E27FC236}">
                      <a16:creationId xmlns:a16="http://schemas.microsoft.com/office/drawing/2014/main" id="{87F13798-4F3A-19D8-E5EE-B9B8CA7BDA9B}"/>
                    </a:ext>
                  </a:extLst>
                </p14:cNvPr>
                <p14:cNvContentPartPr/>
                <p14:nvPr/>
              </p14:nvContentPartPr>
              <p14:xfrm>
                <a:off x="3397710" y="1736190"/>
                <a:ext cx="57600" cy="460440"/>
              </p14:xfrm>
            </p:contentPart>
          </mc:Choice>
          <mc:Fallback xmlns="">
            <p:pic>
              <p:nvPicPr>
                <p:cNvPr id="106" name="Encre 105">
                  <a:extLst>
                    <a:ext uri="{FF2B5EF4-FFF2-40B4-BE49-F238E27FC236}">
                      <a16:creationId xmlns:a16="http://schemas.microsoft.com/office/drawing/2014/main" id="{87F13798-4F3A-19D8-E5EE-B9B8CA7BDA9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391590" y="1730065"/>
                  <a:ext cx="69840" cy="4726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07" name="Encre 106">
                  <a:extLst>
                    <a:ext uri="{FF2B5EF4-FFF2-40B4-BE49-F238E27FC236}">
                      <a16:creationId xmlns:a16="http://schemas.microsoft.com/office/drawing/2014/main" id="{A7E80CC3-EE0F-67E1-4C98-C86B82481AD6}"/>
                    </a:ext>
                  </a:extLst>
                </p14:cNvPr>
                <p14:cNvContentPartPr/>
                <p14:nvPr/>
              </p14:nvContentPartPr>
              <p14:xfrm>
                <a:off x="3590310" y="1836270"/>
                <a:ext cx="241200" cy="431280"/>
              </p14:xfrm>
            </p:contentPart>
          </mc:Choice>
          <mc:Fallback xmlns="">
            <p:pic>
              <p:nvPicPr>
                <p:cNvPr id="107" name="Encre 106">
                  <a:extLst>
                    <a:ext uri="{FF2B5EF4-FFF2-40B4-BE49-F238E27FC236}">
                      <a16:creationId xmlns:a16="http://schemas.microsoft.com/office/drawing/2014/main" id="{A7E80CC3-EE0F-67E1-4C98-C86B82481AD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584181" y="1830145"/>
                  <a:ext cx="253458" cy="443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08" name="Encre 107">
                  <a:extLst>
                    <a:ext uri="{FF2B5EF4-FFF2-40B4-BE49-F238E27FC236}">
                      <a16:creationId xmlns:a16="http://schemas.microsoft.com/office/drawing/2014/main" id="{1692DB73-62C2-E325-6E6D-DF52C424D8BF}"/>
                    </a:ext>
                  </a:extLst>
                </p14:cNvPr>
                <p14:cNvContentPartPr/>
                <p14:nvPr/>
              </p14:nvContentPartPr>
              <p14:xfrm>
                <a:off x="3711990" y="1754550"/>
                <a:ext cx="8640" cy="6840"/>
              </p14:xfrm>
            </p:contentPart>
          </mc:Choice>
          <mc:Fallback xmlns="">
            <p:pic>
              <p:nvPicPr>
                <p:cNvPr id="108" name="Encre 107">
                  <a:extLst>
                    <a:ext uri="{FF2B5EF4-FFF2-40B4-BE49-F238E27FC236}">
                      <a16:creationId xmlns:a16="http://schemas.microsoft.com/office/drawing/2014/main" id="{1692DB73-62C2-E325-6E6D-DF52C424D8B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05870" y="1748430"/>
                  <a:ext cx="208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26B36A42-2298-C989-3E78-F75D6A0AD892}"/>
                    </a:ext>
                  </a:extLst>
                </p14:cNvPr>
                <p14:cNvContentPartPr/>
                <p14:nvPr/>
              </p14:nvContentPartPr>
              <p14:xfrm>
                <a:off x="3936630" y="1904670"/>
                <a:ext cx="304560" cy="3528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26B36A42-2298-C989-3E78-F75D6A0AD89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930503" y="1898550"/>
                  <a:ext cx="316814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8F60FCE1-3291-7712-E406-CE239BCDCD59}"/>
                    </a:ext>
                  </a:extLst>
                </p14:cNvPr>
                <p14:cNvContentPartPr/>
                <p14:nvPr/>
              </p14:nvContentPartPr>
              <p14:xfrm>
                <a:off x="4115550" y="1790910"/>
                <a:ext cx="32760" cy="25884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8F60FCE1-3291-7712-E406-CE239BCDCD5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109430" y="1784790"/>
                  <a:ext cx="45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4A65A344-CF0D-2F42-7871-8439D8891488}"/>
                    </a:ext>
                  </a:extLst>
                </p14:cNvPr>
                <p14:cNvContentPartPr/>
                <p14:nvPr/>
              </p14:nvContentPartPr>
              <p14:xfrm>
                <a:off x="4372950" y="1763550"/>
                <a:ext cx="21600" cy="27036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4A65A344-CF0D-2F42-7871-8439D889148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366830" y="1757422"/>
                  <a:ext cx="33840" cy="2826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12" name="Encre 111">
                  <a:extLst>
                    <a:ext uri="{FF2B5EF4-FFF2-40B4-BE49-F238E27FC236}">
                      <a16:creationId xmlns:a16="http://schemas.microsoft.com/office/drawing/2014/main" id="{92B6EB5E-2A09-B85B-A2DB-92A2DEE20BBA}"/>
                    </a:ext>
                  </a:extLst>
                </p14:cNvPr>
                <p14:cNvContentPartPr/>
                <p14:nvPr/>
              </p14:nvContentPartPr>
              <p14:xfrm>
                <a:off x="4393470" y="1572030"/>
                <a:ext cx="221400" cy="767880"/>
              </p14:xfrm>
            </p:contentPart>
          </mc:Choice>
          <mc:Fallback xmlns="">
            <p:pic>
              <p:nvPicPr>
                <p:cNvPr id="112" name="Encre 111">
                  <a:extLst>
                    <a:ext uri="{FF2B5EF4-FFF2-40B4-BE49-F238E27FC236}">
                      <a16:creationId xmlns:a16="http://schemas.microsoft.com/office/drawing/2014/main" id="{92B6EB5E-2A09-B85B-A2DB-92A2DEE20BB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387350" y="1565910"/>
                  <a:ext cx="23364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8F47966B-E35F-D575-C3A0-E22013D2A77D}"/>
                    </a:ext>
                  </a:extLst>
                </p14:cNvPr>
                <p14:cNvContentPartPr/>
                <p14:nvPr/>
              </p14:nvContentPartPr>
              <p14:xfrm>
                <a:off x="4799910" y="1640790"/>
                <a:ext cx="24840" cy="40392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8F47966B-E35F-D575-C3A0-E22013D2A77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793790" y="1634670"/>
                  <a:ext cx="370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15" name="Encre 114">
                  <a:extLst>
                    <a:ext uri="{FF2B5EF4-FFF2-40B4-BE49-F238E27FC236}">
                      <a16:creationId xmlns:a16="http://schemas.microsoft.com/office/drawing/2014/main" id="{81703D20-630A-6B28-9E39-9FC729EA3D18}"/>
                    </a:ext>
                  </a:extLst>
                </p14:cNvPr>
                <p14:cNvContentPartPr/>
                <p14:nvPr/>
              </p14:nvContentPartPr>
              <p14:xfrm>
                <a:off x="5016270" y="1786590"/>
                <a:ext cx="159480" cy="312480"/>
              </p14:xfrm>
            </p:contentPart>
          </mc:Choice>
          <mc:Fallback xmlns="">
            <p:pic>
              <p:nvPicPr>
                <p:cNvPr id="115" name="Encre 114">
                  <a:extLst>
                    <a:ext uri="{FF2B5EF4-FFF2-40B4-BE49-F238E27FC236}">
                      <a16:creationId xmlns:a16="http://schemas.microsoft.com/office/drawing/2014/main" id="{81703D20-630A-6B28-9E39-9FC729EA3D1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010150" y="1780470"/>
                  <a:ext cx="171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16" name="Encre 115">
                  <a:extLst>
                    <a:ext uri="{FF2B5EF4-FFF2-40B4-BE49-F238E27FC236}">
                      <a16:creationId xmlns:a16="http://schemas.microsoft.com/office/drawing/2014/main" id="{9C8CB7BE-05B2-4D17-896D-5A356CA7C081}"/>
                    </a:ext>
                  </a:extLst>
                </p14:cNvPr>
                <p14:cNvContentPartPr/>
                <p14:nvPr/>
              </p14:nvContentPartPr>
              <p14:xfrm>
                <a:off x="5088990" y="1649790"/>
                <a:ext cx="2880" cy="2160"/>
              </p14:xfrm>
            </p:contentPart>
          </mc:Choice>
          <mc:Fallback xmlns="">
            <p:pic>
              <p:nvPicPr>
                <p:cNvPr id="116" name="Encre 115">
                  <a:extLst>
                    <a:ext uri="{FF2B5EF4-FFF2-40B4-BE49-F238E27FC236}">
                      <a16:creationId xmlns:a16="http://schemas.microsoft.com/office/drawing/2014/main" id="{9C8CB7BE-05B2-4D17-896D-5A356CA7C0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2870" y="1643670"/>
                  <a:ext cx="151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7" name="Encre 116">
                  <a:extLst>
                    <a:ext uri="{FF2B5EF4-FFF2-40B4-BE49-F238E27FC236}">
                      <a16:creationId xmlns:a16="http://schemas.microsoft.com/office/drawing/2014/main" id="{D6EA8ABF-992E-35B1-2707-C713DDAFDC04}"/>
                    </a:ext>
                  </a:extLst>
                </p14:cNvPr>
                <p14:cNvContentPartPr/>
                <p14:nvPr/>
              </p14:nvContentPartPr>
              <p14:xfrm>
                <a:off x="5378070" y="1868310"/>
                <a:ext cx="23760" cy="184320"/>
              </p14:xfrm>
            </p:contentPart>
          </mc:Choice>
          <mc:Fallback xmlns="">
            <p:pic>
              <p:nvPicPr>
                <p:cNvPr id="117" name="Encre 116">
                  <a:extLst>
                    <a:ext uri="{FF2B5EF4-FFF2-40B4-BE49-F238E27FC236}">
                      <a16:creationId xmlns:a16="http://schemas.microsoft.com/office/drawing/2014/main" id="{D6EA8ABF-992E-35B1-2707-C713DDAFDC0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371856" y="1862178"/>
                  <a:ext cx="36188" cy="1965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4299723A-4F3A-3FBA-248E-7CF68DBAC0FF}"/>
                    </a:ext>
                  </a:extLst>
                </p14:cNvPr>
                <p14:cNvContentPartPr/>
                <p14:nvPr/>
              </p14:nvContentPartPr>
              <p14:xfrm>
                <a:off x="5492550" y="1804590"/>
                <a:ext cx="432000" cy="22392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4299723A-4F3A-3FBA-248E-7CF68DBAC0F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86430" y="1798470"/>
                  <a:ext cx="444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9C8FB2FB-7395-EE43-91C6-69E60DFFAC0F}"/>
                    </a:ext>
                  </a:extLst>
                </p14:cNvPr>
                <p14:cNvContentPartPr/>
                <p14:nvPr/>
              </p14:nvContentPartPr>
              <p14:xfrm>
                <a:off x="6043710" y="1727190"/>
                <a:ext cx="215640" cy="41256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9C8FB2FB-7395-EE43-91C6-69E60DFFAC0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037590" y="1721070"/>
                  <a:ext cx="2278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3" name="Encre 152">
                  <a:extLst>
                    <a:ext uri="{FF2B5EF4-FFF2-40B4-BE49-F238E27FC236}">
                      <a16:creationId xmlns:a16="http://schemas.microsoft.com/office/drawing/2014/main" id="{432C6B11-1F8E-A4FE-F1CD-B3CA691645C1}"/>
                    </a:ext>
                  </a:extLst>
                </p14:cNvPr>
                <p14:cNvContentPartPr/>
                <p14:nvPr/>
              </p14:nvContentPartPr>
              <p14:xfrm>
                <a:off x="798150" y="2752470"/>
                <a:ext cx="409680" cy="23400"/>
              </p14:xfrm>
            </p:contentPart>
          </mc:Choice>
          <mc:Fallback xmlns="">
            <p:pic>
              <p:nvPicPr>
                <p:cNvPr id="153" name="Encre 152">
                  <a:extLst>
                    <a:ext uri="{FF2B5EF4-FFF2-40B4-BE49-F238E27FC236}">
                      <a16:creationId xmlns:a16="http://schemas.microsoft.com/office/drawing/2014/main" id="{432C6B11-1F8E-A4FE-F1CD-B3CA691645C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2030" y="2746350"/>
                  <a:ext cx="421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Encre 153">
                  <a:extLst>
                    <a:ext uri="{FF2B5EF4-FFF2-40B4-BE49-F238E27FC236}">
                      <a16:creationId xmlns:a16="http://schemas.microsoft.com/office/drawing/2014/main" id="{D6594616-51A8-7365-8370-C3DC5658B872}"/>
                    </a:ext>
                  </a:extLst>
                </p14:cNvPr>
                <p14:cNvContentPartPr/>
                <p14:nvPr/>
              </p14:nvContentPartPr>
              <p14:xfrm>
                <a:off x="834510" y="2980710"/>
                <a:ext cx="333720" cy="29880"/>
              </p14:xfrm>
            </p:contentPart>
          </mc:Choice>
          <mc:Fallback xmlns="">
            <p:pic>
              <p:nvPicPr>
                <p:cNvPr id="154" name="Encre 153">
                  <a:extLst>
                    <a:ext uri="{FF2B5EF4-FFF2-40B4-BE49-F238E27FC236}">
                      <a16:creationId xmlns:a16="http://schemas.microsoft.com/office/drawing/2014/main" id="{D6594616-51A8-7365-8370-C3DC5658B87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8390" y="2974515"/>
                  <a:ext cx="345960" cy="42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5" name="Encre 154">
                  <a:extLst>
                    <a:ext uri="{FF2B5EF4-FFF2-40B4-BE49-F238E27FC236}">
                      <a16:creationId xmlns:a16="http://schemas.microsoft.com/office/drawing/2014/main" id="{7521F017-7DB4-DAEE-4F78-6F5ED18DB6CF}"/>
                    </a:ext>
                  </a:extLst>
                </p14:cNvPr>
                <p14:cNvContentPartPr/>
                <p14:nvPr/>
              </p14:nvContentPartPr>
              <p14:xfrm>
                <a:off x="1412670" y="2456190"/>
                <a:ext cx="314280" cy="556560"/>
              </p14:xfrm>
            </p:contentPart>
          </mc:Choice>
          <mc:Fallback xmlns="">
            <p:pic>
              <p:nvPicPr>
                <p:cNvPr id="155" name="Encre 154">
                  <a:extLst>
                    <a:ext uri="{FF2B5EF4-FFF2-40B4-BE49-F238E27FC236}">
                      <a16:creationId xmlns:a16="http://schemas.microsoft.com/office/drawing/2014/main" id="{7521F017-7DB4-DAEE-4F78-6F5ED18DB6C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406550" y="2450070"/>
                  <a:ext cx="32652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6" name="Encre 155">
                  <a:extLst>
                    <a:ext uri="{FF2B5EF4-FFF2-40B4-BE49-F238E27FC236}">
                      <a16:creationId xmlns:a16="http://schemas.microsoft.com/office/drawing/2014/main" id="{C761ED3F-2C6A-32A4-34DE-B6CDFBF69A7C}"/>
                    </a:ext>
                  </a:extLst>
                </p14:cNvPr>
                <p14:cNvContentPartPr/>
                <p14:nvPr/>
              </p14:nvContentPartPr>
              <p14:xfrm>
                <a:off x="1426710" y="2615310"/>
                <a:ext cx="190440" cy="23760"/>
              </p14:xfrm>
            </p:contentPart>
          </mc:Choice>
          <mc:Fallback xmlns="">
            <p:pic>
              <p:nvPicPr>
                <p:cNvPr id="156" name="Encre 155">
                  <a:extLst>
                    <a:ext uri="{FF2B5EF4-FFF2-40B4-BE49-F238E27FC236}">
                      <a16:creationId xmlns:a16="http://schemas.microsoft.com/office/drawing/2014/main" id="{C761ED3F-2C6A-32A4-34DE-B6CDFBF69A7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20590" y="2609190"/>
                  <a:ext cx="202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7" name="Encre 156">
                  <a:extLst>
                    <a:ext uri="{FF2B5EF4-FFF2-40B4-BE49-F238E27FC236}">
                      <a16:creationId xmlns:a16="http://schemas.microsoft.com/office/drawing/2014/main" id="{A268113B-B582-3F6E-723E-D8547CC20D8C}"/>
                    </a:ext>
                  </a:extLst>
                </p14:cNvPr>
                <p14:cNvContentPartPr/>
                <p14:nvPr/>
              </p14:nvContentPartPr>
              <p14:xfrm>
                <a:off x="1715790" y="2417670"/>
                <a:ext cx="165960" cy="308520"/>
              </p14:xfrm>
            </p:contentPart>
          </mc:Choice>
          <mc:Fallback xmlns="">
            <p:pic>
              <p:nvPicPr>
                <p:cNvPr id="157" name="Encre 156">
                  <a:extLst>
                    <a:ext uri="{FF2B5EF4-FFF2-40B4-BE49-F238E27FC236}">
                      <a16:creationId xmlns:a16="http://schemas.microsoft.com/office/drawing/2014/main" id="{A268113B-B582-3F6E-723E-D8547CC20D8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709670" y="2411543"/>
                  <a:ext cx="178200" cy="3207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2" name="Encre 161">
                  <a:extLst>
                    <a:ext uri="{FF2B5EF4-FFF2-40B4-BE49-F238E27FC236}">
                      <a16:creationId xmlns:a16="http://schemas.microsoft.com/office/drawing/2014/main" id="{26CC9B10-D22E-E0F1-5FDE-E2156FAF295D}"/>
                    </a:ext>
                  </a:extLst>
                </p14:cNvPr>
                <p14:cNvContentPartPr/>
                <p14:nvPr/>
              </p14:nvContentPartPr>
              <p14:xfrm>
                <a:off x="2023230" y="2597670"/>
                <a:ext cx="236160" cy="422280"/>
              </p14:xfrm>
            </p:contentPart>
          </mc:Choice>
          <mc:Fallback xmlns="">
            <p:pic>
              <p:nvPicPr>
                <p:cNvPr id="162" name="Encre 161">
                  <a:extLst>
                    <a:ext uri="{FF2B5EF4-FFF2-40B4-BE49-F238E27FC236}">
                      <a16:creationId xmlns:a16="http://schemas.microsoft.com/office/drawing/2014/main" id="{26CC9B10-D22E-E0F1-5FDE-E2156FAF295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017110" y="2591550"/>
                  <a:ext cx="2484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3" name="Encre 162">
                  <a:extLst>
                    <a:ext uri="{FF2B5EF4-FFF2-40B4-BE49-F238E27FC236}">
                      <a16:creationId xmlns:a16="http://schemas.microsoft.com/office/drawing/2014/main" id="{4DCE5097-3F15-AF57-BEC8-C73DC96FDF23}"/>
                    </a:ext>
                  </a:extLst>
                </p14:cNvPr>
                <p14:cNvContentPartPr/>
                <p14:nvPr/>
              </p14:nvContentPartPr>
              <p14:xfrm>
                <a:off x="2193150" y="2415150"/>
                <a:ext cx="360" cy="360"/>
              </p14:xfrm>
            </p:contentPart>
          </mc:Choice>
          <mc:Fallback xmlns="">
            <p:pic>
              <p:nvPicPr>
                <p:cNvPr id="163" name="Encre 162">
                  <a:extLst>
                    <a:ext uri="{FF2B5EF4-FFF2-40B4-BE49-F238E27FC236}">
                      <a16:creationId xmlns:a16="http://schemas.microsoft.com/office/drawing/2014/main" id="{4DCE5097-3F15-AF57-BEC8-C73DC96FDF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7030" y="24090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4" name="Encre 163">
                  <a:extLst>
                    <a:ext uri="{FF2B5EF4-FFF2-40B4-BE49-F238E27FC236}">
                      <a16:creationId xmlns:a16="http://schemas.microsoft.com/office/drawing/2014/main" id="{A8A5549D-6112-D508-D28F-26ECEF305D21}"/>
                    </a:ext>
                  </a:extLst>
                </p14:cNvPr>
                <p14:cNvContentPartPr/>
                <p14:nvPr/>
              </p14:nvContentPartPr>
              <p14:xfrm>
                <a:off x="2293230" y="2442510"/>
                <a:ext cx="106560" cy="511560"/>
              </p14:xfrm>
            </p:contentPart>
          </mc:Choice>
          <mc:Fallback xmlns="">
            <p:pic>
              <p:nvPicPr>
                <p:cNvPr id="164" name="Encre 163">
                  <a:extLst>
                    <a:ext uri="{FF2B5EF4-FFF2-40B4-BE49-F238E27FC236}">
                      <a16:creationId xmlns:a16="http://schemas.microsoft.com/office/drawing/2014/main" id="{A8A5549D-6112-D508-D28F-26ECEF305D2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287110" y="2436390"/>
                  <a:ext cx="11880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5" name="Encre 164">
                  <a:extLst>
                    <a:ext uri="{FF2B5EF4-FFF2-40B4-BE49-F238E27FC236}">
                      <a16:creationId xmlns:a16="http://schemas.microsoft.com/office/drawing/2014/main" id="{B48617CC-AD7D-8626-E3C6-835BDD9705AE}"/>
                    </a:ext>
                  </a:extLst>
                </p14:cNvPr>
                <p14:cNvContentPartPr/>
                <p14:nvPr/>
              </p14:nvContentPartPr>
              <p14:xfrm>
                <a:off x="2555670" y="2479230"/>
                <a:ext cx="149400" cy="499320"/>
              </p14:xfrm>
            </p:contentPart>
          </mc:Choice>
          <mc:Fallback xmlns="">
            <p:pic>
              <p:nvPicPr>
                <p:cNvPr id="165" name="Encre 164">
                  <a:extLst>
                    <a:ext uri="{FF2B5EF4-FFF2-40B4-BE49-F238E27FC236}">
                      <a16:creationId xmlns:a16="http://schemas.microsoft.com/office/drawing/2014/main" id="{B48617CC-AD7D-8626-E3C6-835BDD9705A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549550" y="2473110"/>
                  <a:ext cx="1616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6" name="Encre 165">
                  <a:extLst>
                    <a:ext uri="{FF2B5EF4-FFF2-40B4-BE49-F238E27FC236}">
                      <a16:creationId xmlns:a16="http://schemas.microsoft.com/office/drawing/2014/main" id="{0CB7DD52-3F69-5ED3-71D1-07654916BFE1}"/>
                    </a:ext>
                  </a:extLst>
                </p14:cNvPr>
                <p14:cNvContentPartPr/>
                <p14:nvPr/>
              </p14:nvContentPartPr>
              <p14:xfrm>
                <a:off x="2583390" y="2387790"/>
                <a:ext cx="360" cy="360"/>
              </p14:xfrm>
            </p:contentPart>
          </mc:Choice>
          <mc:Fallback xmlns="">
            <p:pic>
              <p:nvPicPr>
                <p:cNvPr id="166" name="Encre 165">
                  <a:extLst>
                    <a:ext uri="{FF2B5EF4-FFF2-40B4-BE49-F238E27FC236}">
                      <a16:creationId xmlns:a16="http://schemas.microsoft.com/office/drawing/2014/main" id="{0CB7DD52-3F69-5ED3-71D1-07654916BF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77270" y="23816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Encre 166">
                  <a:extLst>
                    <a:ext uri="{FF2B5EF4-FFF2-40B4-BE49-F238E27FC236}">
                      <a16:creationId xmlns:a16="http://schemas.microsoft.com/office/drawing/2014/main" id="{2E9FA4C6-2763-2E44-293D-5717ECC3C7DD}"/>
                    </a:ext>
                  </a:extLst>
                </p14:cNvPr>
                <p14:cNvContentPartPr/>
                <p14:nvPr/>
              </p14:nvContentPartPr>
              <p14:xfrm>
                <a:off x="2862750" y="2634390"/>
                <a:ext cx="178560" cy="27000"/>
              </p14:xfrm>
            </p:contentPart>
          </mc:Choice>
          <mc:Fallback xmlns="">
            <p:pic>
              <p:nvPicPr>
                <p:cNvPr id="167" name="Encre 166">
                  <a:extLst>
                    <a:ext uri="{FF2B5EF4-FFF2-40B4-BE49-F238E27FC236}">
                      <a16:creationId xmlns:a16="http://schemas.microsoft.com/office/drawing/2014/main" id="{2E9FA4C6-2763-2E44-293D-5717ECC3C7D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856630" y="2628270"/>
                  <a:ext cx="190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Encre 167">
                  <a:extLst>
                    <a:ext uri="{FF2B5EF4-FFF2-40B4-BE49-F238E27FC236}">
                      <a16:creationId xmlns:a16="http://schemas.microsoft.com/office/drawing/2014/main" id="{1F6083CA-9090-91C4-942D-21BDA114992D}"/>
                    </a:ext>
                  </a:extLst>
                </p14:cNvPr>
                <p14:cNvContentPartPr/>
                <p14:nvPr/>
              </p14:nvContentPartPr>
              <p14:xfrm>
                <a:off x="2931150" y="2602350"/>
                <a:ext cx="25560" cy="195120"/>
              </p14:xfrm>
            </p:contentPart>
          </mc:Choice>
          <mc:Fallback xmlns="">
            <p:pic>
              <p:nvPicPr>
                <p:cNvPr id="168" name="Encre 167">
                  <a:extLst>
                    <a:ext uri="{FF2B5EF4-FFF2-40B4-BE49-F238E27FC236}">
                      <a16:creationId xmlns:a16="http://schemas.microsoft.com/office/drawing/2014/main" id="{1F6083CA-9090-91C4-942D-21BDA11499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925030" y="2596230"/>
                  <a:ext cx="37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9" name="Encre 168">
                  <a:extLst>
                    <a:ext uri="{FF2B5EF4-FFF2-40B4-BE49-F238E27FC236}">
                      <a16:creationId xmlns:a16="http://schemas.microsoft.com/office/drawing/2014/main" id="{DFBD86A5-A73C-0C4A-BDEC-48E629BE3923}"/>
                    </a:ext>
                  </a:extLst>
                </p14:cNvPr>
                <p14:cNvContentPartPr/>
                <p14:nvPr/>
              </p14:nvContentPartPr>
              <p14:xfrm>
                <a:off x="3231750" y="2515590"/>
                <a:ext cx="12600" cy="289800"/>
              </p14:xfrm>
            </p:contentPart>
          </mc:Choice>
          <mc:Fallback xmlns="">
            <p:pic>
              <p:nvPicPr>
                <p:cNvPr id="169" name="Encre 168">
                  <a:extLst>
                    <a:ext uri="{FF2B5EF4-FFF2-40B4-BE49-F238E27FC236}">
                      <a16:creationId xmlns:a16="http://schemas.microsoft.com/office/drawing/2014/main" id="{DFBD86A5-A73C-0C4A-BDEC-48E629BE392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225630" y="2509470"/>
                  <a:ext cx="248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0" name="Encre 169">
                  <a:extLst>
                    <a:ext uri="{FF2B5EF4-FFF2-40B4-BE49-F238E27FC236}">
                      <a16:creationId xmlns:a16="http://schemas.microsoft.com/office/drawing/2014/main" id="{2EABF8EE-092B-FEE7-E38B-0D5A0E95A542}"/>
                    </a:ext>
                  </a:extLst>
                </p14:cNvPr>
                <p14:cNvContentPartPr/>
                <p14:nvPr/>
              </p14:nvContentPartPr>
              <p14:xfrm>
                <a:off x="3333990" y="2274030"/>
                <a:ext cx="143280" cy="819000"/>
              </p14:xfrm>
            </p:contentPart>
          </mc:Choice>
          <mc:Fallback xmlns="">
            <p:pic>
              <p:nvPicPr>
                <p:cNvPr id="170" name="Encre 169">
                  <a:extLst>
                    <a:ext uri="{FF2B5EF4-FFF2-40B4-BE49-F238E27FC236}">
                      <a16:creationId xmlns:a16="http://schemas.microsoft.com/office/drawing/2014/main" id="{2EABF8EE-092B-FEE7-E38B-0D5A0E95A54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327870" y="2267907"/>
                  <a:ext cx="155520" cy="8312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2" name="Encre 171">
                  <a:extLst>
                    <a:ext uri="{FF2B5EF4-FFF2-40B4-BE49-F238E27FC236}">
                      <a16:creationId xmlns:a16="http://schemas.microsoft.com/office/drawing/2014/main" id="{36142613-89C5-A91D-DE5A-4460468C99C5}"/>
                    </a:ext>
                  </a:extLst>
                </p14:cNvPr>
                <p14:cNvContentPartPr/>
                <p14:nvPr/>
              </p14:nvContentPartPr>
              <p14:xfrm>
                <a:off x="3652950" y="2424150"/>
                <a:ext cx="36720" cy="417960"/>
              </p14:xfrm>
            </p:contentPart>
          </mc:Choice>
          <mc:Fallback xmlns="">
            <p:pic>
              <p:nvPicPr>
                <p:cNvPr id="172" name="Encre 171">
                  <a:extLst>
                    <a:ext uri="{FF2B5EF4-FFF2-40B4-BE49-F238E27FC236}">
                      <a16:creationId xmlns:a16="http://schemas.microsoft.com/office/drawing/2014/main" id="{36142613-89C5-A91D-DE5A-4460468C99C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646769" y="2418030"/>
                  <a:ext cx="49081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3" name="Encre 172">
                  <a:extLst>
                    <a:ext uri="{FF2B5EF4-FFF2-40B4-BE49-F238E27FC236}">
                      <a16:creationId xmlns:a16="http://schemas.microsoft.com/office/drawing/2014/main" id="{A9488393-6A7C-D37B-BEFF-4108A4648808}"/>
                    </a:ext>
                  </a:extLst>
                </p14:cNvPr>
                <p14:cNvContentPartPr/>
                <p14:nvPr/>
              </p14:nvContentPartPr>
              <p14:xfrm>
                <a:off x="3802710" y="2542950"/>
                <a:ext cx="212400" cy="472680"/>
              </p14:xfrm>
            </p:contentPart>
          </mc:Choice>
          <mc:Fallback xmlns="">
            <p:pic>
              <p:nvPicPr>
                <p:cNvPr id="173" name="Encre 172">
                  <a:extLst>
                    <a:ext uri="{FF2B5EF4-FFF2-40B4-BE49-F238E27FC236}">
                      <a16:creationId xmlns:a16="http://schemas.microsoft.com/office/drawing/2014/main" id="{A9488393-6A7C-D37B-BEFF-4108A464880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796580" y="2536830"/>
                  <a:ext cx="224661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4" name="Encre 173">
                  <a:extLst>
                    <a:ext uri="{FF2B5EF4-FFF2-40B4-BE49-F238E27FC236}">
                      <a16:creationId xmlns:a16="http://schemas.microsoft.com/office/drawing/2014/main" id="{8A9E5F59-CF7E-02BD-9DB1-9BC62B036CAA}"/>
                    </a:ext>
                  </a:extLst>
                </p14:cNvPr>
                <p14:cNvContentPartPr/>
                <p14:nvPr/>
              </p14:nvContentPartPr>
              <p14:xfrm>
                <a:off x="3973710" y="2369790"/>
                <a:ext cx="360" cy="360"/>
              </p14:xfrm>
            </p:contentPart>
          </mc:Choice>
          <mc:Fallback xmlns="">
            <p:pic>
              <p:nvPicPr>
                <p:cNvPr id="174" name="Encre 173">
                  <a:extLst>
                    <a:ext uri="{FF2B5EF4-FFF2-40B4-BE49-F238E27FC236}">
                      <a16:creationId xmlns:a16="http://schemas.microsoft.com/office/drawing/2014/main" id="{8A9E5F59-CF7E-02BD-9DB1-9BC62B036C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67590" y="23636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5" name="Encre 174">
                  <a:extLst>
                    <a:ext uri="{FF2B5EF4-FFF2-40B4-BE49-F238E27FC236}">
                      <a16:creationId xmlns:a16="http://schemas.microsoft.com/office/drawing/2014/main" id="{8C69CEC8-D5F3-E710-A0F7-56381753BDEC}"/>
                    </a:ext>
                  </a:extLst>
                </p14:cNvPr>
                <p14:cNvContentPartPr/>
                <p14:nvPr/>
              </p14:nvContentPartPr>
              <p14:xfrm>
                <a:off x="4212390" y="2670750"/>
                <a:ext cx="6840" cy="201600"/>
              </p14:xfrm>
            </p:contentPart>
          </mc:Choice>
          <mc:Fallback xmlns="">
            <p:pic>
              <p:nvPicPr>
                <p:cNvPr id="175" name="Encre 174">
                  <a:extLst>
                    <a:ext uri="{FF2B5EF4-FFF2-40B4-BE49-F238E27FC236}">
                      <a16:creationId xmlns:a16="http://schemas.microsoft.com/office/drawing/2014/main" id="{8C69CEC8-D5F3-E710-A0F7-56381753BDE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05930" y="2664641"/>
                  <a:ext cx="19760" cy="213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6" name="Encre 175">
                  <a:extLst>
                    <a:ext uri="{FF2B5EF4-FFF2-40B4-BE49-F238E27FC236}">
                      <a16:creationId xmlns:a16="http://schemas.microsoft.com/office/drawing/2014/main" id="{F94DB7FB-E6B1-C0E8-5A93-11E2E945DD0F}"/>
                    </a:ext>
                  </a:extLst>
                </p14:cNvPr>
                <p14:cNvContentPartPr/>
                <p14:nvPr/>
              </p14:nvContentPartPr>
              <p14:xfrm>
                <a:off x="4358910" y="2604510"/>
                <a:ext cx="368640" cy="308880"/>
              </p14:xfrm>
            </p:contentPart>
          </mc:Choice>
          <mc:Fallback xmlns="">
            <p:pic>
              <p:nvPicPr>
                <p:cNvPr id="176" name="Encre 175">
                  <a:extLst>
                    <a:ext uri="{FF2B5EF4-FFF2-40B4-BE49-F238E27FC236}">
                      <a16:creationId xmlns:a16="http://schemas.microsoft.com/office/drawing/2014/main" id="{F94DB7FB-E6B1-C0E8-5A93-11E2E945DD0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352790" y="2598390"/>
                  <a:ext cx="3808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7" name="Encre 176">
                  <a:extLst>
                    <a:ext uri="{FF2B5EF4-FFF2-40B4-BE49-F238E27FC236}">
                      <a16:creationId xmlns:a16="http://schemas.microsoft.com/office/drawing/2014/main" id="{F81223AC-66FB-4D45-CAFE-3FB497F1ADF2}"/>
                    </a:ext>
                  </a:extLst>
                </p14:cNvPr>
                <p14:cNvContentPartPr/>
                <p14:nvPr/>
              </p14:nvContentPartPr>
              <p14:xfrm>
                <a:off x="4822950" y="2456190"/>
                <a:ext cx="299520" cy="451440"/>
              </p14:xfrm>
            </p:contentPart>
          </mc:Choice>
          <mc:Fallback xmlns="">
            <p:pic>
              <p:nvPicPr>
                <p:cNvPr id="177" name="Encre 176">
                  <a:extLst>
                    <a:ext uri="{FF2B5EF4-FFF2-40B4-BE49-F238E27FC236}">
                      <a16:creationId xmlns:a16="http://schemas.microsoft.com/office/drawing/2014/main" id="{F81223AC-66FB-4D45-CAFE-3FB497F1ADF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816830" y="2450070"/>
                  <a:ext cx="31176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9" name="Encre 178">
                  <a:extLst>
                    <a:ext uri="{FF2B5EF4-FFF2-40B4-BE49-F238E27FC236}">
                      <a16:creationId xmlns:a16="http://schemas.microsoft.com/office/drawing/2014/main" id="{3E8C3874-6DEC-9501-D8BC-1EF0BEC3967A}"/>
                    </a:ext>
                  </a:extLst>
                </p14:cNvPr>
                <p14:cNvContentPartPr/>
                <p14:nvPr/>
              </p14:nvContentPartPr>
              <p14:xfrm>
                <a:off x="5298150" y="2702430"/>
                <a:ext cx="354240" cy="28440"/>
              </p14:xfrm>
            </p:contentPart>
          </mc:Choice>
          <mc:Fallback xmlns="">
            <p:pic>
              <p:nvPicPr>
                <p:cNvPr id="179" name="Encre 178">
                  <a:extLst>
                    <a:ext uri="{FF2B5EF4-FFF2-40B4-BE49-F238E27FC236}">
                      <a16:creationId xmlns:a16="http://schemas.microsoft.com/office/drawing/2014/main" id="{3E8C3874-6DEC-9501-D8BC-1EF0BEC3967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92030" y="2696310"/>
                  <a:ext cx="366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A54FD2BB-0558-A3D7-5227-22E829807426}"/>
                    </a:ext>
                  </a:extLst>
                </p14:cNvPr>
                <p14:cNvContentPartPr/>
                <p14:nvPr/>
              </p14:nvContentPartPr>
              <p14:xfrm>
                <a:off x="5712870" y="2392470"/>
                <a:ext cx="339480" cy="11160"/>
              </p14:xfrm>
            </p:contentPart>
          </mc:Choice>
          <mc:Fallback xmlns=""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A54FD2BB-0558-A3D7-5227-22E82980742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706750" y="2386350"/>
                  <a:ext cx="351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1" name="Encre 180">
                  <a:extLst>
                    <a:ext uri="{FF2B5EF4-FFF2-40B4-BE49-F238E27FC236}">
                      <a16:creationId xmlns:a16="http://schemas.microsoft.com/office/drawing/2014/main" id="{693EF8E0-C77E-725F-760A-0616DEBAA116}"/>
                    </a:ext>
                  </a:extLst>
                </p14:cNvPr>
                <p14:cNvContentPartPr/>
                <p14:nvPr/>
              </p14:nvContentPartPr>
              <p14:xfrm>
                <a:off x="5874870" y="2397150"/>
                <a:ext cx="153360" cy="456840"/>
              </p14:xfrm>
            </p:contentPart>
          </mc:Choice>
          <mc:Fallback xmlns="">
            <p:pic>
              <p:nvPicPr>
                <p:cNvPr id="181" name="Encre 180">
                  <a:extLst>
                    <a:ext uri="{FF2B5EF4-FFF2-40B4-BE49-F238E27FC236}">
                      <a16:creationId xmlns:a16="http://schemas.microsoft.com/office/drawing/2014/main" id="{693EF8E0-C77E-725F-760A-0616DEBAA11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868750" y="2391035"/>
                  <a:ext cx="165600" cy="469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F8AEC04D-4123-7FC8-9AFE-B09C54C50F0A}"/>
                    </a:ext>
                  </a:extLst>
                </p14:cNvPr>
                <p14:cNvContentPartPr/>
                <p14:nvPr/>
              </p14:nvContentPartPr>
              <p14:xfrm>
                <a:off x="6144150" y="2670390"/>
                <a:ext cx="227520" cy="402120"/>
              </p14:xfrm>
            </p:contentPart>
          </mc:Choice>
          <mc:Fallback xmlns=""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F8AEC04D-4123-7FC8-9AFE-B09C54C50F0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138030" y="2664270"/>
                  <a:ext cx="2397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27C65A61-CBF7-1582-8A73-43B4D9C2C1E5}"/>
                    </a:ext>
                  </a:extLst>
                </p14:cNvPr>
                <p14:cNvContentPartPr/>
                <p14:nvPr/>
              </p14:nvContentPartPr>
              <p14:xfrm>
                <a:off x="6786750" y="2720790"/>
                <a:ext cx="452520" cy="271080"/>
              </p14:xfrm>
            </p:contentPart>
          </mc:Choice>
          <mc:Fallback xmlns=""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27C65A61-CBF7-1582-8A73-43B4D9C2C1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80630" y="2714670"/>
                  <a:ext cx="464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6" name="Encre 185">
                  <a:extLst>
                    <a:ext uri="{FF2B5EF4-FFF2-40B4-BE49-F238E27FC236}">
                      <a16:creationId xmlns:a16="http://schemas.microsoft.com/office/drawing/2014/main" id="{2AEB787E-6A7D-2634-8535-5715CA5CE2CF}"/>
                    </a:ext>
                  </a:extLst>
                </p14:cNvPr>
                <p14:cNvContentPartPr/>
                <p14:nvPr/>
              </p14:nvContentPartPr>
              <p14:xfrm>
                <a:off x="7424670" y="2506590"/>
                <a:ext cx="259200" cy="448560"/>
              </p14:xfrm>
            </p:contentPart>
          </mc:Choice>
          <mc:Fallback xmlns="">
            <p:pic>
              <p:nvPicPr>
                <p:cNvPr id="186" name="Encre 185">
                  <a:extLst>
                    <a:ext uri="{FF2B5EF4-FFF2-40B4-BE49-F238E27FC236}">
                      <a16:creationId xmlns:a16="http://schemas.microsoft.com/office/drawing/2014/main" id="{2AEB787E-6A7D-2634-8535-5715CA5CE2C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418550" y="2500470"/>
                  <a:ext cx="2714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7" name="Encre 186">
                  <a:extLst>
                    <a:ext uri="{FF2B5EF4-FFF2-40B4-BE49-F238E27FC236}">
                      <a16:creationId xmlns:a16="http://schemas.microsoft.com/office/drawing/2014/main" id="{54A14C98-1E0E-6DEB-7192-06B281CF2A3C}"/>
                    </a:ext>
                  </a:extLst>
                </p14:cNvPr>
                <p14:cNvContentPartPr/>
                <p14:nvPr/>
              </p14:nvContentPartPr>
              <p14:xfrm>
                <a:off x="7360590" y="2680110"/>
                <a:ext cx="287640" cy="41400"/>
              </p14:xfrm>
            </p:contentPart>
          </mc:Choice>
          <mc:Fallback xmlns="">
            <p:pic>
              <p:nvPicPr>
                <p:cNvPr id="187" name="Encre 186">
                  <a:extLst>
                    <a:ext uri="{FF2B5EF4-FFF2-40B4-BE49-F238E27FC236}">
                      <a16:creationId xmlns:a16="http://schemas.microsoft.com/office/drawing/2014/main" id="{54A14C98-1E0E-6DEB-7192-06B281CF2A3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354478" y="2673990"/>
                  <a:ext cx="299865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9" name="Encre 188">
                  <a:extLst>
                    <a:ext uri="{FF2B5EF4-FFF2-40B4-BE49-F238E27FC236}">
                      <a16:creationId xmlns:a16="http://schemas.microsoft.com/office/drawing/2014/main" id="{FA05A401-260F-FB12-498F-0651B81FFDED}"/>
                    </a:ext>
                  </a:extLst>
                </p14:cNvPr>
                <p14:cNvContentPartPr/>
                <p14:nvPr/>
              </p14:nvContentPartPr>
              <p14:xfrm>
                <a:off x="7874310" y="2492550"/>
                <a:ext cx="33120" cy="405000"/>
              </p14:xfrm>
            </p:contentPart>
          </mc:Choice>
          <mc:Fallback xmlns="">
            <p:pic>
              <p:nvPicPr>
                <p:cNvPr id="189" name="Encre 188">
                  <a:extLst>
                    <a:ext uri="{FF2B5EF4-FFF2-40B4-BE49-F238E27FC236}">
                      <a16:creationId xmlns:a16="http://schemas.microsoft.com/office/drawing/2014/main" id="{FA05A401-260F-FB12-498F-0651B81FFDE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868190" y="2486430"/>
                  <a:ext cx="453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91" name="Encre 190">
                  <a:extLst>
                    <a:ext uri="{FF2B5EF4-FFF2-40B4-BE49-F238E27FC236}">
                      <a16:creationId xmlns:a16="http://schemas.microsoft.com/office/drawing/2014/main" id="{5B27361D-5361-A9E8-E906-AE47BEFB8668}"/>
                    </a:ext>
                  </a:extLst>
                </p14:cNvPr>
                <p14:cNvContentPartPr/>
                <p14:nvPr/>
              </p14:nvContentPartPr>
              <p14:xfrm>
                <a:off x="8043150" y="2634390"/>
                <a:ext cx="248400" cy="415080"/>
              </p14:xfrm>
            </p:contentPart>
          </mc:Choice>
          <mc:Fallback xmlns="">
            <p:pic>
              <p:nvPicPr>
                <p:cNvPr id="191" name="Encre 190">
                  <a:extLst>
                    <a:ext uri="{FF2B5EF4-FFF2-40B4-BE49-F238E27FC236}">
                      <a16:creationId xmlns:a16="http://schemas.microsoft.com/office/drawing/2014/main" id="{5B27361D-5361-A9E8-E906-AE47BEFB866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037030" y="2628270"/>
                  <a:ext cx="2606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92" name="Encre 191">
                  <a:extLst>
                    <a:ext uri="{FF2B5EF4-FFF2-40B4-BE49-F238E27FC236}">
                      <a16:creationId xmlns:a16="http://schemas.microsoft.com/office/drawing/2014/main" id="{9316B141-C922-540D-D975-1889BC722A36}"/>
                    </a:ext>
                  </a:extLst>
                </p14:cNvPr>
                <p14:cNvContentPartPr/>
                <p14:nvPr/>
              </p14:nvContentPartPr>
              <p14:xfrm>
                <a:off x="8140350" y="2538270"/>
                <a:ext cx="8640" cy="8640"/>
              </p14:xfrm>
            </p:contentPart>
          </mc:Choice>
          <mc:Fallback xmlns="">
            <p:pic>
              <p:nvPicPr>
                <p:cNvPr id="192" name="Encre 191">
                  <a:extLst>
                    <a:ext uri="{FF2B5EF4-FFF2-40B4-BE49-F238E27FC236}">
                      <a16:creationId xmlns:a16="http://schemas.microsoft.com/office/drawing/2014/main" id="{9316B141-C922-540D-D975-1889BC722A3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134230" y="2532395"/>
                  <a:ext cx="20880" cy="203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3" name="Encre 192">
                  <a:extLst>
                    <a:ext uri="{FF2B5EF4-FFF2-40B4-BE49-F238E27FC236}">
                      <a16:creationId xmlns:a16="http://schemas.microsoft.com/office/drawing/2014/main" id="{AC5D6AE7-FADA-4432-0280-FDB20D67CD35}"/>
                    </a:ext>
                  </a:extLst>
                </p14:cNvPr>
                <p14:cNvContentPartPr/>
                <p14:nvPr/>
              </p14:nvContentPartPr>
              <p14:xfrm>
                <a:off x="8466510" y="2620350"/>
                <a:ext cx="280440" cy="271080"/>
              </p14:xfrm>
            </p:contentPart>
          </mc:Choice>
          <mc:Fallback xmlns="">
            <p:pic>
              <p:nvPicPr>
                <p:cNvPr id="193" name="Encre 192">
                  <a:extLst>
                    <a:ext uri="{FF2B5EF4-FFF2-40B4-BE49-F238E27FC236}">
                      <a16:creationId xmlns:a16="http://schemas.microsoft.com/office/drawing/2014/main" id="{AC5D6AE7-FADA-4432-0280-FDB20D67CD3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60398" y="2614230"/>
                  <a:ext cx="292664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4" name="Encre 193">
                  <a:extLst>
                    <a:ext uri="{FF2B5EF4-FFF2-40B4-BE49-F238E27FC236}">
                      <a16:creationId xmlns:a16="http://schemas.microsoft.com/office/drawing/2014/main" id="{BFBB5C9D-E178-18FC-DC31-A15155D30303}"/>
                    </a:ext>
                  </a:extLst>
                </p14:cNvPr>
                <p14:cNvContentPartPr/>
                <p14:nvPr/>
              </p14:nvContentPartPr>
              <p14:xfrm>
                <a:off x="8810670" y="2579310"/>
                <a:ext cx="346320" cy="364320"/>
              </p14:xfrm>
            </p:contentPart>
          </mc:Choice>
          <mc:Fallback xmlns="">
            <p:pic>
              <p:nvPicPr>
                <p:cNvPr id="194" name="Encre 193">
                  <a:extLst>
                    <a:ext uri="{FF2B5EF4-FFF2-40B4-BE49-F238E27FC236}">
                      <a16:creationId xmlns:a16="http://schemas.microsoft.com/office/drawing/2014/main" id="{BFBB5C9D-E178-18FC-DC31-A15155D3030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804556" y="2573184"/>
                  <a:ext cx="358547" cy="3765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6" name="Encre 195">
                  <a:extLst>
                    <a:ext uri="{FF2B5EF4-FFF2-40B4-BE49-F238E27FC236}">
                      <a16:creationId xmlns:a16="http://schemas.microsoft.com/office/drawing/2014/main" id="{6D95F3D3-5955-0BAE-09AF-D87CEBDD8D32}"/>
                    </a:ext>
                  </a:extLst>
                </p14:cNvPr>
                <p14:cNvContentPartPr/>
                <p14:nvPr/>
              </p14:nvContentPartPr>
              <p14:xfrm>
                <a:off x="8282910" y="2825550"/>
                <a:ext cx="28440" cy="190440"/>
              </p14:xfrm>
            </p:contentPart>
          </mc:Choice>
          <mc:Fallback xmlns="">
            <p:pic>
              <p:nvPicPr>
                <p:cNvPr id="196" name="Encre 195">
                  <a:extLst>
                    <a:ext uri="{FF2B5EF4-FFF2-40B4-BE49-F238E27FC236}">
                      <a16:creationId xmlns:a16="http://schemas.microsoft.com/office/drawing/2014/main" id="{6D95F3D3-5955-0BAE-09AF-D87CEBDD8D3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76790" y="2819430"/>
                  <a:ext cx="40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8" name="Encre 197">
                  <a:extLst>
                    <a:ext uri="{FF2B5EF4-FFF2-40B4-BE49-F238E27FC236}">
                      <a16:creationId xmlns:a16="http://schemas.microsoft.com/office/drawing/2014/main" id="{4665D119-5F61-54CB-BE89-80A80F48CB9A}"/>
                    </a:ext>
                  </a:extLst>
                </p14:cNvPr>
                <p14:cNvContentPartPr/>
                <p14:nvPr/>
              </p14:nvContentPartPr>
              <p14:xfrm>
                <a:off x="9333750" y="2757150"/>
                <a:ext cx="251280" cy="11520"/>
              </p14:xfrm>
            </p:contentPart>
          </mc:Choice>
          <mc:Fallback xmlns="">
            <p:pic>
              <p:nvPicPr>
                <p:cNvPr id="198" name="Encre 197">
                  <a:extLst>
                    <a:ext uri="{FF2B5EF4-FFF2-40B4-BE49-F238E27FC236}">
                      <a16:creationId xmlns:a16="http://schemas.microsoft.com/office/drawing/2014/main" id="{4665D119-5F61-54CB-BE89-80A80F48CB9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27630" y="2751030"/>
                  <a:ext cx="263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9" name="Encre 198">
                  <a:extLst>
                    <a:ext uri="{FF2B5EF4-FFF2-40B4-BE49-F238E27FC236}">
                      <a16:creationId xmlns:a16="http://schemas.microsoft.com/office/drawing/2014/main" id="{171F02EA-D142-AC7B-B16E-47180F65EE45}"/>
                    </a:ext>
                  </a:extLst>
                </p14:cNvPr>
                <p14:cNvContentPartPr/>
                <p14:nvPr/>
              </p14:nvContentPartPr>
              <p14:xfrm>
                <a:off x="9471270" y="2624670"/>
                <a:ext cx="38880" cy="318600"/>
              </p14:xfrm>
            </p:contentPart>
          </mc:Choice>
          <mc:Fallback xmlns="">
            <p:pic>
              <p:nvPicPr>
                <p:cNvPr id="199" name="Encre 198">
                  <a:extLst>
                    <a:ext uri="{FF2B5EF4-FFF2-40B4-BE49-F238E27FC236}">
                      <a16:creationId xmlns:a16="http://schemas.microsoft.com/office/drawing/2014/main" id="{171F02EA-D142-AC7B-B16E-47180F65EE4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465150" y="2618550"/>
                  <a:ext cx="511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0" name="Encre 199">
                  <a:extLst>
                    <a:ext uri="{FF2B5EF4-FFF2-40B4-BE49-F238E27FC236}">
                      <a16:creationId xmlns:a16="http://schemas.microsoft.com/office/drawing/2014/main" id="{9A81C191-B82E-4B86-13AD-D697671808E6}"/>
                    </a:ext>
                  </a:extLst>
                </p14:cNvPr>
                <p14:cNvContentPartPr/>
                <p14:nvPr/>
              </p14:nvContentPartPr>
              <p14:xfrm>
                <a:off x="9736590" y="2401830"/>
                <a:ext cx="238680" cy="450360"/>
              </p14:xfrm>
            </p:contentPart>
          </mc:Choice>
          <mc:Fallback xmlns="">
            <p:pic>
              <p:nvPicPr>
                <p:cNvPr id="200" name="Encre 199">
                  <a:extLst>
                    <a:ext uri="{FF2B5EF4-FFF2-40B4-BE49-F238E27FC236}">
                      <a16:creationId xmlns:a16="http://schemas.microsoft.com/office/drawing/2014/main" id="{9A81C191-B82E-4B86-13AD-D697671808E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30470" y="2395710"/>
                  <a:ext cx="2509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1" name="Encre 200">
                  <a:extLst>
                    <a:ext uri="{FF2B5EF4-FFF2-40B4-BE49-F238E27FC236}">
                      <a16:creationId xmlns:a16="http://schemas.microsoft.com/office/drawing/2014/main" id="{CD1A8520-9B36-B120-2276-61A169D275D4}"/>
                    </a:ext>
                  </a:extLst>
                </p14:cNvPr>
                <p14:cNvContentPartPr/>
                <p14:nvPr/>
              </p14:nvContentPartPr>
              <p14:xfrm>
                <a:off x="9678270" y="2515230"/>
                <a:ext cx="293760" cy="23400"/>
              </p14:xfrm>
            </p:contentPart>
          </mc:Choice>
          <mc:Fallback xmlns="">
            <p:pic>
              <p:nvPicPr>
                <p:cNvPr id="201" name="Encre 200">
                  <a:extLst>
                    <a:ext uri="{FF2B5EF4-FFF2-40B4-BE49-F238E27FC236}">
                      <a16:creationId xmlns:a16="http://schemas.microsoft.com/office/drawing/2014/main" id="{CD1A8520-9B36-B120-2276-61A169D275D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672150" y="2509014"/>
                  <a:ext cx="306000" cy="35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2" name="Encre 201">
                  <a:extLst>
                    <a:ext uri="{FF2B5EF4-FFF2-40B4-BE49-F238E27FC236}">
                      <a16:creationId xmlns:a16="http://schemas.microsoft.com/office/drawing/2014/main" id="{5B1065C6-AC5E-AB1C-233F-DF9E25052B32}"/>
                    </a:ext>
                  </a:extLst>
                </p14:cNvPr>
                <p14:cNvContentPartPr/>
                <p14:nvPr/>
              </p14:nvContentPartPr>
              <p14:xfrm>
                <a:off x="10191630" y="2374470"/>
                <a:ext cx="28800" cy="433080"/>
              </p14:xfrm>
            </p:contentPart>
          </mc:Choice>
          <mc:Fallback xmlns="">
            <p:pic>
              <p:nvPicPr>
                <p:cNvPr id="202" name="Encre 201">
                  <a:extLst>
                    <a:ext uri="{FF2B5EF4-FFF2-40B4-BE49-F238E27FC236}">
                      <a16:creationId xmlns:a16="http://schemas.microsoft.com/office/drawing/2014/main" id="{5B1065C6-AC5E-AB1C-233F-DF9E25052B3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185510" y="2368350"/>
                  <a:ext cx="410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3" name="Encre 202">
                  <a:extLst>
                    <a:ext uri="{FF2B5EF4-FFF2-40B4-BE49-F238E27FC236}">
                      <a16:creationId xmlns:a16="http://schemas.microsoft.com/office/drawing/2014/main" id="{03F6091F-942F-1350-097F-07AD3ECB2B04}"/>
                    </a:ext>
                  </a:extLst>
                </p14:cNvPr>
                <p14:cNvContentPartPr/>
                <p14:nvPr/>
              </p14:nvContentPartPr>
              <p14:xfrm>
                <a:off x="10336350" y="2492550"/>
                <a:ext cx="223200" cy="471960"/>
              </p14:xfrm>
            </p:contentPart>
          </mc:Choice>
          <mc:Fallback xmlns="">
            <p:pic>
              <p:nvPicPr>
                <p:cNvPr id="203" name="Encre 202">
                  <a:extLst>
                    <a:ext uri="{FF2B5EF4-FFF2-40B4-BE49-F238E27FC236}">
                      <a16:creationId xmlns:a16="http://schemas.microsoft.com/office/drawing/2014/main" id="{03F6091F-942F-1350-097F-07AD3ECB2B0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330240" y="2486430"/>
                  <a:ext cx="23542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4" name="Encre 203">
                  <a:extLst>
                    <a:ext uri="{FF2B5EF4-FFF2-40B4-BE49-F238E27FC236}">
                      <a16:creationId xmlns:a16="http://schemas.microsoft.com/office/drawing/2014/main" id="{34D135AA-FD48-2B1B-77BB-14B7321B6A02}"/>
                    </a:ext>
                  </a:extLst>
                </p14:cNvPr>
                <p14:cNvContentPartPr/>
                <p14:nvPr/>
              </p14:nvContentPartPr>
              <p14:xfrm>
                <a:off x="10458030" y="2328750"/>
                <a:ext cx="2160" cy="360"/>
              </p14:xfrm>
            </p:contentPart>
          </mc:Choice>
          <mc:Fallback xmlns="">
            <p:pic>
              <p:nvPicPr>
                <p:cNvPr id="204" name="Encre 203">
                  <a:extLst>
                    <a:ext uri="{FF2B5EF4-FFF2-40B4-BE49-F238E27FC236}">
                      <a16:creationId xmlns:a16="http://schemas.microsoft.com/office/drawing/2014/main" id="{34D135AA-FD48-2B1B-77BB-14B7321B6A0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52784" y="2322630"/>
                  <a:ext cx="12651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5" name="Encre 204">
                  <a:extLst>
                    <a:ext uri="{FF2B5EF4-FFF2-40B4-BE49-F238E27FC236}">
                      <a16:creationId xmlns:a16="http://schemas.microsoft.com/office/drawing/2014/main" id="{C426CF4B-BF54-676B-95B6-23D8EA0F0521}"/>
                    </a:ext>
                  </a:extLst>
                </p14:cNvPr>
                <p14:cNvContentPartPr/>
                <p14:nvPr/>
              </p14:nvContentPartPr>
              <p14:xfrm>
                <a:off x="10742790" y="2497230"/>
                <a:ext cx="340560" cy="189000"/>
              </p14:xfrm>
            </p:contentPart>
          </mc:Choice>
          <mc:Fallback xmlns="">
            <p:pic>
              <p:nvPicPr>
                <p:cNvPr id="205" name="Encre 204">
                  <a:extLst>
                    <a:ext uri="{FF2B5EF4-FFF2-40B4-BE49-F238E27FC236}">
                      <a16:creationId xmlns:a16="http://schemas.microsoft.com/office/drawing/2014/main" id="{C426CF4B-BF54-676B-95B6-23D8EA0F052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736664" y="2491110"/>
                  <a:ext cx="352813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6" name="Encre 205">
                  <a:extLst>
                    <a:ext uri="{FF2B5EF4-FFF2-40B4-BE49-F238E27FC236}">
                      <a16:creationId xmlns:a16="http://schemas.microsoft.com/office/drawing/2014/main" id="{B63691EF-C773-67F8-A7A0-9D0841E6D52C}"/>
                    </a:ext>
                  </a:extLst>
                </p14:cNvPr>
                <p14:cNvContentPartPr/>
                <p14:nvPr/>
              </p14:nvContentPartPr>
              <p14:xfrm>
                <a:off x="11169390" y="2310390"/>
                <a:ext cx="358920" cy="464040"/>
              </p14:xfrm>
            </p:contentPart>
          </mc:Choice>
          <mc:Fallback xmlns="">
            <p:pic>
              <p:nvPicPr>
                <p:cNvPr id="206" name="Encre 205">
                  <a:extLst>
                    <a:ext uri="{FF2B5EF4-FFF2-40B4-BE49-F238E27FC236}">
                      <a16:creationId xmlns:a16="http://schemas.microsoft.com/office/drawing/2014/main" id="{B63691EF-C773-67F8-A7A0-9D0841E6D52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163270" y="2304270"/>
                  <a:ext cx="37116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7" name="Encre 206">
                  <a:extLst>
                    <a:ext uri="{FF2B5EF4-FFF2-40B4-BE49-F238E27FC236}">
                      <a16:creationId xmlns:a16="http://schemas.microsoft.com/office/drawing/2014/main" id="{D36631E0-46F2-F498-77E9-9C097CA85D74}"/>
                    </a:ext>
                  </a:extLst>
                </p14:cNvPr>
                <p14:cNvContentPartPr/>
                <p14:nvPr/>
              </p14:nvContentPartPr>
              <p14:xfrm>
                <a:off x="10683030" y="2757150"/>
                <a:ext cx="21600" cy="95400"/>
              </p14:xfrm>
            </p:contentPart>
          </mc:Choice>
          <mc:Fallback xmlns="">
            <p:pic>
              <p:nvPicPr>
                <p:cNvPr id="207" name="Encre 206">
                  <a:extLst>
                    <a:ext uri="{FF2B5EF4-FFF2-40B4-BE49-F238E27FC236}">
                      <a16:creationId xmlns:a16="http://schemas.microsoft.com/office/drawing/2014/main" id="{D36631E0-46F2-F498-77E9-9C097CA85D7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677010" y="2751030"/>
                  <a:ext cx="33639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10" name="Encre 209">
                <a:extLst>
                  <a:ext uri="{FF2B5EF4-FFF2-40B4-BE49-F238E27FC236}">
                    <a16:creationId xmlns:a16="http://schemas.microsoft.com/office/drawing/2014/main" id="{0E067BF8-2C45-2376-190C-F8CE0E9840F5}"/>
                  </a:ext>
                </a:extLst>
              </p14:cNvPr>
              <p14:cNvContentPartPr/>
              <p14:nvPr/>
            </p14:nvContentPartPr>
            <p14:xfrm>
              <a:off x="11532270" y="2232990"/>
              <a:ext cx="382320" cy="1305360"/>
            </p14:xfrm>
          </p:contentPart>
        </mc:Choice>
        <mc:Fallback xmlns="">
          <p:pic>
            <p:nvPicPr>
              <p:cNvPr id="210" name="Encre 209">
                <a:extLst>
                  <a:ext uri="{FF2B5EF4-FFF2-40B4-BE49-F238E27FC236}">
                    <a16:creationId xmlns:a16="http://schemas.microsoft.com/office/drawing/2014/main" id="{0E067BF8-2C45-2376-190C-F8CE0E9840F5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1526150" y="2226870"/>
                <a:ext cx="394560" cy="13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11" name="Encre 210">
                <a:extLst>
                  <a:ext uri="{FF2B5EF4-FFF2-40B4-BE49-F238E27FC236}">
                    <a16:creationId xmlns:a16="http://schemas.microsoft.com/office/drawing/2014/main" id="{A9396FFD-E48A-5E02-E7C2-20C674098D23}"/>
                  </a:ext>
                </a:extLst>
              </p14:cNvPr>
              <p14:cNvContentPartPr/>
              <p14:nvPr/>
            </p14:nvContentPartPr>
            <p14:xfrm>
              <a:off x="857550" y="3328470"/>
              <a:ext cx="315360" cy="26280"/>
            </p14:xfrm>
          </p:contentPart>
        </mc:Choice>
        <mc:Fallback xmlns="">
          <p:pic>
            <p:nvPicPr>
              <p:cNvPr id="211" name="Encre 210">
                <a:extLst>
                  <a:ext uri="{FF2B5EF4-FFF2-40B4-BE49-F238E27FC236}">
                    <a16:creationId xmlns:a16="http://schemas.microsoft.com/office/drawing/2014/main" id="{A9396FFD-E48A-5E02-E7C2-20C674098D2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851430" y="3322433"/>
                <a:ext cx="327600" cy="38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12" name="Encre 211">
                <a:extLst>
                  <a:ext uri="{FF2B5EF4-FFF2-40B4-BE49-F238E27FC236}">
                    <a16:creationId xmlns:a16="http://schemas.microsoft.com/office/drawing/2014/main" id="{1EBB821B-0C19-52F2-C919-A692F91B1317}"/>
                  </a:ext>
                </a:extLst>
              </p14:cNvPr>
              <p14:cNvContentPartPr/>
              <p14:nvPr/>
            </p14:nvContentPartPr>
            <p14:xfrm>
              <a:off x="871230" y="3577950"/>
              <a:ext cx="308880" cy="23040"/>
            </p14:xfrm>
          </p:contentPart>
        </mc:Choice>
        <mc:Fallback xmlns="">
          <p:pic>
            <p:nvPicPr>
              <p:cNvPr id="212" name="Encre 211">
                <a:extLst>
                  <a:ext uri="{FF2B5EF4-FFF2-40B4-BE49-F238E27FC236}">
                    <a16:creationId xmlns:a16="http://schemas.microsoft.com/office/drawing/2014/main" id="{1EBB821B-0C19-52F2-C919-A692F91B1317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865110" y="3571830"/>
                <a:ext cx="3211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7" name="Encre 216">
                <a:extLst>
                  <a:ext uri="{FF2B5EF4-FFF2-40B4-BE49-F238E27FC236}">
                    <a16:creationId xmlns:a16="http://schemas.microsoft.com/office/drawing/2014/main" id="{BF9B4277-4131-333F-4264-11A00230B2D9}"/>
                  </a:ext>
                </a:extLst>
              </p14:cNvPr>
              <p14:cNvContentPartPr/>
              <p14:nvPr/>
            </p14:nvContentPartPr>
            <p14:xfrm>
              <a:off x="1481790" y="3028230"/>
              <a:ext cx="3320640" cy="473400"/>
            </p14:xfrm>
          </p:contentPart>
        </mc:Choice>
        <mc:Fallback xmlns="">
          <p:pic>
            <p:nvPicPr>
              <p:cNvPr id="217" name="Encre 216">
                <a:extLst>
                  <a:ext uri="{FF2B5EF4-FFF2-40B4-BE49-F238E27FC236}">
                    <a16:creationId xmlns:a16="http://schemas.microsoft.com/office/drawing/2014/main" id="{BF9B4277-4131-333F-4264-11A00230B2D9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475671" y="3022110"/>
                <a:ext cx="3332879" cy="48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e 221">
            <a:extLst>
              <a:ext uri="{FF2B5EF4-FFF2-40B4-BE49-F238E27FC236}">
                <a16:creationId xmlns:a16="http://schemas.microsoft.com/office/drawing/2014/main" id="{6235873A-1C96-31A7-9FE4-2053B4152696}"/>
              </a:ext>
            </a:extLst>
          </p:cNvPr>
          <p:cNvGrpSpPr/>
          <p:nvPr/>
        </p:nvGrpSpPr>
        <p:grpSpPr>
          <a:xfrm>
            <a:off x="3342630" y="3230910"/>
            <a:ext cx="477360" cy="501840"/>
            <a:chOff x="3342630" y="3230910"/>
            <a:chExt cx="47736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20" name="Encre 219">
                  <a:extLst>
                    <a:ext uri="{FF2B5EF4-FFF2-40B4-BE49-F238E27FC236}">
                      <a16:creationId xmlns:a16="http://schemas.microsoft.com/office/drawing/2014/main" id="{5ECFF4B4-8DE0-EC62-3BEC-5CB2B34E955D}"/>
                    </a:ext>
                  </a:extLst>
                </p14:cNvPr>
                <p14:cNvContentPartPr/>
                <p14:nvPr/>
              </p14:nvContentPartPr>
              <p14:xfrm>
                <a:off x="3556110" y="3230910"/>
                <a:ext cx="263880" cy="464040"/>
              </p14:xfrm>
            </p:contentPart>
          </mc:Choice>
          <mc:Fallback xmlns="">
            <p:pic>
              <p:nvPicPr>
                <p:cNvPr id="220" name="Encre 219">
                  <a:extLst>
                    <a:ext uri="{FF2B5EF4-FFF2-40B4-BE49-F238E27FC236}">
                      <a16:creationId xmlns:a16="http://schemas.microsoft.com/office/drawing/2014/main" id="{5ECFF4B4-8DE0-EC62-3BEC-5CB2B34E955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549990" y="3224785"/>
                  <a:ext cx="276120" cy="476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21" name="Encre 220">
                  <a:extLst>
                    <a:ext uri="{FF2B5EF4-FFF2-40B4-BE49-F238E27FC236}">
                      <a16:creationId xmlns:a16="http://schemas.microsoft.com/office/drawing/2014/main" id="{905EDEFE-E7DD-4A9C-DA01-EDFEBDE54F02}"/>
                    </a:ext>
                  </a:extLst>
                </p14:cNvPr>
                <p14:cNvContentPartPr/>
                <p14:nvPr/>
              </p14:nvContentPartPr>
              <p14:xfrm>
                <a:off x="3342630" y="3569310"/>
                <a:ext cx="282960" cy="163440"/>
              </p14:xfrm>
            </p:contentPart>
          </mc:Choice>
          <mc:Fallback xmlns="">
            <p:pic>
              <p:nvPicPr>
                <p:cNvPr id="221" name="Encre 220">
                  <a:extLst>
                    <a:ext uri="{FF2B5EF4-FFF2-40B4-BE49-F238E27FC236}">
                      <a16:creationId xmlns:a16="http://schemas.microsoft.com/office/drawing/2014/main" id="{905EDEFE-E7DD-4A9C-DA01-EDFEBDE54F0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336510" y="3563176"/>
                  <a:ext cx="295200" cy="17570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23" name="Encre 222">
                <a:extLst>
                  <a:ext uri="{FF2B5EF4-FFF2-40B4-BE49-F238E27FC236}">
                    <a16:creationId xmlns:a16="http://schemas.microsoft.com/office/drawing/2014/main" id="{AB79A281-0B4B-C082-6500-97486935E75E}"/>
                  </a:ext>
                </a:extLst>
              </p14:cNvPr>
              <p14:cNvContentPartPr/>
              <p14:nvPr/>
            </p14:nvContentPartPr>
            <p14:xfrm>
              <a:off x="4863990" y="3659670"/>
              <a:ext cx="262440" cy="63360"/>
            </p14:xfrm>
          </p:contentPart>
        </mc:Choice>
        <mc:Fallback xmlns="">
          <p:pic>
            <p:nvPicPr>
              <p:cNvPr id="223" name="Encre 222">
                <a:extLst>
                  <a:ext uri="{FF2B5EF4-FFF2-40B4-BE49-F238E27FC236}">
                    <a16:creationId xmlns:a16="http://schemas.microsoft.com/office/drawing/2014/main" id="{AB79A281-0B4B-C082-6500-97486935E75E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4857878" y="3653585"/>
                <a:ext cx="274663" cy="75531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e 232">
            <a:extLst>
              <a:ext uri="{FF2B5EF4-FFF2-40B4-BE49-F238E27FC236}">
                <a16:creationId xmlns:a16="http://schemas.microsoft.com/office/drawing/2014/main" id="{4EA11DCE-B35C-05D5-FB7B-6811A10428D7}"/>
              </a:ext>
            </a:extLst>
          </p:cNvPr>
          <p:cNvGrpSpPr/>
          <p:nvPr/>
        </p:nvGrpSpPr>
        <p:grpSpPr>
          <a:xfrm>
            <a:off x="5382750" y="3327030"/>
            <a:ext cx="1885680" cy="664200"/>
            <a:chOff x="5382750" y="3327030"/>
            <a:chExt cx="1885680" cy="66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24" name="Encre 223">
                  <a:extLst>
                    <a:ext uri="{FF2B5EF4-FFF2-40B4-BE49-F238E27FC236}">
                      <a16:creationId xmlns:a16="http://schemas.microsoft.com/office/drawing/2014/main" id="{7CE2418E-30C1-0A59-F47B-AA80667B1E47}"/>
                    </a:ext>
                  </a:extLst>
                </p14:cNvPr>
                <p14:cNvContentPartPr/>
                <p14:nvPr/>
              </p14:nvContentPartPr>
              <p14:xfrm>
                <a:off x="5400750" y="3363390"/>
                <a:ext cx="287640" cy="459360"/>
              </p14:xfrm>
            </p:contentPart>
          </mc:Choice>
          <mc:Fallback xmlns="">
            <p:pic>
              <p:nvPicPr>
                <p:cNvPr id="224" name="Encre 223">
                  <a:extLst>
                    <a:ext uri="{FF2B5EF4-FFF2-40B4-BE49-F238E27FC236}">
                      <a16:creationId xmlns:a16="http://schemas.microsoft.com/office/drawing/2014/main" id="{7CE2418E-30C1-0A59-F47B-AA80667B1E4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394638" y="3357270"/>
                  <a:ext cx="299865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25" name="Encre 224">
                  <a:extLst>
                    <a:ext uri="{FF2B5EF4-FFF2-40B4-BE49-F238E27FC236}">
                      <a16:creationId xmlns:a16="http://schemas.microsoft.com/office/drawing/2014/main" id="{BAF5C688-4A31-7BEB-8A89-0DE4DD9720E7}"/>
                    </a:ext>
                  </a:extLst>
                </p14:cNvPr>
                <p14:cNvContentPartPr/>
                <p14:nvPr/>
              </p14:nvContentPartPr>
              <p14:xfrm>
                <a:off x="5382750" y="3495510"/>
                <a:ext cx="252720" cy="100800"/>
              </p14:xfrm>
            </p:contentPart>
          </mc:Choice>
          <mc:Fallback xmlns="">
            <p:pic>
              <p:nvPicPr>
                <p:cNvPr id="225" name="Encre 224">
                  <a:extLst>
                    <a:ext uri="{FF2B5EF4-FFF2-40B4-BE49-F238E27FC236}">
                      <a16:creationId xmlns:a16="http://schemas.microsoft.com/office/drawing/2014/main" id="{BAF5C688-4A31-7BEB-8A89-0DE4DD9720E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376630" y="3489390"/>
                  <a:ext cx="2649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27" name="Encre 226">
                  <a:extLst>
                    <a:ext uri="{FF2B5EF4-FFF2-40B4-BE49-F238E27FC236}">
                      <a16:creationId xmlns:a16="http://schemas.microsoft.com/office/drawing/2014/main" id="{EB5F71EB-5069-C4D5-0613-E30CD803E71E}"/>
                    </a:ext>
                  </a:extLst>
                </p14:cNvPr>
                <p14:cNvContentPartPr/>
                <p14:nvPr/>
              </p14:nvContentPartPr>
              <p14:xfrm>
                <a:off x="5898630" y="3345390"/>
                <a:ext cx="67320" cy="451080"/>
              </p14:xfrm>
            </p:contentPart>
          </mc:Choice>
          <mc:Fallback xmlns="">
            <p:pic>
              <p:nvPicPr>
                <p:cNvPr id="227" name="Encre 226">
                  <a:extLst>
                    <a:ext uri="{FF2B5EF4-FFF2-40B4-BE49-F238E27FC236}">
                      <a16:creationId xmlns:a16="http://schemas.microsoft.com/office/drawing/2014/main" id="{EB5F71EB-5069-C4D5-0613-E30CD803E71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892477" y="3339270"/>
                  <a:ext cx="79626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8" name="Encre 227">
                  <a:extLst>
                    <a:ext uri="{FF2B5EF4-FFF2-40B4-BE49-F238E27FC236}">
                      <a16:creationId xmlns:a16="http://schemas.microsoft.com/office/drawing/2014/main" id="{ECE4A032-B472-8A40-01D3-D87AF400ECE0}"/>
                    </a:ext>
                  </a:extLst>
                </p14:cNvPr>
                <p14:cNvContentPartPr/>
                <p14:nvPr/>
              </p14:nvContentPartPr>
              <p14:xfrm>
                <a:off x="6089070" y="3545910"/>
                <a:ext cx="385200" cy="235080"/>
              </p14:xfrm>
            </p:contentPart>
          </mc:Choice>
          <mc:Fallback xmlns="">
            <p:pic>
              <p:nvPicPr>
                <p:cNvPr id="228" name="Encre 227">
                  <a:extLst>
                    <a:ext uri="{FF2B5EF4-FFF2-40B4-BE49-F238E27FC236}">
                      <a16:creationId xmlns:a16="http://schemas.microsoft.com/office/drawing/2014/main" id="{ECE4A032-B472-8A40-01D3-D87AF400ECE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082956" y="3539790"/>
                  <a:ext cx="397429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9" name="Encre 228">
                  <a:extLst>
                    <a:ext uri="{FF2B5EF4-FFF2-40B4-BE49-F238E27FC236}">
                      <a16:creationId xmlns:a16="http://schemas.microsoft.com/office/drawing/2014/main" id="{77A225A0-F618-92EE-13AA-DC7E25BC9741}"/>
                    </a:ext>
                  </a:extLst>
                </p14:cNvPr>
                <p14:cNvContentPartPr/>
                <p14:nvPr/>
              </p14:nvContentPartPr>
              <p14:xfrm>
                <a:off x="6626190" y="3645990"/>
                <a:ext cx="157680" cy="41400"/>
              </p14:xfrm>
            </p:contentPart>
          </mc:Choice>
          <mc:Fallback xmlns="">
            <p:pic>
              <p:nvPicPr>
                <p:cNvPr id="229" name="Encre 228">
                  <a:extLst>
                    <a:ext uri="{FF2B5EF4-FFF2-40B4-BE49-F238E27FC236}">
                      <a16:creationId xmlns:a16="http://schemas.microsoft.com/office/drawing/2014/main" id="{77A225A0-F618-92EE-13AA-DC7E25BC974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620070" y="3639870"/>
                  <a:ext cx="169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30" name="Encre 229">
                  <a:extLst>
                    <a:ext uri="{FF2B5EF4-FFF2-40B4-BE49-F238E27FC236}">
                      <a16:creationId xmlns:a16="http://schemas.microsoft.com/office/drawing/2014/main" id="{1A21EC28-0ED1-ABB6-7FA6-D41F6BB69F00}"/>
                    </a:ext>
                  </a:extLst>
                </p14:cNvPr>
                <p14:cNvContentPartPr/>
                <p14:nvPr/>
              </p14:nvContentPartPr>
              <p14:xfrm>
                <a:off x="6680910" y="3545910"/>
                <a:ext cx="37800" cy="188640"/>
              </p14:xfrm>
            </p:contentPart>
          </mc:Choice>
          <mc:Fallback xmlns="">
            <p:pic>
              <p:nvPicPr>
                <p:cNvPr id="230" name="Encre 229">
                  <a:extLst>
                    <a:ext uri="{FF2B5EF4-FFF2-40B4-BE49-F238E27FC236}">
                      <a16:creationId xmlns:a16="http://schemas.microsoft.com/office/drawing/2014/main" id="{1A21EC28-0ED1-ABB6-7FA6-D41F6BB69F0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674790" y="3539790"/>
                  <a:ext cx="50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31" name="Encre 230">
                  <a:extLst>
                    <a:ext uri="{FF2B5EF4-FFF2-40B4-BE49-F238E27FC236}">
                      <a16:creationId xmlns:a16="http://schemas.microsoft.com/office/drawing/2014/main" id="{DE7FD8C0-F6D2-9173-4C23-E89E91C597E3}"/>
                    </a:ext>
                  </a:extLst>
                </p14:cNvPr>
                <p14:cNvContentPartPr/>
                <p14:nvPr/>
              </p14:nvContentPartPr>
              <p14:xfrm>
                <a:off x="6966750" y="3486510"/>
                <a:ext cx="31320" cy="304200"/>
              </p14:xfrm>
            </p:contentPart>
          </mc:Choice>
          <mc:Fallback xmlns="">
            <p:pic>
              <p:nvPicPr>
                <p:cNvPr id="231" name="Encre 230">
                  <a:extLst>
                    <a:ext uri="{FF2B5EF4-FFF2-40B4-BE49-F238E27FC236}">
                      <a16:creationId xmlns:a16="http://schemas.microsoft.com/office/drawing/2014/main" id="{DE7FD8C0-F6D2-9173-4C23-E89E91C597E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960630" y="3480390"/>
                  <a:ext cx="43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32" name="Encre 231">
                  <a:extLst>
                    <a:ext uri="{FF2B5EF4-FFF2-40B4-BE49-F238E27FC236}">
                      <a16:creationId xmlns:a16="http://schemas.microsoft.com/office/drawing/2014/main" id="{E172DFA4-4276-D7CD-FAF4-9DA38BB10EFA}"/>
                    </a:ext>
                  </a:extLst>
                </p14:cNvPr>
                <p14:cNvContentPartPr/>
                <p14:nvPr/>
              </p14:nvContentPartPr>
              <p14:xfrm>
                <a:off x="7075830" y="3327030"/>
                <a:ext cx="192600" cy="664200"/>
              </p14:xfrm>
            </p:contentPart>
          </mc:Choice>
          <mc:Fallback xmlns="">
            <p:pic>
              <p:nvPicPr>
                <p:cNvPr id="232" name="Encre 231">
                  <a:extLst>
                    <a:ext uri="{FF2B5EF4-FFF2-40B4-BE49-F238E27FC236}">
                      <a16:creationId xmlns:a16="http://schemas.microsoft.com/office/drawing/2014/main" id="{E172DFA4-4276-D7CD-FAF4-9DA38BB10EF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069721" y="3320907"/>
                  <a:ext cx="204817" cy="6764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e 242">
            <a:extLst>
              <a:ext uri="{FF2B5EF4-FFF2-40B4-BE49-F238E27FC236}">
                <a16:creationId xmlns:a16="http://schemas.microsoft.com/office/drawing/2014/main" id="{6F53C7E6-BD46-6269-D5D5-8F5C2ABF0306}"/>
              </a:ext>
            </a:extLst>
          </p:cNvPr>
          <p:cNvGrpSpPr/>
          <p:nvPr/>
        </p:nvGrpSpPr>
        <p:grpSpPr>
          <a:xfrm>
            <a:off x="7383630" y="3244950"/>
            <a:ext cx="2407680" cy="670680"/>
            <a:chOff x="7383630" y="3244950"/>
            <a:chExt cx="2407680" cy="67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34" name="Encre 233">
                  <a:extLst>
                    <a:ext uri="{FF2B5EF4-FFF2-40B4-BE49-F238E27FC236}">
                      <a16:creationId xmlns:a16="http://schemas.microsoft.com/office/drawing/2014/main" id="{83859654-B800-AC04-59E0-576AA6C0426C}"/>
                    </a:ext>
                  </a:extLst>
                </p14:cNvPr>
                <p14:cNvContentPartPr/>
                <p14:nvPr/>
              </p14:nvContentPartPr>
              <p14:xfrm>
                <a:off x="7383630" y="3332430"/>
                <a:ext cx="365760" cy="34920"/>
              </p14:xfrm>
            </p:contentPart>
          </mc:Choice>
          <mc:Fallback xmlns="">
            <p:pic>
              <p:nvPicPr>
                <p:cNvPr id="234" name="Encre 233">
                  <a:extLst>
                    <a:ext uri="{FF2B5EF4-FFF2-40B4-BE49-F238E27FC236}">
                      <a16:creationId xmlns:a16="http://schemas.microsoft.com/office/drawing/2014/main" id="{83859654-B800-AC04-59E0-576AA6C0426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377510" y="3326310"/>
                  <a:ext cx="378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35" name="Encre 234">
                  <a:extLst>
                    <a:ext uri="{FF2B5EF4-FFF2-40B4-BE49-F238E27FC236}">
                      <a16:creationId xmlns:a16="http://schemas.microsoft.com/office/drawing/2014/main" id="{A965EA05-B306-7CC5-6453-C539AA7E3D0C}"/>
                    </a:ext>
                  </a:extLst>
                </p14:cNvPr>
                <p14:cNvContentPartPr/>
                <p14:nvPr/>
              </p14:nvContentPartPr>
              <p14:xfrm>
                <a:off x="7473630" y="3354390"/>
                <a:ext cx="186120" cy="361800"/>
              </p14:xfrm>
            </p:contentPart>
          </mc:Choice>
          <mc:Fallback xmlns="">
            <p:pic>
              <p:nvPicPr>
                <p:cNvPr id="235" name="Encre 234">
                  <a:extLst>
                    <a:ext uri="{FF2B5EF4-FFF2-40B4-BE49-F238E27FC236}">
                      <a16:creationId xmlns:a16="http://schemas.microsoft.com/office/drawing/2014/main" id="{A965EA05-B306-7CC5-6453-C539AA7E3D0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467522" y="3348270"/>
                  <a:ext cx="198336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36" name="Encre 235">
                  <a:extLst>
                    <a:ext uri="{FF2B5EF4-FFF2-40B4-BE49-F238E27FC236}">
                      <a16:creationId xmlns:a16="http://schemas.microsoft.com/office/drawing/2014/main" id="{0BA936CA-CA19-74FB-1B22-A3569E677C4F}"/>
                    </a:ext>
                  </a:extLst>
                </p14:cNvPr>
                <p14:cNvContentPartPr/>
                <p14:nvPr/>
              </p14:nvContentPartPr>
              <p14:xfrm>
                <a:off x="7869990" y="3558510"/>
                <a:ext cx="244080" cy="357120"/>
              </p14:xfrm>
            </p:contentPart>
          </mc:Choice>
          <mc:Fallback xmlns="">
            <p:pic>
              <p:nvPicPr>
                <p:cNvPr id="236" name="Encre 235">
                  <a:extLst>
                    <a:ext uri="{FF2B5EF4-FFF2-40B4-BE49-F238E27FC236}">
                      <a16:creationId xmlns:a16="http://schemas.microsoft.com/office/drawing/2014/main" id="{0BA936CA-CA19-74FB-1B22-A3569E677C4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863879" y="3552390"/>
                  <a:ext cx="256302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37" name="Encre 236">
                  <a:extLst>
                    <a:ext uri="{FF2B5EF4-FFF2-40B4-BE49-F238E27FC236}">
                      <a16:creationId xmlns:a16="http://schemas.microsoft.com/office/drawing/2014/main" id="{F57CC259-8867-DA26-D780-31D8CDAB9560}"/>
                    </a:ext>
                  </a:extLst>
                </p14:cNvPr>
                <p14:cNvContentPartPr/>
                <p14:nvPr/>
              </p14:nvContentPartPr>
              <p14:xfrm>
                <a:off x="8250510" y="3299310"/>
                <a:ext cx="15120" cy="443160"/>
              </p14:xfrm>
            </p:contentPart>
          </mc:Choice>
          <mc:Fallback xmlns="">
            <p:pic>
              <p:nvPicPr>
                <p:cNvPr id="237" name="Encre 236">
                  <a:extLst>
                    <a:ext uri="{FF2B5EF4-FFF2-40B4-BE49-F238E27FC236}">
                      <a16:creationId xmlns:a16="http://schemas.microsoft.com/office/drawing/2014/main" id="{F57CC259-8867-DA26-D780-31D8CDAB956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244390" y="3293185"/>
                  <a:ext cx="27360" cy="4554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8" name="Encre 237">
                  <a:extLst>
                    <a:ext uri="{FF2B5EF4-FFF2-40B4-BE49-F238E27FC236}">
                      <a16:creationId xmlns:a16="http://schemas.microsoft.com/office/drawing/2014/main" id="{A432DF36-C992-AC2B-E06D-BC416887A070}"/>
                    </a:ext>
                  </a:extLst>
                </p14:cNvPr>
                <p14:cNvContentPartPr/>
                <p14:nvPr/>
              </p14:nvContentPartPr>
              <p14:xfrm>
                <a:off x="8396670" y="3441150"/>
                <a:ext cx="226440" cy="442800"/>
              </p14:xfrm>
            </p:contentPart>
          </mc:Choice>
          <mc:Fallback xmlns="">
            <p:pic>
              <p:nvPicPr>
                <p:cNvPr id="238" name="Encre 237">
                  <a:extLst>
                    <a:ext uri="{FF2B5EF4-FFF2-40B4-BE49-F238E27FC236}">
                      <a16:creationId xmlns:a16="http://schemas.microsoft.com/office/drawing/2014/main" id="{A432DF36-C992-AC2B-E06D-BC416887A07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390550" y="3435030"/>
                  <a:ext cx="2386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9" name="Encre 238">
                  <a:extLst>
                    <a:ext uri="{FF2B5EF4-FFF2-40B4-BE49-F238E27FC236}">
                      <a16:creationId xmlns:a16="http://schemas.microsoft.com/office/drawing/2014/main" id="{37E5BF2E-425E-5CA3-F7EC-3A125D3C1933}"/>
                    </a:ext>
                  </a:extLst>
                </p14:cNvPr>
                <p14:cNvContentPartPr/>
                <p14:nvPr/>
              </p14:nvContentPartPr>
              <p14:xfrm>
                <a:off x="8507550" y="3253950"/>
                <a:ext cx="8640" cy="14040"/>
              </p14:xfrm>
            </p:contentPart>
          </mc:Choice>
          <mc:Fallback xmlns="">
            <p:pic>
              <p:nvPicPr>
                <p:cNvPr id="239" name="Encre 238">
                  <a:extLst>
                    <a:ext uri="{FF2B5EF4-FFF2-40B4-BE49-F238E27FC236}">
                      <a16:creationId xmlns:a16="http://schemas.microsoft.com/office/drawing/2014/main" id="{37E5BF2E-425E-5CA3-F7EC-3A125D3C193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501430" y="3247983"/>
                  <a:ext cx="20880" cy="25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40" name="Encre 239">
                  <a:extLst>
                    <a:ext uri="{FF2B5EF4-FFF2-40B4-BE49-F238E27FC236}">
                      <a16:creationId xmlns:a16="http://schemas.microsoft.com/office/drawing/2014/main" id="{5658FB94-C22F-661A-B428-FB66464DC968}"/>
                    </a:ext>
                  </a:extLst>
                </p14:cNvPr>
                <p14:cNvContentPartPr/>
                <p14:nvPr/>
              </p14:nvContentPartPr>
              <p14:xfrm>
                <a:off x="8768910" y="3481830"/>
                <a:ext cx="74160" cy="172800"/>
              </p14:xfrm>
            </p:contentPart>
          </mc:Choice>
          <mc:Fallback xmlns="">
            <p:pic>
              <p:nvPicPr>
                <p:cNvPr id="240" name="Encre 239">
                  <a:extLst>
                    <a:ext uri="{FF2B5EF4-FFF2-40B4-BE49-F238E27FC236}">
                      <a16:creationId xmlns:a16="http://schemas.microsoft.com/office/drawing/2014/main" id="{5658FB94-C22F-661A-B428-FB66464DC96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762790" y="3475710"/>
                  <a:ext cx="8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41" name="Encre 240">
                  <a:extLst>
                    <a:ext uri="{FF2B5EF4-FFF2-40B4-BE49-F238E27FC236}">
                      <a16:creationId xmlns:a16="http://schemas.microsoft.com/office/drawing/2014/main" id="{DFD13152-0F0D-E999-94E1-06B2A63BE7C1}"/>
                    </a:ext>
                  </a:extLst>
                </p14:cNvPr>
                <p14:cNvContentPartPr/>
                <p14:nvPr/>
              </p14:nvContentPartPr>
              <p14:xfrm>
                <a:off x="8998590" y="3331350"/>
                <a:ext cx="358920" cy="320760"/>
              </p14:xfrm>
            </p:contentPart>
          </mc:Choice>
          <mc:Fallback xmlns="">
            <p:pic>
              <p:nvPicPr>
                <p:cNvPr id="241" name="Encre 240">
                  <a:extLst>
                    <a:ext uri="{FF2B5EF4-FFF2-40B4-BE49-F238E27FC236}">
                      <a16:creationId xmlns:a16="http://schemas.microsoft.com/office/drawing/2014/main" id="{DFD13152-0F0D-E999-94E1-06B2A63BE7C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992470" y="3325223"/>
                  <a:ext cx="371160" cy="3330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42" name="Encre 241">
                  <a:extLst>
                    <a:ext uri="{FF2B5EF4-FFF2-40B4-BE49-F238E27FC236}">
                      <a16:creationId xmlns:a16="http://schemas.microsoft.com/office/drawing/2014/main" id="{2C268872-92E5-7642-23FD-5D60D4C5D286}"/>
                    </a:ext>
                  </a:extLst>
                </p14:cNvPr>
                <p14:cNvContentPartPr/>
                <p14:nvPr/>
              </p14:nvContentPartPr>
              <p14:xfrm>
                <a:off x="9506550" y="3244950"/>
                <a:ext cx="284760" cy="492120"/>
              </p14:xfrm>
            </p:contentPart>
          </mc:Choice>
          <mc:Fallback xmlns="">
            <p:pic>
              <p:nvPicPr>
                <p:cNvPr id="242" name="Encre 241">
                  <a:extLst>
                    <a:ext uri="{FF2B5EF4-FFF2-40B4-BE49-F238E27FC236}">
                      <a16:creationId xmlns:a16="http://schemas.microsoft.com/office/drawing/2014/main" id="{2C268872-92E5-7642-23FD-5D60D4C5D28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500422" y="3238830"/>
                  <a:ext cx="297015" cy="50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44" name="Encre 243">
                <a:extLst>
                  <a:ext uri="{FF2B5EF4-FFF2-40B4-BE49-F238E27FC236}">
                    <a16:creationId xmlns:a16="http://schemas.microsoft.com/office/drawing/2014/main" id="{0275E7B7-2470-F916-D9BA-F177B1934816}"/>
                  </a:ext>
                </a:extLst>
              </p14:cNvPr>
              <p14:cNvContentPartPr/>
              <p14:nvPr/>
            </p14:nvContentPartPr>
            <p14:xfrm>
              <a:off x="7456710" y="3855510"/>
              <a:ext cx="2333520" cy="235800"/>
            </p14:xfrm>
          </p:contentPart>
        </mc:Choice>
        <mc:Fallback xmlns="">
          <p:pic>
            <p:nvPicPr>
              <p:cNvPr id="244" name="Encre 243">
                <a:extLst>
                  <a:ext uri="{FF2B5EF4-FFF2-40B4-BE49-F238E27FC236}">
                    <a16:creationId xmlns:a16="http://schemas.microsoft.com/office/drawing/2014/main" id="{0275E7B7-2470-F916-D9BA-F177B1934816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450590" y="3849390"/>
                <a:ext cx="234576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e 254">
            <a:extLst>
              <a:ext uri="{FF2B5EF4-FFF2-40B4-BE49-F238E27FC236}">
                <a16:creationId xmlns:a16="http://schemas.microsoft.com/office/drawing/2014/main" id="{20D776B7-3C38-9B47-32D5-C1CD8EFAF045}"/>
              </a:ext>
            </a:extLst>
          </p:cNvPr>
          <p:cNvGrpSpPr/>
          <p:nvPr/>
        </p:nvGrpSpPr>
        <p:grpSpPr>
          <a:xfrm>
            <a:off x="9321510" y="4092750"/>
            <a:ext cx="1454760" cy="619200"/>
            <a:chOff x="9321510" y="4092750"/>
            <a:chExt cx="145476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50" name="Encre 249">
                  <a:extLst>
                    <a:ext uri="{FF2B5EF4-FFF2-40B4-BE49-F238E27FC236}">
                      <a16:creationId xmlns:a16="http://schemas.microsoft.com/office/drawing/2014/main" id="{0AE909E8-8498-2577-26D0-7C1AE9163824}"/>
                    </a:ext>
                  </a:extLst>
                </p14:cNvPr>
                <p14:cNvContentPartPr/>
                <p14:nvPr/>
              </p14:nvContentPartPr>
              <p14:xfrm>
                <a:off x="9321510" y="4242870"/>
                <a:ext cx="218160" cy="469080"/>
              </p14:xfrm>
            </p:contentPart>
          </mc:Choice>
          <mc:Fallback xmlns="">
            <p:pic>
              <p:nvPicPr>
                <p:cNvPr id="250" name="Encre 249">
                  <a:extLst>
                    <a:ext uri="{FF2B5EF4-FFF2-40B4-BE49-F238E27FC236}">
                      <a16:creationId xmlns:a16="http://schemas.microsoft.com/office/drawing/2014/main" id="{0AE909E8-8498-2577-26D0-7C1AE916382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315390" y="4236750"/>
                  <a:ext cx="2304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51" name="Encre 250">
                  <a:extLst>
                    <a:ext uri="{FF2B5EF4-FFF2-40B4-BE49-F238E27FC236}">
                      <a16:creationId xmlns:a16="http://schemas.microsoft.com/office/drawing/2014/main" id="{77FA6176-17EE-B6BD-B7E0-850FBED68BD6}"/>
                    </a:ext>
                  </a:extLst>
                </p14:cNvPr>
                <p14:cNvContentPartPr/>
                <p14:nvPr/>
              </p14:nvContentPartPr>
              <p14:xfrm>
                <a:off x="9425910" y="4174470"/>
                <a:ext cx="8280" cy="3240"/>
              </p14:xfrm>
            </p:contentPart>
          </mc:Choice>
          <mc:Fallback xmlns="">
            <p:pic>
              <p:nvPicPr>
                <p:cNvPr id="251" name="Encre 250">
                  <a:extLst>
                    <a:ext uri="{FF2B5EF4-FFF2-40B4-BE49-F238E27FC236}">
                      <a16:creationId xmlns:a16="http://schemas.microsoft.com/office/drawing/2014/main" id="{77FA6176-17EE-B6BD-B7E0-850FBED68BD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420045" y="4168962"/>
                  <a:ext cx="20010" cy="14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52" name="Encre 251">
                  <a:extLst>
                    <a:ext uri="{FF2B5EF4-FFF2-40B4-BE49-F238E27FC236}">
                      <a16:creationId xmlns:a16="http://schemas.microsoft.com/office/drawing/2014/main" id="{AD43B91F-B27B-A264-7B3C-7AF6460CB179}"/>
                    </a:ext>
                  </a:extLst>
                </p14:cNvPr>
                <p14:cNvContentPartPr/>
                <p14:nvPr/>
              </p14:nvContentPartPr>
              <p14:xfrm>
                <a:off x="9704910" y="4297950"/>
                <a:ext cx="28440" cy="200880"/>
              </p14:xfrm>
            </p:contentPart>
          </mc:Choice>
          <mc:Fallback xmlns="">
            <p:pic>
              <p:nvPicPr>
                <p:cNvPr id="252" name="Encre 251">
                  <a:extLst>
                    <a:ext uri="{FF2B5EF4-FFF2-40B4-BE49-F238E27FC236}">
                      <a16:creationId xmlns:a16="http://schemas.microsoft.com/office/drawing/2014/main" id="{AD43B91F-B27B-A264-7B3C-7AF6460CB17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698790" y="4291830"/>
                  <a:ext cx="40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53" name="Encre 252">
                  <a:extLst>
                    <a:ext uri="{FF2B5EF4-FFF2-40B4-BE49-F238E27FC236}">
                      <a16:creationId xmlns:a16="http://schemas.microsoft.com/office/drawing/2014/main" id="{571F4223-A79B-10C6-8888-F5CA6FEF1F13}"/>
                    </a:ext>
                  </a:extLst>
                </p14:cNvPr>
                <p14:cNvContentPartPr/>
                <p14:nvPr/>
              </p14:nvContentPartPr>
              <p14:xfrm>
                <a:off x="9921270" y="4228470"/>
                <a:ext cx="434880" cy="188640"/>
              </p14:xfrm>
            </p:contentPart>
          </mc:Choice>
          <mc:Fallback xmlns="">
            <p:pic>
              <p:nvPicPr>
                <p:cNvPr id="253" name="Encre 252">
                  <a:extLst>
                    <a:ext uri="{FF2B5EF4-FFF2-40B4-BE49-F238E27FC236}">
                      <a16:creationId xmlns:a16="http://schemas.microsoft.com/office/drawing/2014/main" id="{571F4223-A79B-10C6-8888-F5CA6FEF1F1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915150" y="4222350"/>
                  <a:ext cx="447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54" name="Encre 253">
                  <a:extLst>
                    <a:ext uri="{FF2B5EF4-FFF2-40B4-BE49-F238E27FC236}">
                      <a16:creationId xmlns:a16="http://schemas.microsoft.com/office/drawing/2014/main" id="{0AF2551E-5812-E774-6F21-1E42844F6AEA}"/>
                    </a:ext>
                  </a:extLst>
                </p14:cNvPr>
                <p14:cNvContentPartPr/>
                <p14:nvPr/>
              </p14:nvContentPartPr>
              <p14:xfrm>
                <a:off x="10357590" y="4092750"/>
                <a:ext cx="418680" cy="481680"/>
              </p14:xfrm>
            </p:contentPart>
          </mc:Choice>
          <mc:Fallback xmlns="">
            <p:pic>
              <p:nvPicPr>
                <p:cNvPr id="254" name="Encre 253">
                  <a:extLst>
                    <a:ext uri="{FF2B5EF4-FFF2-40B4-BE49-F238E27FC236}">
                      <a16:creationId xmlns:a16="http://schemas.microsoft.com/office/drawing/2014/main" id="{0AF2551E-5812-E774-6F21-1E42844F6AE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351470" y="4086630"/>
                  <a:ext cx="430920" cy="4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e 257">
            <a:extLst>
              <a:ext uri="{FF2B5EF4-FFF2-40B4-BE49-F238E27FC236}">
                <a16:creationId xmlns:a16="http://schemas.microsoft.com/office/drawing/2014/main" id="{7EE14DE8-6C14-9F05-E0A7-C7835479BD08}"/>
              </a:ext>
            </a:extLst>
          </p:cNvPr>
          <p:cNvGrpSpPr/>
          <p:nvPr/>
        </p:nvGrpSpPr>
        <p:grpSpPr>
          <a:xfrm>
            <a:off x="7869990" y="4119750"/>
            <a:ext cx="1189080" cy="538560"/>
            <a:chOff x="7869990" y="4119750"/>
            <a:chExt cx="1189080" cy="53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5" name="Encre 244">
                  <a:extLst>
                    <a:ext uri="{FF2B5EF4-FFF2-40B4-BE49-F238E27FC236}">
                      <a16:creationId xmlns:a16="http://schemas.microsoft.com/office/drawing/2014/main" id="{B3B44C07-88AA-7320-F2F6-75AE88892947}"/>
                    </a:ext>
                  </a:extLst>
                </p14:cNvPr>
                <p14:cNvContentPartPr/>
                <p14:nvPr/>
              </p14:nvContentPartPr>
              <p14:xfrm>
                <a:off x="7869990" y="4193190"/>
                <a:ext cx="441720" cy="326160"/>
              </p14:xfrm>
            </p:contentPart>
          </mc:Choice>
          <mc:Fallback xmlns="">
            <p:pic>
              <p:nvPicPr>
                <p:cNvPr id="245" name="Encre 244">
                  <a:extLst>
                    <a:ext uri="{FF2B5EF4-FFF2-40B4-BE49-F238E27FC236}">
                      <a16:creationId xmlns:a16="http://schemas.microsoft.com/office/drawing/2014/main" id="{B3B44C07-88AA-7320-F2F6-75AE8889294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863870" y="4187077"/>
                  <a:ext cx="453960" cy="338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6" name="Encre 245">
                  <a:extLst>
                    <a:ext uri="{FF2B5EF4-FFF2-40B4-BE49-F238E27FC236}">
                      <a16:creationId xmlns:a16="http://schemas.microsoft.com/office/drawing/2014/main" id="{3284F3F6-61A4-9B8A-7C7D-BBBDF92C370C}"/>
                    </a:ext>
                  </a:extLst>
                </p14:cNvPr>
                <p14:cNvContentPartPr/>
                <p14:nvPr/>
              </p14:nvContentPartPr>
              <p14:xfrm>
                <a:off x="8535270" y="4119750"/>
                <a:ext cx="241200" cy="428400"/>
              </p14:xfrm>
            </p:contentPart>
          </mc:Choice>
          <mc:Fallback xmlns="">
            <p:pic>
              <p:nvPicPr>
                <p:cNvPr id="246" name="Encre 245">
                  <a:extLst>
                    <a:ext uri="{FF2B5EF4-FFF2-40B4-BE49-F238E27FC236}">
                      <a16:creationId xmlns:a16="http://schemas.microsoft.com/office/drawing/2014/main" id="{3284F3F6-61A4-9B8A-7C7D-BBBDF92C370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529141" y="4113630"/>
                  <a:ext cx="253458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7" name="Encre 246">
                  <a:extLst>
                    <a:ext uri="{FF2B5EF4-FFF2-40B4-BE49-F238E27FC236}">
                      <a16:creationId xmlns:a16="http://schemas.microsoft.com/office/drawing/2014/main" id="{E87C99E3-4547-5F3F-44A8-E23F96D85935}"/>
                    </a:ext>
                  </a:extLst>
                </p14:cNvPr>
                <p14:cNvContentPartPr/>
                <p14:nvPr/>
              </p14:nvContentPartPr>
              <p14:xfrm>
                <a:off x="8535270" y="4297950"/>
                <a:ext cx="327960" cy="18720"/>
              </p14:xfrm>
            </p:contentPart>
          </mc:Choice>
          <mc:Fallback xmlns="">
            <p:pic>
              <p:nvPicPr>
                <p:cNvPr id="247" name="Encre 246">
                  <a:extLst>
                    <a:ext uri="{FF2B5EF4-FFF2-40B4-BE49-F238E27FC236}">
                      <a16:creationId xmlns:a16="http://schemas.microsoft.com/office/drawing/2014/main" id="{E87C99E3-4547-5F3F-44A8-E23F96D8593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529150" y="4291830"/>
                  <a:ext cx="340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9" name="Encre 248">
                  <a:extLst>
                    <a:ext uri="{FF2B5EF4-FFF2-40B4-BE49-F238E27FC236}">
                      <a16:creationId xmlns:a16="http://schemas.microsoft.com/office/drawing/2014/main" id="{8D105B2F-A41A-648F-AAB4-6C6EE1C55EFE}"/>
                    </a:ext>
                  </a:extLst>
                </p14:cNvPr>
                <p14:cNvContentPartPr/>
                <p14:nvPr/>
              </p14:nvContentPartPr>
              <p14:xfrm>
                <a:off x="9021630" y="4179150"/>
                <a:ext cx="20160" cy="233280"/>
              </p14:xfrm>
            </p:contentPart>
          </mc:Choice>
          <mc:Fallback xmlns="">
            <p:pic>
              <p:nvPicPr>
                <p:cNvPr id="249" name="Encre 248">
                  <a:extLst>
                    <a:ext uri="{FF2B5EF4-FFF2-40B4-BE49-F238E27FC236}">
                      <a16:creationId xmlns:a16="http://schemas.microsoft.com/office/drawing/2014/main" id="{8D105B2F-A41A-648F-AAB4-6C6EE1C55EF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015510" y="4173021"/>
                  <a:ext cx="32400" cy="2455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7" name="Encre 256">
                  <a:extLst>
                    <a:ext uri="{FF2B5EF4-FFF2-40B4-BE49-F238E27FC236}">
                      <a16:creationId xmlns:a16="http://schemas.microsoft.com/office/drawing/2014/main" id="{AE6E056A-0DBA-B6E9-E69F-47970D38605C}"/>
                    </a:ext>
                  </a:extLst>
                </p14:cNvPr>
                <p14:cNvContentPartPr/>
                <p14:nvPr/>
              </p14:nvContentPartPr>
              <p14:xfrm>
                <a:off x="9048630" y="4170150"/>
                <a:ext cx="10440" cy="488160"/>
              </p14:xfrm>
            </p:contentPart>
          </mc:Choice>
          <mc:Fallback xmlns="">
            <p:pic>
              <p:nvPicPr>
                <p:cNvPr id="257" name="Encre 256">
                  <a:extLst>
                    <a:ext uri="{FF2B5EF4-FFF2-40B4-BE49-F238E27FC236}">
                      <a16:creationId xmlns:a16="http://schemas.microsoft.com/office/drawing/2014/main" id="{AE6E056A-0DBA-B6E9-E69F-47970D38605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042510" y="4164035"/>
                  <a:ext cx="22680" cy="50039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275" name="Encre 274">
                <a:extLst>
                  <a:ext uri="{FF2B5EF4-FFF2-40B4-BE49-F238E27FC236}">
                    <a16:creationId xmlns:a16="http://schemas.microsoft.com/office/drawing/2014/main" id="{838FCD56-7014-D04D-06A8-0AEFEA39C339}"/>
                  </a:ext>
                </a:extLst>
              </p14:cNvPr>
              <p14:cNvContentPartPr/>
              <p14:nvPr/>
            </p14:nvContentPartPr>
            <p14:xfrm>
              <a:off x="3781110" y="4803750"/>
              <a:ext cx="308160" cy="10440"/>
            </p14:xfrm>
          </p:contentPart>
        </mc:Choice>
        <mc:Fallback xmlns="">
          <p:pic>
            <p:nvPicPr>
              <p:cNvPr id="275" name="Encre 274">
                <a:extLst>
                  <a:ext uri="{FF2B5EF4-FFF2-40B4-BE49-F238E27FC236}">
                    <a16:creationId xmlns:a16="http://schemas.microsoft.com/office/drawing/2014/main" id="{838FCD56-7014-D04D-06A8-0AEFEA39C339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3774997" y="4797630"/>
                <a:ext cx="320386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e 279">
            <a:extLst>
              <a:ext uri="{FF2B5EF4-FFF2-40B4-BE49-F238E27FC236}">
                <a16:creationId xmlns:a16="http://schemas.microsoft.com/office/drawing/2014/main" id="{81097B89-B407-B283-0574-D8D369325952}"/>
              </a:ext>
            </a:extLst>
          </p:cNvPr>
          <p:cNvGrpSpPr/>
          <p:nvPr/>
        </p:nvGrpSpPr>
        <p:grpSpPr>
          <a:xfrm>
            <a:off x="4271790" y="4220550"/>
            <a:ext cx="691200" cy="758880"/>
            <a:chOff x="4271790" y="4220550"/>
            <a:chExt cx="691200" cy="75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76" name="Encre 275">
                  <a:extLst>
                    <a:ext uri="{FF2B5EF4-FFF2-40B4-BE49-F238E27FC236}">
                      <a16:creationId xmlns:a16="http://schemas.microsoft.com/office/drawing/2014/main" id="{C0ECA9ED-DCEA-7B02-BFD8-AD26355F1B31}"/>
                    </a:ext>
                  </a:extLst>
                </p14:cNvPr>
                <p14:cNvContentPartPr/>
                <p14:nvPr/>
              </p14:nvContentPartPr>
              <p14:xfrm>
                <a:off x="4331550" y="4302270"/>
                <a:ext cx="259200" cy="677160"/>
              </p14:xfrm>
            </p:contentPart>
          </mc:Choice>
          <mc:Fallback xmlns="">
            <p:pic>
              <p:nvPicPr>
                <p:cNvPr id="276" name="Encre 275">
                  <a:extLst>
                    <a:ext uri="{FF2B5EF4-FFF2-40B4-BE49-F238E27FC236}">
                      <a16:creationId xmlns:a16="http://schemas.microsoft.com/office/drawing/2014/main" id="{C0ECA9ED-DCEA-7B02-BFD8-AD26355F1B3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325430" y="4296150"/>
                  <a:ext cx="27144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77" name="Encre 276">
                  <a:extLst>
                    <a:ext uri="{FF2B5EF4-FFF2-40B4-BE49-F238E27FC236}">
                      <a16:creationId xmlns:a16="http://schemas.microsoft.com/office/drawing/2014/main" id="{30562D96-A205-3218-DF7A-556FCC4B42DC}"/>
                    </a:ext>
                  </a:extLst>
                </p14:cNvPr>
                <p14:cNvContentPartPr/>
                <p14:nvPr/>
              </p14:nvContentPartPr>
              <p14:xfrm>
                <a:off x="4271790" y="4472910"/>
                <a:ext cx="239760" cy="44280"/>
              </p14:xfrm>
            </p:contentPart>
          </mc:Choice>
          <mc:Fallback xmlns="">
            <p:pic>
              <p:nvPicPr>
                <p:cNvPr id="277" name="Encre 276">
                  <a:extLst>
                    <a:ext uri="{FF2B5EF4-FFF2-40B4-BE49-F238E27FC236}">
                      <a16:creationId xmlns:a16="http://schemas.microsoft.com/office/drawing/2014/main" id="{30562D96-A205-3218-DF7A-556FCC4B42D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265661" y="4466790"/>
                  <a:ext cx="252018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79" name="Encre 278">
                  <a:extLst>
                    <a:ext uri="{FF2B5EF4-FFF2-40B4-BE49-F238E27FC236}">
                      <a16:creationId xmlns:a16="http://schemas.microsoft.com/office/drawing/2014/main" id="{F85CCFD5-BD29-677F-9A48-C8133DAD203E}"/>
                    </a:ext>
                  </a:extLst>
                </p14:cNvPr>
                <p14:cNvContentPartPr/>
                <p14:nvPr/>
              </p14:nvContentPartPr>
              <p14:xfrm>
                <a:off x="4671030" y="4220550"/>
                <a:ext cx="291960" cy="343440"/>
              </p14:xfrm>
            </p:contentPart>
          </mc:Choice>
          <mc:Fallback xmlns="">
            <p:pic>
              <p:nvPicPr>
                <p:cNvPr id="279" name="Encre 278">
                  <a:extLst>
                    <a:ext uri="{FF2B5EF4-FFF2-40B4-BE49-F238E27FC236}">
                      <a16:creationId xmlns:a16="http://schemas.microsoft.com/office/drawing/2014/main" id="{F85CCFD5-BD29-677F-9A48-C8133DAD203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664902" y="4214430"/>
                  <a:ext cx="304215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281" name="Encre 280">
                <a:extLst>
                  <a:ext uri="{FF2B5EF4-FFF2-40B4-BE49-F238E27FC236}">
                    <a16:creationId xmlns:a16="http://schemas.microsoft.com/office/drawing/2014/main" id="{5D00897E-9956-61BF-30A0-52C0089641DB}"/>
                  </a:ext>
                </a:extLst>
              </p14:cNvPr>
              <p14:cNvContentPartPr/>
              <p14:nvPr/>
            </p14:nvContentPartPr>
            <p14:xfrm>
              <a:off x="4354590" y="4740030"/>
              <a:ext cx="4680" cy="220680"/>
            </p14:xfrm>
          </p:contentPart>
        </mc:Choice>
        <mc:Fallback xmlns="">
          <p:pic>
            <p:nvPicPr>
              <p:cNvPr id="281" name="Encre 280">
                <a:extLst>
                  <a:ext uri="{FF2B5EF4-FFF2-40B4-BE49-F238E27FC236}">
                    <a16:creationId xmlns:a16="http://schemas.microsoft.com/office/drawing/2014/main" id="{5D00897E-9956-61BF-30A0-52C0089641DB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4348470" y="4733910"/>
                <a:ext cx="1692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e 292">
            <a:extLst>
              <a:ext uri="{FF2B5EF4-FFF2-40B4-BE49-F238E27FC236}">
                <a16:creationId xmlns:a16="http://schemas.microsoft.com/office/drawing/2014/main" id="{FF2D1915-D9E7-ADE5-6EAF-2761E991706C}"/>
              </a:ext>
            </a:extLst>
          </p:cNvPr>
          <p:cNvGrpSpPr/>
          <p:nvPr/>
        </p:nvGrpSpPr>
        <p:grpSpPr>
          <a:xfrm>
            <a:off x="907950" y="3855870"/>
            <a:ext cx="2760480" cy="1802160"/>
            <a:chOff x="907950" y="3855870"/>
            <a:chExt cx="2760480" cy="180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59" name="Encre 258">
                  <a:extLst>
                    <a:ext uri="{FF2B5EF4-FFF2-40B4-BE49-F238E27FC236}">
                      <a16:creationId xmlns:a16="http://schemas.microsoft.com/office/drawing/2014/main" id="{002348CB-0E4D-2512-1BC5-F49EA7C55D2E}"/>
                    </a:ext>
                  </a:extLst>
                </p14:cNvPr>
                <p14:cNvContentPartPr/>
                <p14:nvPr/>
              </p14:nvContentPartPr>
              <p14:xfrm>
                <a:off x="907950" y="5058990"/>
                <a:ext cx="379080" cy="40680"/>
              </p14:xfrm>
            </p:contentPart>
          </mc:Choice>
          <mc:Fallback xmlns="">
            <p:pic>
              <p:nvPicPr>
                <p:cNvPr id="259" name="Encre 258">
                  <a:extLst>
                    <a:ext uri="{FF2B5EF4-FFF2-40B4-BE49-F238E27FC236}">
                      <a16:creationId xmlns:a16="http://schemas.microsoft.com/office/drawing/2014/main" id="{002348CB-0E4D-2512-1BC5-F49EA7C55D2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01830" y="5052815"/>
                  <a:ext cx="391320" cy="53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60" name="Encre 259">
                  <a:extLst>
                    <a:ext uri="{FF2B5EF4-FFF2-40B4-BE49-F238E27FC236}">
                      <a16:creationId xmlns:a16="http://schemas.microsoft.com/office/drawing/2014/main" id="{61D9C430-8D75-0F7D-BE63-934AD6F7625A}"/>
                    </a:ext>
                  </a:extLst>
                </p14:cNvPr>
                <p14:cNvContentPartPr/>
                <p14:nvPr/>
              </p14:nvContentPartPr>
              <p14:xfrm>
                <a:off x="963390" y="5273910"/>
                <a:ext cx="325440" cy="40680"/>
              </p14:xfrm>
            </p:contentPart>
          </mc:Choice>
          <mc:Fallback xmlns="">
            <p:pic>
              <p:nvPicPr>
                <p:cNvPr id="260" name="Encre 259">
                  <a:extLst>
                    <a:ext uri="{FF2B5EF4-FFF2-40B4-BE49-F238E27FC236}">
                      <a16:creationId xmlns:a16="http://schemas.microsoft.com/office/drawing/2014/main" id="{61D9C430-8D75-0F7D-BE63-934AD6F7625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57277" y="5267735"/>
                  <a:ext cx="337666" cy="530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1" name="Encre 260">
                  <a:extLst>
                    <a:ext uri="{FF2B5EF4-FFF2-40B4-BE49-F238E27FC236}">
                      <a16:creationId xmlns:a16="http://schemas.microsoft.com/office/drawing/2014/main" id="{D17A81CC-C917-D05C-9D90-DDAD9A204719}"/>
                    </a:ext>
                  </a:extLst>
                </p14:cNvPr>
                <p14:cNvContentPartPr/>
                <p14:nvPr/>
              </p14:nvContentPartPr>
              <p14:xfrm>
                <a:off x="1504110" y="4589190"/>
                <a:ext cx="233280" cy="713160"/>
              </p14:xfrm>
            </p:contentPart>
          </mc:Choice>
          <mc:Fallback xmlns="">
            <p:pic>
              <p:nvPicPr>
                <p:cNvPr id="261" name="Encre 260">
                  <a:extLst>
                    <a:ext uri="{FF2B5EF4-FFF2-40B4-BE49-F238E27FC236}">
                      <a16:creationId xmlns:a16="http://schemas.microsoft.com/office/drawing/2014/main" id="{D17A81CC-C917-D05C-9D90-DDAD9A20471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497990" y="4583067"/>
                  <a:ext cx="245520" cy="7254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2" name="Encre 261">
                  <a:extLst>
                    <a:ext uri="{FF2B5EF4-FFF2-40B4-BE49-F238E27FC236}">
                      <a16:creationId xmlns:a16="http://schemas.microsoft.com/office/drawing/2014/main" id="{951D926C-5D3B-AC9C-F17A-FB67AB9C1859}"/>
                    </a:ext>
                  </a:extLst>
                </p14:cNvPr>
                <p14:cNvContentPartPr/>
                <p14:nvPr/>
              </p14:nvContentPartPr>
              <p14:xfrm>
                <a:off x="1417710" y="4793670"/>
                <a:ext cx="264960" cy="64800"/>
              </p14:xfrm>
            </p:contentPart>
          </mc:Choice>
          <mc:Fallback xmlns="">
            <p:pic>
              <p:nvPicPr>
                <p:cNvPr id="262" name="Encre 261">
                  <a:extLst>
                    <a:ext uri="{FF2B5EF4-FFF2-40B4-BE49-F238E27FC236}">
                      <a16:creationId xmlns:a16="http://schemas.microsoft.com/office/drawing/2014/main" id="{951D926C-5D3B-AC9C-F17A-FB67AB9C185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411590" y="4787584"/>
                  <a:ext cx="277200" cy="769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3" name="Encre 262">
                  <a:extLst>
                    <a:ext uri="{FF2B5EF4-FFF2-40B4-BE49-F238E27FC236}">
                      <a16:creationId xmlns:a16="http://schemas.microsoft.com/office/drawing/2014/main" id="{9BB46FFB-1286-686E-1D1E-9F87F90ADBD2}"/>
                    </a:ext>
                  </a:extLst>
                </p14:cNvPr>
                <p14:cNvContentPartPr/>
                <p14:nvPr/>
              </p14:nvContentPartPr>
              <p14:xfrm>
                <a:off x="1802910" y="4359150"/>
                <a:ext cx="266040" cy="446040"/>
              </p14:xfrm>
            </p:contentPart>
          </mc:Choice>
          <mc:Fallback xmlns="">
            <p:pic>
              <p:nvPicPr>
                <p:cNvPr id="263" name="Encre 262">
                  <a:extLst>
                    <a:ext uri="{FF2B5EF4-FFF2-40B4-BE49-F238E27FC236}">
                      <a16:creationId xmlns:a16="http://schemas.microsoft.com/office/drawing/2014/main" id="{9BB46FFB-1286-686E-1D1E-9F87F90ADBD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796790" y="4353035"/>
                  <a:ext cx="278280" cy="4582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5" name="Encre 264">
                  <a:extLst>
                    <a:ext uri="{FF2B5EF4-FFF2-40B4-BE49-F238E27FC236}">
                      <a16:creationId xmlns:a16="http://schemas.microsoft.com/office/drawing/2014/main" id="{832D9D5B-A720-8ADC-C926-242ADA54E070}"/>
                    </a:ext>
                  </a:extLst>
                </p14:cNvPr>
                <p14:cNvContentPartPr/>
                <p14:nvPr/>
              </p14:nvContentPartPr>
              <p14:xfrm>
                <a:off x="2095950" y="4762350"/>
                <a:ext cx="186120" cy="501480"/>
              </p14:xfrm>
            </p:contentPart>
          </mc:Choice>
          <mc:Fallback xmlns="">
            <p:pic>
              <p:nvPicPr>
                <p:cNvPr id="265" name="Encre 264">
                  <a:extLst>
                    <a:ext uri="{FF2B5EF4-FFF2-40B4-BE49-F238E27FC236}">
                      <a16:creationId xmlns:a16="http://schemas.microsoft.com/office/drawing/2014/main" id="{832D9D5B-A720-8ADC-C926-242ADA54E07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089830" y="4756226"/>
                  <a:ext cx="198360" cy="513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6" name="Encre 265">
                  <a:extLst>
                    <a:ext uri="{FF2B5EF4-FFF2-40B4-BE49-F238E27FC236}">
                      <a16:creationId xmlns:a16="http://schemas.microsoft.com/office/drawing/2014/main" id="{C689EF72-EEBB-8E12-A9FC-5A02C3A20616}"/>
                    </a:ext>
                  </a:extLst>
                </p14:cNvPr>
                <p14:cNvContentPartPr/>
                <p14:nvPr/>
              </p14:nvContentPartPr>
              <p14:xfrm>
                <a:off x="2156430" y="4626270"/>
                <a:ext cx="11520" cy="8280"/>
              </p14:xfrm>
            </p:contentPart>
          </mc:Choice>
          <mc:Fallback xmlns="">
            <p:pic>
              <p:nvPicPr>
                <p:cNvPr id="266" name="Encre 265">
                  <a:extLst>
                    <a:ext uri="{FF2B5EF4-FFF2-40B4-BE49-F238E27FC236}">
                      <a16:creationId xmlns:a16="http://schemas.microsoft.com/office/drawing/2014/main" id="{C689EF72-EEBB-8E12-A9FC-5A02C3A2061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150310" y="4620150"/>
                  <a:ext cx="237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7" name="Encre 266">
                  <a:extLst>
                    <a:ext uri="{FF2B5EF4-FFF2-40B4-BE49-F238E27FC236}">
                      <a16:creationId xmlns:a16="http://schemas.microsoft.com/office/drawing/2014/main" id="{B3894E6A-1E6B-3BB6-E751-05A1163926FF}"/>
                    </a:ext>
                  </a:extLst>
                </p14:cNvPr>
                <p14:cNvContentPartPr/>
                <p14:nvPr/>
              </p14:nvContentPartPr>
              <p14:xfrm>
                <a:off x="2491590" y="4571190"/>
                <a:ext cx="55440" cy="555480"/>
              </p14:xfrm>
            </p:contentPart>
          </mc:Choice>
          <mc:Fallback xmlns="">
            <p:pic>
              <p:nvPicPr>
                <p:cNvPr id="267" name="Encre 266">
                  <a:extLst>
                    <a:ext uri="{FF2B5EF4-FFF2-40B4-BE49-F238E27FC236}">
                      <a16:creationId xmlns:a16="http://schemas.microsoft.com/office/drawing/2014/main" id="{B3894E6A-1E6B-3BB6-E751-05A1163926F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485470" y="4565070"/>
                  <a:ext cx="6768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8" name="Encre 267">
                  <a:extLst>
                    <a:ext uri="{FF2B5EF4-FFF2-40B4-BE49-F238E27FC236}">
                      <a16:creationId xmlns:a16="http://schemas.microsoft.com/office/drawing/2014/main" id="{DFA3EB07-8C78-D7C0-2995-8755065B1FAF}"/>
                    </a:ext>
                  </a:extLst>
                </p14:cNvPr>
                <p14:cNvContentPartPr/>
                <p14:nvPr/>
              </p14:nvContentPartPr>
              <p14:xfrm>
                <a:off x="2760870" y="4735350"/>
                <a:ext cx="172080" cy="461880"/>
              </p14:xfrm>
            </p:contentPart>
          </mc:Choice>
          <mc:Fallback xmlns="">
            <p:pic>
              <p:nvPicPr>
                <p:cNvPr id="268" name="Encre 267">
                  <a:extLst>
                    <a:ext uri="{FF2B5EF4-FFF2-40B4-BE49-F238E27FC236}">
                      <a16:creationId xmlns:a16="http://schemas.microsoft.com/office/drawing/2014/main" id="{DFA3EB07-8C78-D7C0-2995-8755065B1FA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754750" y="4729230"/>
                  <a:ext cx="18432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9" name="Encre 268">
                  <a:extLst>
                    <a:ext uri="{FF2B5EF4-FFF2-40B4-BE49-F238E27FC236}">
                      <a16:creationId xmlns:a16="http://schemas.microsoft.com/office/drawing/2014/main" id="{72C8459C-95B6-B706-0C04-E20FF9FB4EDA}"/>
                    </a:ext>
                  </a:extLst>
                </p14:cNvPr>
                <p14:cNvContentPartPr/>
                <p14:nvPr/>
              </p14:nvContentPartPr>
              <p14:xfrm>
                <a:off x="2775630" y="4603230"/>
                <a:ext cx="360" cy="360"/>
              </p14:xfrm>
            </p:contentPart>
          </mc:Choice>
          <mc:Fallback xmlns="">
            <p:pic>
              <p:nvPicPr>
                <p:cNvPr id="269" name="Encre 268">
                  <a:extLst>
                    <a:ext uri="{FF2B5EF4-FFF2-40B4-BE49-F238E27FC236}">
                      <a16:creationId xmlns:a16="http://schemas.microsoft.com/office/drawing/2014/main" id="{72C8459C-95B6-B706-0C04-E20FF9FB4E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69510" y="45971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70" name="Encre 269">
                  <a:extLst>
                    <a:ext uri="{FF2B5EF4-FFF2-40B4-BE49-F238E27FC236}">
                      <a16:creationId xmlns:a16="http://schemas.microsoft.com/office/drawing/2014/main" id="{6554D864-CBE4-AD2E-03D8-DD1764B4BCC9}"/>
                    </a:ext>
                  </a:extLst>
                </p14:cNvPr>
                <p14:cNvContentPartPr/>
                <p14:nvPr/>
              </p14:nvContentPartPr>
              <p14:xfrm>
                <a:off x="3009990" y="4853790"/>
                <a:ext cx="204480" cy="17280"/>
              </p14:xfrm>
            </p:contentPart>
          </mc:Choice>
          <mc:Fallback xmlns="">
            <p:pic>
              <p:nvPicPr>
                <p:cNvPr id="270" name="Encre 269">
                  <a:extLst>
                    <a:ext uri="{FF2B5EF4-FFF2-40B4-BE49-F238E27FC236}">
                      <a16:creationId xmlns:a16="http://schemas.microsoft.com/office/drawing/2014/main" id="{6554D864-CBE4-AD2E-03D8-DD1764B4BCC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003870" y="4847540"/>
                  <a:ext cx="216720" cy="29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71" name="Encre 270">
                  <a:extLst>
                    <a:ext uri="{FF2B5EF4-FFF2-40B4-BE49-F238E27FC236}">
                      <a16:creationId xmlns:a16="http://schemas.microsoft.com/office/drawing/2014/main" id="{A1A03250-5B31-BC79-95FA-D452BD1D1134}"/>
                    </a:ext>
                  </a:extLst>
                </p14:cNvPr>
                <p14:cNvContentPartPr/>
                <p14:nvPr/>
              </p14:nvContentPartPr>
              <p14:xfrm>
                <a:off x="3129150" y="4731030"/>
                <a:ext cx="11160" cy="339120"/>
              </p14:xfrm>
            </p:contentPart>
          </mc:Choice>
          <mc:Fallback xmlns="">
            <p:pic>
              <p:nvPicPr>
                <p:cNvPr id="271" name="Encre 270">
                  <a:extLst>
                    <a:ext uri="{FF2B5EF4-FFF2-40B4-BE49-F238E27FC236}">
                      <a16:creationId xmlns:a16="http://schemas.microsoft.com/office/drawing/2014/main" id="{A1A03250-5B31-BC79-95FA-D452BD1D113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123030" y="4724910"/>
                  <a:ext cx="234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72" name="Encre 271">
                  <a:extLst>
                    <a:ext uri="{FF2B5EF4-FFF2-40B4-BE49-F238E27FC236}">
                      <a16:creationId xmlns:a16="http://schemas.microsoft.com/office/drawing/2014/main" id="{2B38B095-E181-4000-522C-1EF1D747E701}"/>
                    </a:ext>
                  </a:extLst>
                </p14:cNvPr>
                <p14:cNvContentPartPr/>
                <p14:nvPr/>
              </p14:nvContentPartPr>
              <p14:xfrm>
                <a:off x="3436590" y="4616550"/>
                <a:ext cx="32400" cy="360720"/>
              </p14:xfrm>
            </p:contentPart>
          </mc:Choice>
          <mc:Fallback xmlns="">
            <p:pic>
              <p:nvPicPr>
                <p:cNvPr id="272" name="Encre 271">
                  <a:extLst>
                    <a:ext uri="{FF2B5EF4-FFF2-40B4-BE49-F238E27FC236}">
                      <a16:creationId xmlns:a16="http://schemas.microsoft.com/office/drawing/2014/main" id="{2B38B095-E181-4000-522C-1EF1D747E70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430401" y="4610430"/>
                  <a:ext cx="44778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3" name="Encre 272">
                  <a:extLst>
                    <a:ext uri="{FF2B5EF4-FFF2-40B4-BE49-F238E27FC236}">
                      <a16:creationId xmlns:a16="http://schemas.microsoft.com/office/drawing/2014/main" id="{504F87DC-86C0-B0C7-FD0B-3C2E7C6DEBE0}"/>
                    </a:ext>
                  </a:extLst>
                </p14:cNvPr>
                <p14:cNvContentPartPr/>
                <p14:nvPr/>
              </p14:nvContentPartPr>
              <p14:xfrm>
                <a:off x="3542430" y="4420710"/>
                <a:ext cx="126000" cy="708480"/>
              </p14:xfrm>
            </p:contentPart>
          </mc:Choice>
          <mc:Fallback xmlns="">
            <p:pic>
              <p:nvPicPr>
                <p:cNvPr id="273" name="Encre 272">
                  <a:extLst>
                    <a:ext uri="{FF2B5EF4-FFF2-40B4-BE49-F238E27FC236}">
                      <a16:creationId xmlns:a16="http://schemas.microsoft.com/office/drawing/2014/main" id="{504F87DC-86C0-B0C7-FD0B-3C2E7C6DEBE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536310" y="4414587"/>
                  <a:ext cx="138240" cy="7207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90" name="Encre 289">
                  <a:extLst>
                    <a:ext uri="{FF2B5EF4-FFF2-40B4-BE49-F238E27FC236}">
                      <a16:creationId xmlns:a16="http://schemas.microsoft.com/office/drawing/2014/main" id="{F228182B-5E34-BB71-031C-5B60123BB803}"/>
                    </a:ext>
                  </a:extLst>
                </p14:cNvPr>
                <p14:cNvContentPartPr/>
                <p14:nvPr/>
              </p14:nvContentPartPr>
              <p14:xfrm>
                <a:off x="1274070" y="3855870"/>
                <a:ext cx="482040" cy="1802160"/>
              </p14:xfrm>
            </p:contentPart>
          </mc:Choice>
          <mc:Fallback xmlns="">
            <p:pic>
              <p:nvPicPr>
                <p:cNvPr id="290" name="Encre 289">
                  <a:extLst>
                    <a:ext uri="{FF2B5EF4-FFF2-40B4-BE49-F238E27FC236}">
                      <a16:creationId xmlns:a16="http://schemas.microsoft.com/office/drawing/2014/main" id="{F228182B-5E34-BB71-031C-5B60123BB80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267950" y="3849751"/>
                  <a:ext cx="494280" cy="18143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e 291">
            <a:extLst>
              <a:ext uri="{FF2B5EF4-FFF2-40B4-BE49-F238E27FC236}">
                <a16:creationId xmlns:a16="http://schemas.microsoft.com/office/drawing/2014/main" id="{458C9BC9-CBB9-B474-6653-8C697544E858}"/>
              </a:ext>
            </a:extLst>
          </p:cNvPr>
          <p:cNvGrpSpPr/>
          <p:nvPr/>
        </p:nvGrpSpPr>
        <p:grpSpPr>
          <a:xfrm>
            <a:off x="4992150" y="4038030"/>
            <a:ext cx="2373120" cy="1237680"/>
            <a:chOff x="4992150" y="4038030"/>
            <a:chExt cx="2373120" cy="12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82" name="Encre 281">
                  <a:extLst>
                    <a:ext uri="{FF2B5EF4-FFF2-40B4-BE49-F238E27FC236}">
                      <a16:creationId xmlns:a16="http://schemas.microsoft.com/office/drawing/2014/main" id="{AEE128A9-46C3-B7A4-5E00-E57CFEC82E76}"/>
                    </a:ext>
                  </a:extLst>
                </p14:cNvPr>
                <p14:cNvContentPartPr/>
                <p14:nvPr/>
              </p14:nvContentPartPr>
              <p14:xfrm>
                <a:off x="4992150" y="4653270"/>
                <a:ext cx="529560" cy="307440"/>
              </p14:xfrm>
            </p:contentPart>
          </mc:Choice>
          <mc:Fallback xmlns="">
            <p:pic>
              <p:nvPicPr>
                <p:cNvPr id="282" name="Encre 281">
                  <a:extLst>
                    <a:ext uri="{FF2B5EF4-FFF2-40B4-BE49-F238E27FC236}">
                      <a16:creationId xmlns:a16="http://schemas.microsoft.com/office/drawing/2014/main" id="{AEE128A9-46C3-B7A4-5E00-E57CFEC82E7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986030" y="4647150"/>
                  <a:ext cx="541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83" name="Encre 282">
                  <a:extLst>
                    <a:ext uri="{FF2B5EF4-FFF2-40B4-BE49-F238E27FC236}">
                      <a16:creationId xmlns:a16="http://schemas.microsoft.com/office/drawing/2014/main" id="{ABC5BB73-C5BC-D7E4-1802-8831C39E6A3A}"/>
                    </a:ext>
                  </a:extLst>
                </p14:cNvPr>
                <p14:cNvContentPartPr/>
                <p14:nvPr/>
              </p14:nvContentPartPr>
              <p14:xfrm>
                <a:off x="5650950" y="4425030"/>
                <a:ext cx="127080" cy="574920"/>
              </p14:xfrm>
            </p:contentPart>
          </mc:Choice>
          <mc:Fallback xmlns="">
            <p:pic>
              <p:nvPicPr>
                <p:cNvPr id="283" name="Encre 282">
                  <a:extLst>
                    <a:ext uri="{FF2B5EF4-FFF2-40B4-BE49-F238E27FC236}">
                      <a16:creationId xmlns:a16="http://schemas.microsoft.com/office/drawing/2014/main" id="{ABC5BB73-C5BC-D7E4-1802-8831C39E6A3A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644830" y="4418906"/>
                  <a:ext cx="139320" cy="587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84" name="Encre 283">
                  <a:extLst>
                    <a:ext uri="{FF2B5EF4-FFF2-40B4-BE49-F238E27FC236}">
                      <a16:creationId xmlns:a16="http://schemas.microsoft.com/office/drawing/2014/main" id="{2FFAC476-7E77-909A-324D-66DF575EECC9}"/>
                    </a:ext>
                  </a:extLst>
                </p14:cNvPr>
                <p14:cNvContentPartPr/>
                <p14:nvPr/>
              </p14:nvContentPartPr>
              <p14:xfrm>
                <a:off x="5923830" y="4635270"/>
                <a:ext cx="438120" cy="290160"/>
              </p14:xfrm>
            </p:contentPart>
          </mc:Choice>
          <mc:Fallback xmlns="">
            <p:pic>
              <p:nvPicPr>
                <p:cNvPr id="284" name="Encre 283">
                  <a:extLst>
                    <a:ext uri="{FF2B5EF4-FFF2-40B4-BE49-F238E27FC236}">
                      <a16:creationId xmlns:a16="http://schemas.microsoft.com/office/drawing/2014/main" id="{2FFAC476-7E77-909A-324D-66DF575EECC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5917705" y="4629150"/>
                  <a:ext cx="45037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85" name="Encre 284">
                  <a:extLst>
                    <a:ext uri="{FF2B5EF4-FFF2-40B4-BE49-F238E27FC236}">
                      <a16:creationId xmlns:a16="http://schemas.microsoft.com/office/drawing/2014/main" id="{82226C65-E519-7D55-BB5D-306A4B3DCC5F}"/>
                    </a:ext>
                  </a:extLst>
                </p14:cNvPr>
                <p14:cNvContentPartPr/>
                <p14:nvPr/>
              </p14:nvContentPartPr>
              <p14:xfrm>
                <a:off x="6465270" y="4835790"/>
                <a:ext cx="219240" cy="21600"/>
              </p14:xfrm>
            </p:contentPart>
          </mc:Choice>
          <mc:Fallback xmlns="">
            <p:pic>
              <p:nvPicPr>
                <p:cNvPr id="285" name="Encre 284">
                  <a:extLst>
                    <a:ext uri="{FF2B5EF4-FFF2-40B4-BE49-F238E27FC236}">
                      <a16:creationId xmlns:a16="http://schemas.microsoft.com/office/drawing/2014/main" id="{82226C65-E519-7D55-BB5D-306A4B3DCC5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459150" y="4829770"/>
                  <a:ext cx="231480" cy="33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86" name="Encre 285">
                  <a:extLst>
                    <a:ext uri="{FF2B5EF4-FFF2-40B4-BE49-F238E27FC236}">
                      <a16:creationId xmlns:a16="http://schemas.microsoft.com/office/drawing/2014/main" id="{E0400BDA-BEEC-7227-AC4E-A28E5DAB8E31}"/>
                    </a:ext>
                  </a:extLst>
                </p14:cNvPr>
                <p14:cNvContentPartPr/>
                <p14:nvPr/>
              </p14:nvContentPartPr>
              <p14:xfrm>
                <a:off x="6616830" y="4744350"/>
                <a:ext cx="27720" cy="263520"/>
              </p14:xfrm>
            </p:contentPart>
          </mc:Choice>
          <mc:Fallback xmlns="">
            <p:pic>
              <p:nvPicPr>
                <p:cNvPr id="286" name="Encre 285">
                  <a:extLst>
                    <a:ext uri="{FF2B5EF4-FFF2-40B4-BE49-F238E27FC236}">
                      <a16:creationId xmlns:a16="http://schemas.microsoft.com/office/drawing/2014/main" id="{E0400BDA-BEEC-7227-AC4E-A28E5DAB8E3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610710" y="4738230"/>
                  <a:ext cx="399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87" name="Encre 286">
                  <a:extLst>
                    <a:ext uri="{FF2B5EF4-FFF2-40B4-BE49-F238E27FC236}">
                      <a16:creationId xmlns:a16="http://schemas.microsoft.com/office/drawing/2014/main" id="{0AC6983D-10C5-8D3E-34C0-3F1AFFE328B4}"/>
                    </a:ext>
                  </a:extLst>
                </p14:cNvPr>
                <p14:cNvContentPartPr/>
                <p14:nvPr/>
              </p14:nvContentPartPr>
              <p14:xfrm>
                <a:off x="6860190" y="4662630"/>
                <a:ext cx="46440" cy="325800"/>
              </p14:xfrm>
            </p:contentPart>
          </mc:Choice>
          <mc:Fallback xmlns="">
            <p:pic>
              <p:nvPicPr>
                <p:cNvPr id="287" name="Encre 286">
                  <a:extLst>
                    <a:ext uri="{FF2B5EF4-FFF2-40B4-BE49-F238E27FC236}">
                      <a16:creationId xmlns:a16="http://schemas.microsoft.com/office/drawing/2014/main" id="{0AC6983D-10C5-8D3E-34C0-3F1AFFE328B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854022" y="4656510"/>
                  <a:ext cx="58776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88" name="Encre 287">
                  <a:extLst>
                    <a:ext uri="{FF2B5EF4-FFF2-40B4-BE49-F238E27FC236}">
                      <a16:creationId xmlns:a16="http://schemas.microsoft.com/office/drawing/2014/main" id="{4FC288E5-227F-4CA1-8958-19F40EE08550}"/>
                    </a:ext>
                  </a:extLst>
                </p14:cNvPr>
                <p14:cNvContentPartPr/>
                <p14:nvPr/>
              </p14:nvContentPartPr>
              <p14:xfrm>
                <a:off x="6961350" y="4475430"/>
                <a:ext cx="98280" cy="715680"/>
              </p14:xfrm>
            </p:contentPart>
          </mc:Choice>
          <mc:Fallback xmlns="">
            <p:pic>
              <p:nvPicPr>
                <p:cNvPr id="288" name="Encre 287">
                  <a:extLst>
                    <a:ext uri="{FF2B5EF4-FFF2-40B4-BE49-F238E27FC236}">
                      <a16:creationId xmlns:a16="http://schemas.microsoft.com/office/drawing/2014/main" id="{4FC288E5-227F-4CA1-8958-19F40EE0855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955230" y="4469310"/>
                  <a:ext cx="11052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91" name="Encre 290">
                  <a:extLst>
                    <a:ext uri="{FF2B5EF4-FFF2-40B4-BE49-F238E27FC236}">
                      <a16:creationId xmlns:a16="http://schemas.microsoft.com/office/drawing/2014/main" id="{FF9402EE-9404-95AE-D0ED-CFBDB8EA381E}"/>
                    </a:ext>
                  </a:extLst>
                </p14:cNvPr>
                <p14:cNvContentPartPr/>
                <p14:nvPr/>
              </p14:nvContentPartPr>
              <p14:xfrm>
                <a:off x="6938310" y="4038030"/>
                <a:ext cx="426960" cy="1237680"/>
              </p14:xfrm>
            </p:contentPart>
          </mc:Choice>
          <mc:Fallback xmlns="">
            <p:pic>
              <p:nvPicPr>
                <p:cNvPr id="291" name="Encre 290">
                  <a:extLst>
                    <a:ext uri="{FF2B5EF4-FFF2-40B4-BE49-F238E27FC236}">
                      <a16:creationId xmlns:a16="http://schemas.microsoft.com/office/drawing/2014/main" id="{FF9402EE-9404-95AE-D0ED-CFBDB8EA381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932185" y="4031910"/>
                  <a:ext cx="439210" cy="12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e 299">
            <a:extLst>
              <a:ext uri="{FF2B5EF4-FFF2-40B4-BE49-F238E27FC236}">
                <a16:creationId xmlns:a16="http://schemas.microsoft.com/office/drawing/2014/main" id="{432A9CF4-CE06-1857-F351-A58549B76F8D}"/>
              </a:ext>
            </a:extLst>
          </p:cNvPr>
          <p:cNvGrpSpPr/>
          <p:nvPr/>
        </p:nvGrpSpPr>
        <p:grpSpPr>
          <a:xfrm>
            <a:off x="7630950" y="4571190"/>
            <a:ext cx="1695600" cy="836280"/>
            <a:chOff x="7630950" y="4571190"/>
            <a:chExt cx="1695600" cy="83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94" name="Encre 293">
                  <a:extLst>
                    <a:ext uri="{FF2B5EF4-FFF2-40B4-BE49-F238E27FC236}">
                      <a16:creationId xmlns:a16="http://schemas.microsoft.com/office/drawing/2014/main" id="{4CEC7981-DDA4-287A-5040-67D5CEF9DE3C}"/>
                    </a:ext>
                  </a:extLst>
                </p14:cNvPr>
                <p14:cNvContentPartPr/>
                <p14:nvPr/>
              </p14:nvContentPartPr>
              <p14:xfrm>
                <a:off x="7630950" y="4571190"/>
                <a:ext cx="35640" cy="446040"/>
              </p14:xfrm>
            </p:contentPart>
          </mc:Choice>
          <mc:Fallback xmlns="">
            <p:pic>
              <p:nvPicPr>
                <p:cNvPr id="294" name="Encre 293">
                  <a:extLst>
                    <a:ext uri="{FF2B5EF4-FFF2-40B4-BE49-F238E27FC236}">
                      <a16:creationId xmlns:a16="http://schemas.microsoft.com/office/drawing/2014/main" id="{4CEC7981-DDA4-287A-5040-67D5CEF9DE3C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624830" y="4565070"/>
                  <a:ext cx="478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95" name="Encre 294">
                  <a:extLst>
                    <a:ext uri="{FF2B5EF4-FFF2-40B4-BE49-F238E27FC236}">
                      <a16:creationId xmlns:a16="http://schemas.microsoft.com/office/drawing/2014/main" id="{3E4C7DB9-A200-E2A0-09E7-9782C0315386}"/>
                    </a:ext>
                  </a:extLst>
                </p14:cNvPr>
                <p14:cNvContentPartPr/>
                <p14:nvPr/>
              </p14:nvContentPartPr>
              <p14:xfrm>
                <a:off x="7841550" y="4749030"/>
                <a:ext cx="201960" cy="536040"/>
              </p14:xfrm>
            </p:contentPart>
          </mc:Choice>
          <mc:Fallback xmlns="">
            <p:pic>
              <p:nvPicPr>
                <p:cNvPr id="295" name="Encre 294">
                  <a:extLst>
                    <a:ext uri="{FF2B5EF4-FFF2-40B4-BE49-F238E27FC236}">
                      <a16:creationId xmlns:a16="http://schemas.microsoft.com/office/drawing/2014/main" id="{3E4C7DB9-A200-E2A0-09E7-9782C0315386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835430" y="4742910"/>
                  <a:ext cx="21420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96" name="Encre 295">
                  <a:extLst>
                    <a:ext uri="{FF2B5EF4-FFF2-40B4-BE49-F238E27FC236}">
                      <a16:creationId xmlns:a16="http://schemas.microsoft.com/office/drawing/2014/main" id="{56FF3E6A-9656-8607-8A9C-1E6A512E2D17}"/>
                    </a:ext>
                  </a:extLst>
                </p14:cNvPr>
                <p14:cNvContentPartPr/>
                <p14:nvPr/>
              </p14:nvContentPartPr>
              <p14:xfrm>
                <a:off x="7948110" y="4648590"/>
                <a:ext cx="14040" cy="8640"/>
              </p14:xfrm>
            </p:contentPart>
          </mc:Choice>
          <mc:Fallback xmlns="">
            <p:pic>
              <p:nvPicPr>
                <p:cNvPr id="296" name="Encre 295">
                  <a:extLst>
                    <a:ext uri="{FF2B5EF4-FFF2-40B4-BE49-F238E27FC236}">
                      <a16:creationId xmlns:a16="http://schemas.microsoft.com/office/drawing/2014/main" id="{56FF3E6A-9656-8607-8A9C-1E6A512E2D1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941990" y="4642715"/>
                  <a:ext cx="26280" cy="203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97" name="Encre 296">
                  <a:extLst>
                    <a:ext uri="{FF2B5EF4-FFF2-40B4-BE49-F238E27FC236}">
                      <a16:creationId xmlns:a16="http://schemas.microsoft.com/office/drawing/2014/main" id="{844F00A7-22D7-0C0E-09ED-499B09B3E9D5}"/>
                    </a:ext>
                  </a:extLst>
                </p14:cNvPr>
                <p14:cNvContentPartPr/>
                <p14:nvPr/>
              </p14:nvContentPartPr>
              <p14:xfrm>
                <a:off x="8282910" y="4904190"/>
                <a:ext cx="360" cy="214200"/>
              </p14:xfrm>
            </p:contentPart>
          </mc:Choice>
          <mc:Fallback xmlns="">
            <p:pic>
              <p:nvPicPr>
                <p:cNvPr id="297" name="Encre 296">
                  <a:extLst>
                    <a:ext uri="{FF2B5EF4-FFF2-40B4-BE49-F238E27FC236}">
                      <a16:creationId xmlns:a16="http://schemas.microsoft.com/office/drawing/2014/main" id="{844F00A7-22D7-0C0E-09ED-499B09B3E9D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276790" y="4898070"/>
                  <a:ext cx="12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8" name="Encre 297">
                  <a:extLst>
                    <a:ext uri="{FF2B5EF4-FFF2-40B4-BE49-F238E27FC236}">
                      <a16:creationId xmlns:a16="http://schemas.microsoft.com/office/drawing/2014/main" id="{CC7320C6-B998-5A13-6417-EAC83D9F698C}"/>
                    </a:ext>
                  </a:extLst>
                </p14:cNvPr>
                <p14:cNvContentPartPr/>
                <p14:nvPr/>
              </p14:nvContentPartPr>
              <p14:xfrm>
                <a:off x="8416110" y="4826430"/>
                <a:ext cx="376920" cy="331560"/>
              </p14:xfrm>
            </p:contentPart>
          </mc:Choice>
          <mc:Fallback xmlns="">
            <p:pic>
              <p:nvPicPr>
                <p:cNvPr id="298" name="Encre 297">
                  <a:extLst>
                    <a:ext uri="{FF2B5EF4-FFF2-40B4-BE49-F238E27FC236}">
                      <a16:creationId xmlns:a16="http://schemas.microsoft.com/office/drawing/2014/main" id="{CC7320C6-B998-5A13-6417-EAC83D9F698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409990" y="4820310"/>
                  <a:ext cx="3891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9" name="Encre 298">
                  <a:extLst>
                    <a:ext uri="{FF2B5EF4-FFF2-40B4-BE49-F238E27FC236}">
                      <a16:creationId xmlns:a16="http://schemas.microsoft.com/office/drawing/2014/main" id="{E193486B-A498-9C38-216D-5E70AE9A1090}"/>
                    </a:ext>
                  </a:extLst>
                </p14:cNvPr>
                <p14:cNvContentPartPr/>
                <p14:nvPr/>
              </p14:nvContentPartPr>
              <p14:xfrm>
                <a:off x="8879430" y="4835790"/>
                <a:ext cx="447120" cy="571680"/>
              </p14:xfrm>
            </p:contentPart>
          </mc:Choice>
          <mc:Fallback xmlns="">
            <p:pic>
              <p:nvPicPr>
                <p:cNvPr id="299" name="Encre 298">
                  <a:extLst>
                    <a:ext uri="{FF2B5EF4-FFF2-40B4-BE49-F238E27FC236}">
                      <a16:creationId xmlns:a16="http://schemas.microsoft.com/office/drawing/2014/main" id="{E193486B-A498-9C38-216D-5E70AE9A109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873310" y="4829674"/>
                  <a:ext cx="459360" cy="58391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e 333">
            <a:extLst>
              <a:ext uri="{FF2B5EF4-FFF2-40B4-BE49-F238E27FC236}">
                <a16:creationId xmlns:a16="http://schemas.microsoft.com/office/drawing/2014/main" id="{D2A959B5-5DB4-2AB2-E2AD-D89CB6F51D26}"/>
              </a:ext>
            </a:extLst>
          </p:cNvPr>
          <p:cNvGrpSpPr/>
          <p:nvPr/>
        </p:nvGrpSpPr>
        <p:grpSpPr>
          <a:xfrm>
            <a:off x="9369750" y="4762350"/>
            <a:ext cx="2763720" cy="665280"/>
            <a:chOff x="9369750" y="4762350"/>
            <a:chExt cx="2763720" cy="6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16" name="Encre 315">
                  <a:extLst>
                    <a:ext uri="{FF2B5EF4-FFF2-40B4-BE49-F238E27FC236}">
                      <a16:creationId xmlns:a16="http://schemas.microsoft.com/office/drawing/2014/main" id="{8FF3D282-80BC-ADB8-15FD-F80CD7156A1A}"/>
                    </a:ext>
                  </a:extLst>
                </p14:cNvPr>
                <p14:cNvContentPartPr/>
                <p14:nvPr/>
              </p14:nvContentPartPr>
              <p14:xfrm>
                <a:off x="9369750" y="4967550"/>
                <a:ext cx="285840" cy="9720"/>
              </p14:xfrm>
            </p:contentPart>
          </mc:Choice>
          <mc:Fallback xmlns="">
            <p:pic>
              <p:nvPicPr>
                <p:cNvPr id="316" name="Encre 315">
                  <a:extLst>
                    <a:ext uri="{FF2B5EF4-FFF2-40B4-BE49-F238E27FC236}">
                      <a16:creationId xmlns:a16="http://schemas.microsoft.com/office/drawing/2014/main" id="{8FF3D282-80BC-ADB8-15FD-F80CD7156A1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351727" y="4949550"/>
                  <a:ext cx="321525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17" name="Encre 316">
                  <a:extLst>
                    <a:ext uri="{FF2B5EF4-FFF2-40B4-BE49-F238E27FC236}">
                      <a16:creationId xmlns:a16="http://schemas.microsoft.com/office/drawing/2014/main" id="{E33C019E-1CA9-AA32-C28B-195C280CA9EC}"/>
                    </a:ext>
                  </a:extLst>
                </p14:cNvPr>
                <p14:cNvContentPartPr/>
                <p14:nvPr/>
              </p14:nvContentPartPr>
              <p14:xfrm>
                <a:off x="9372630" y="5217030"/>
                <a:ext cx="420480" cy="10800"/>
              </p14:xfrm>
            </p:contentPart>
          </mc:Choice>
          <mc:Fallback xmlns="">
            <p:pic>
              <p:nvPicPr>
                <p:cNvPr id="317" name="Encre 316">
                  <a:extLst>
                    <a:ext uri="{FF2B5EF4-FFF2-40B4-BE49-F238E27FC236}">
                      <a16:creationId xmlns:a16="http://schemas.microsoft.com/office/drawing/2014/main" id="{E33C019E-1CA9-AA32-C28B-195C280CA9E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354630" y="5199611"/>
                  <a:ext cx="456120" cy="45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18" name="Encre 317">
                  <a:extLst>
                    <a:ext uri="{FF2B5EF4-FFF2-40B4-BE49-F238E27FC236}">
                      <a16:creationId xmlns:a16="http://schemas.microsoft.com/office/drawing/2014/main" id="{38CCAE87-A5CF-3154-13E6-9AFD07956147}"/>
                    </a:ext>
                  </a:extLst>
                </p14:cNvPr>
                <p14:cNvContentPartPr/>
                <p14:nvPr/>
              </p14:nvContentPartPr>
              <p14:xfrm>
                <a:off x="9820110" y="4853790"/>
                <a:ext cx="300600" cy="3240"/>
              </p14:xfrm>
            </p:contentPart>
          </mc:Choice>
          <mc:Fallback xmlns="">
            <p:pic>
              <p:nvPicPr>
                <p:cNvPr id="318" name="Encre 317">
                  <a:extLst>
                    <a:ext uri="{FF2B5EF4-FFF2-40B4-BE49-F238E27FC236}">
                      <a16:creationId xmlns:a16="http://schemas.microsoft.com/office/drawing/2014/main" id="{38CCAE87-A5CF-3154-13E6-9AFD0795614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802110" y="4835790"/>
                  <a:ext cx="336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19" name="Encre 318">
                  <a:extLst>
                    <a:ext uri="{FF2B5EF4-FFF2-40B4-BE49-F238E27FC236}">
                      <a16:creationId xmlns:a16="http://schemas.microsoft.com/office/drawing/2014/main" id="{150C0885-6325-DA0B-5712-F238AD719733}"/>
                    </a:ext>
                  </a:extLst>
                </p14:cNvPr>
                <p14:cNvContentPartPr/>
                <p14:nvPr/>
              </p14:nvContentPartPr>
              <p14:xfrm>
                <a:off x="9907590" y="4881150"/>
                <a:ext cx="137880" cy="349560"/>
              </p14:xfrm>
            </p:contentPart>
          </mc:Choice>
          <mc:Fallback xmlns="">
            <p:pic>
              <p:nvPicPr>
                <p:cNvPr id="319" name="Encre 318">
                  <a:extLst>
                    <a:ext uri="{FF2B5EF4-FFF2-40B4-BE49-F238E27FC236}">
                      <a16:creationId xmlns:a16="http://schemas.microsoft.com/office/drawing/2014/main" id="{150C0885-6325-DA0B-5712-F238AD71973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889590" y="4863169"/>
                  <a:ext cx="173520" cy="3851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20" name="Encre 319">
                  <a:extLst>
                    <a:ext uri="{FF2B5EF4-FFF2-40B4-BE49-F238E27FC236}">
                      <a16:creationId xmlns:a16="http://schemas.microsoft.com/office/drawing/2014/main" id="{1D5601E6-9179-EE7A-D4CC-469DAB3FC5C0}"/>
                    </a:ext>
                  </a:extLst>
                </p14:cNvPr>
                <p14:cNvContentPartPr/>
                <p14:nvPr/>
              </p14:nvContentPartPr>
              <p14:xfrm>
                <a:off x="10178310" y="5213790"/>
                <a:ext cx="106560" cy="24120"/>
              </p14:xfrm>
            </p:contentPart>
          </mc:Choice>
          <mc:Fallback xmlns="">
            <p:pic>
              <p:nvPicPr>
                <p:cNvPr id="320" name="Encre 319">
                  <a:extLst>
                    <a:ext uri="{FF2B5EF4-FFF2-40B4-BE49-F238E27FC236}">
                      <a16:creationId xmlns:a16="http://schemas.microsoft.com/office/drawing/2014/main" id="{1D5601E6-9179-EE7A-D4CC-469DAB3FC5C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160310" y="5195790"/>
                  <a:ext cx="142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22" name="Encre 321">
                  <a:extLst>
                    <a:ext uri="{FF2B5EF4-FFF2-40B4-BE49-F238E27FC236}">
                      <a16:creationId xmlns:a16="http://schemas.microsoft.com/office/drawing/2014/main" id="{A7447921-8F1E-DC92-D334-4EFA1624A040}"/>
                    </a:ext>
                  </a:extLst>
                </p14:cNvPr>
                <p14:cNvContentPartPr/>
                <p14:nvPr/>
              </p14:nvContentPartPr>
              <p14:xfrm>
                <a:off x="10347870" y="4899150"/>
                <a:ext cx="254880" cy="9720"/>
              </p14:xfrm>
            </p:contentPart>
          </mc:Choice>
          <mc:Fallback xmlns="">
            <p:pic>
              <p:nvPicPr>
                <p:cNvPr id="322" name="Encre 321">
                  <a:extLst>
                    <a:ext uri="{FF2B5EF4-FFF2-40B4-BE49-F238E27FC236}">
                      <a16:creationId xmlns:a16="http://schemas.microsoft.com/office/drawing/2014/main" id="{A7447921-8F1E-DC92-D334-4EFA1624A04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329870" y="4881150"/>
                  <a:ext cx="290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23" name="Encre 322">
                  <a:extLst>
                    <a:ext uri="{FF2B5EF4-FFF2-40B4-BE49-F238E27FC236}">
                      <a16:creationId xmlns:a16="http://schemas.microsoft.com/office/drawing/2014/main" id="{D0D6360F-4F34-9E0A-F853-F482FB3955B7}"/>
                    </a:ext>
                  </a:extLst>
                </p14:cNvPr>
                <p14:cNvContentPartPr/>
                <p14:nvPr/>
              </p14:nvContentPartPr>
              <p14:xfrm>
                <a:off x="10434270" y="4872150"/>
                <a:ext cx="129960" cy="288720"/>
              </p14:xfrm>
            </p:contentPart>
          </mc:Choice>
          <mc:Fallback xmlns="">
            <p:pic>
              <p:nvPicPr>
                <p:cNvPr id="323" name="Encre 322">
                  <a:extLst>
                    <a:ext uri="{FF2B5EF4-FFF2-40B4-BE49-F238E27FC236}">
                      <a16:creationId xmlns:a16="http://schemas.microsoft.com/office/drawing/2014/main" id="{D0D6360F-4F34-9E0A-F853-F482FB3955B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416270" y="4854150"/>
                  <a:ext cx="1656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24" name="Encre 323">
                  <a:extLst>
                    <a:ext uri="{FF2B5EF4-FFF2-40B4-BE49-F238E27FC236}">
                      <a16:creationId xmlns:a16="http://schemas.microsoft.com/office/drawing/2014/main" id="{89322447-3ABD-534C-BC68-F4E4E7F13A1D}"/>
                    </a:ext>
                  </a:extLst>
                </p14:cNvPr>
                <p14:cNvContentPartPr/>
                <p14:nvPr/>
              </p14:nvContentPartPr>
              <p14:xfrm>
                <a:off x="10701750" y="5222790"/>
                <a:ext cx="78840" cy="10800"/>
              </p14:xfrm>
            </p:contentPart>
          </mc:Choice>
          <mc:Fallback xmlns="">
            <p:pic>
              <p:nvPicPr>
                <p:cNvPr id="324" name="Encre 323">
                  <a:extLst>
                    <a:ext uri="{FF2B5EF4-FFF2-40B4-BE49-F238E27FC236}">
                      <a16:creationId xmlns:a16="http://schemas.microsoft.com/office/drawing/2014/main" id="{89322447-3ABD-534C-BC68-F4E4E7F13A1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83750" y="5204790"/>
                  <a:ext cx="114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25" name="Encre 324">
                  <a:extLst>
                    <a:ext uri="{FF2B5EF4-FFF2-40B4-BE49-F238E27FC236}">
                      <a16:creationId xmlns:a16="http://schemas.microsoft.com/office/drawing/2014/main" id="{7DD90E10-7C14-351E-AB61-4542DAFD7358}"/>
                    </a:ext>
                  </a:extLst>
                </p14:cNvPr>
                <p14:cNvContentPartPr/>
                <p14:nvPr/>
              </p14:nvContentPartPr>
              <p14:xfrm>
                <a:off x="10737030" y="5168070"/>
                <a:ext cx="38160" cy="259560"/>
              </p14:xfrm>
            </p:contentPart>
          </mc:Choice>
          <mc:Fallback xmlns="">
            <p:pic>
              <p:nvPicPr>
                <p:cNvPr id="325" name="Encre 324">
                  <a:extLst>
                    <a:ext uri="{FF2B5EF4-FFF2-40B4-BE49-F238E27FC236}">
                      <a16:creationId xmlns:a16="http://schemas.microsoft.com/office/drawing/2014/main" id="{7DD90E10-7C14-351E-AB61-4542DAFD735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719030" y="5150070"/>
                  <a:ext cx="73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27" name="Encre 326">
                  <a:extLst>
                    <a:ext uri="{FF2B5EF4-FFF2-40B4-BE49-F238E27FC236}">
                      <a16:creationId xmlns:a16="http://schemas.microsoft.com/office/drawing/2014/main" id="{01967C5D-20E6-DC54-E8FD-461CEB122334}"/>
                    </a:ext>
                  </a:extLst>
                </p14:cNvPr>
                <p14:cNvContentPartPr/>
                <p14:nvPr/>
              </p14:nvContentPartPr>
              <p14:xfrm>
                <a:off x="10987590" y="4821750"/>
                <a:ext cx="12960" cy="277560"/>
              </p14:xfrm>
            </p:contentPart>
          </mc:Choice>
          <mc:Fallback xmlns="">
            <p:pic>
              <p:nvPicPr>
                <p:cNvPr id="327" name="Encre 326">
                  <a:extLst>
                    <a:ext uri="{FF2B5EF4-FFF2-40B4-BE49-F238E27FC236}">
                      <a16:creationId xmlns:a16="http://schemas.microsoft.com/office/drawing/2014/main" id="{01967C5D-20E6-DC54-E8FD-461CEB12233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969076" y="4803750"/>
                  <a:ext cx="49618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28" name="Encre 327">
                  <a:extLst>
                    <a:ext uri="{FF2B5EF4-FFF2-40B4-BE49-F238E27FC236}">
                      <a16:creationId xmlns:a16="http://schemas.microsoft.com/office/drawing/2014/main" id="{FE9813C5-ACFF-A7FF-0FEF-8D4AFF150BE6}"/>
                    </a:ext>
                  </a:extLst>
                </p14:cNvPr>
                <p14:cNvContentPartPr/>
                <p14:nvPr/>
              </p14:nvContentPartPr>
              <p14:xfrm>
                <a:off x="11172990" y="4890150"/>
                <a:ext cx="174600" cy="417600"/>
              </p14:xfrm>
            </p:contentPart>
          </mc:Choice>
          <mc:Fallback xmlns="">
            <p:pic>
              <p:nvPicPr>
                <p:cNvPr id="328" name="Encre 327">
                  <a:extLst>
                    <a:ext uri="{FF2B5EF4-FFF2-40B4-BE49-F238E27FC236}">
                      <a16:creationId xmlns:a16="http://schemas.microsoft.com/office/drawing/2014/main" id="{FE9813C5-ACFF-A7FF-0FEF-8D4AFF150BE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154990" y="4872134"/>
                  <a:ext cx="210240" cy="4532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9" name="Encre 328">
                  <a:extLst>
                    <a:ext uri="{FF2B5EF4-FFF2-40B4-BE49-F238E27FC236}">
                      <a16:creationId xmlns:a16="http://schemas.microsoft.com/office/drawing/2014/main" id="{763E65FC-EED9-CA11-0691-8260E5525BA9}"/>
                    </a:ext>
                  </a:extLst>
                </p14:cNvPr>
                <p14:cNvContentPartPr/>
                <p14:nvPr/>
              </p14:nvContentPartPr>
              <p14:xfrm>
                <a:off x="11412390" y="4762350"/>
                <a:ext cx="360" cy="8640"/>
              </p14:xfrm>
            </p:contentPart>
          </mc:Choice>
          <mc:Fallback xmlns="">
            <p:pic>
              <p:nvPicPr>
                <p:cNvPr id="329" name="Encre 328">
                  <a:extLst>
                    <a:ext uri="{FF2B5EF4-FFF2-40B4-BE49-F238E27FC236}">
                      <a16:creationId xmlns:a16="http://schemas.microsoft.com/office/drawing/2014/main" id="{763E65FC-EED9-CA11-0691-8260E5525BA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394390" y="4744350"/>
                  <a:ext cx="36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31" name="Encre 330">
                  <a:extLst>
                    <a:ext uri="{FF2B5EF4-FFF2-40B4-BE49-F238E27FC236}">
                      <a16:creationId xmlns:a16="http://schemas.microsoft.com/office/drawing/2014/main" id="{6FC39B8F-FBAA-1D6B-7504-589EC58B9A75}"/>
                    </a:ext>
                  </a:extLst>
                </p14:cNvPr>
                <p14:cNvContentPartPr/>
                <p14:nvPr/>
              </p14:nvContentPartPr>
              <p14:xfrm>
                <a:off x="11492670" y="5031270"/>
                <a:ext cx="21240" cy="170640"/>
              </p14:xfrm>
            </p:contentPart>
          </mc:Choice>
          <mc:Fallback xmlns="">
            <p:pic>
              <p:nvPicPr>
                <p:cNvPr id="331" name="Encre 330">
                  <a:extLst>
                    <a:ext uri="{FF2B5EF4-FFF2-40B4-BE49-F238E27FC236}">
                      <a16:creationId xmlns:a16="http://schemas.microsoft.com/office/drawing/2014/main" id="{6FC39B8F-FBAA-1D6B-7504-589EC58B9A7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474970" y="5013232"/>
                  <a:ext cx="56286" cy="206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32" name="Encre 331">
                  <a:extLst>
                    <a:ext uri="{FF2B5EF4-FFF2-40B4-BE49-F238E27FC236}">
                      <a16:creationId xmlns:a16="http://schemas.microsoft.com/office/drawing/2014/main" id="{7AC5E696-E296-2D62-5CDF-8ECAFD7BFA9B}"/>
                    </a:ext>
                  </a:extLst>
                </p14:cNvPr>
                <p14:cNvContentPartPr/>
                <p14:nvPr/>
              </p14:nvContentPartPr>
              <p14:xfrm>
                <a:off x="11655750" y="4913190"/>
                <a:ext cx="291960" cy="205920"/>
              </p14:xfrm>
            </p:contentPart>
          </mc:Choice>
          <mc:Fallback xmlns="">
            <p:pic>
              <p:nvPicPr>
                <p:cNvPr id="332" name="Encre 331">
                  <a:extLst>
                    <a:ext uri="{FF2B5EF4-FFF2-40B4-BE49-F238E27FC236}">
                      <a16:creationId xmlns:a16="http://schemas.microsoft.com/office/drawing/2014/main" id="{7AC5E696-E296-2D62-5CDF-8ECAFD7BFA9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637750" y="4895190"/>
                  <a:ext cx="327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3" name="Encre 332">
                  <a:extLst>
                    <a:ext uri="{FF2B5EF4-FFF2-40B4-BE49-F238E27FC236}">
                      <a16:creationId xmlns:a16="http://schemas.microsoft.com/office/drawing/2014/main" id="{DBD9A515-DE2D-A7C3-137A-55CD1E15BF3B}"/>
                    </a:ext>
                  </a:extLst>
                </p14:cNvPr>
                <p14:cNvContentPartPr/>
                <p14:nvPr/>
              </p14:nvContentPartPr>
              <p14:xfrm>
                <a:off x="11889750" y="4844790"/>
                <a:ext cx="243720" cy="556560"/>
              </p14:xfrm>
            </p:contentPart>
          </mc:Choice>
          <mc:Fallback xmlns="">
            <p:pic>
              <p:nvPicPr>
                <p:cNvPr id="333" name="Encre 332">
                  <a:extLst>
                    <a:ext uri="{FF2B5EF4-FFF2-40B4-BE49-F238E27FC236}">
                      <a16:creationId xmlns:a16="http://schemas.microsoft.com/office/drawing/2014/main" id="{DBD9A515-DE2D-A7C3-137A-55CD1E15BF3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871750" y="4826802"/>
                  <a:ext cx="279360" cy="59217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78">
            <p14:nvContentPartPr>
              <p14:cNvPr id="335" name="Encre 334">
                <a:extLst>
                  <a:ext uri="{FF2B5EF4-FFF2-40B4-BE49-F238E27FC236}">
                    <a16:creationId xmlns:a16="http://schemas.microsoft.com/office/drawing/2014/main" id="{F05755DF-EBAD-5C26-4B34-20FDBBE71EE5}"/>
                  </a:ext>
                </a:extLst>
              </p14:cNvPr>
              <p14:cNvContentPartPr/>
              <p14:nvPr/>
            </p14:nvContentPartPr>
            <p14:xfrm>
              <a:off x="931350" y="3549510"/>
              <a:ext cx="11304000" cy="2435040"/>
            </p14:xfrm>
          </p:contentPart>
        </mc:Choice>
        <mc:Fallback xmlns="">
          <p:pic>
            <p:nvPicPr>
              <p:cNvPr id="335" name="Encre 334">
                <a:extLst>
                  <a:ext uri="{FF2B5EF4-FFF2-40B4-BE49-F238E27FC236}">
                    <a16:creationId xmlns:a16="http://schemas.microsoft.com/office/drawing/2014/main" id="{F05755DF-EBAD-5C26-4B34-20FDBBE71EE5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922350" y="3540510"/>
                <a:ext cx="11321640" cy="245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70709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764B8-F347-DE16-F71D-5D116743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B4B684-6775-DF2D-AA00-51445099F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512AFF-541A-88D9-4E22-92467F21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57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A4C73AF8-CC14-70A4-496A-2B7C1EA38B78}"/>
                  </a:ext>
                </a:extLst>
              </p:cNvPr>
              <p:cNvSpPr txBox="1"/>
              <p:nvPr/>
            </p:nvSpPr>
            <p:spPr>
              <a:xfrm>
                <a:off x="1600200" y="416404"/>
                <a:ext cx="3257550" cy="39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ar-AE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</m:e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+</m:t>
                            </m:r>
                          </m:sub>
                        </m:s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𝑗𝑚</m:t>
                        </m:r>
                      </m:e>
                    </m:d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A4C73AF8-CC14-70A4-496A-2B7C1EA38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16404"/>
                <a:ext cx="3257550" cy="397160"/>
              </a:xfrm>
              <a:prstGeom prst="rect">
                <a:avLst/>
              </a:prstGeom>
              <a:blipFill>
                <a:blip r:embed="rId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e 32">
            <a:extLst>
              <a:ext uri="{FF2B5EF4-FFF2-40B4-BE49-F238E27FC236}">
                <a16:creationId xmlns:a16="http://schemas.microsoft.com/office/drawing/2014/main" id="{00CF3E5A-D38E-78D9-57F3-24C1FBF0206F}"/>
              </a:ext>
            </a:extLst>
          </p:cNvPr>
          <p:cNvGrpSpPr/>
          <p:nvPr/>
        </p:nvGrpSpPr>
        <p:grpSpPr>
          <a:xfrm>
            <a:off x="5322630" y="709110"/>
            <a:ext cx="566640" cy="641880"/>
            <a:chOff x="5322630" y="709110"/>
            <a:chExt cx="566640" cy="64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AE69302C-4FAB-DD03-8CF5-B1674D879E20}"/>
                    </a:ext>
                  </a:extLst>
                </p14:cNvPr>
                <p14:cNvContentPartPr/>
                <p14:nvPr/>
              </p14:nvContentPartPr>
              <p14:xfrm>
                <a:off x="5322630" y="724230"/>
                <a:ext cx="295560" cy="62676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AE69302C-4FAB-DD03-8CF5-B1674D879E2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16517" y="718106"/>
                  <a:ext cx="307785" cy="6390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45966E44-642D-0414-4E2C-E59961A598C0}"/>
                    </a:ext>
                  </a:extLst>
                </p14:cNvPr>
                <p14:cNvContentPartPr/>
                <p14:nvPr/>
              </p14:nvContentPartPr>
              <p14:xfrm>
                <a:off x="5414430" y="921870"/>
                <a:ext cx="64440" cy="2160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45966E44-642D-0414-4E2C-E59961A598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08310" y="915750"/>
                  <a:ext cx="76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043E1461-4A76-247B-12B5-66DC3C406775}"/>
                    </a:ext>
                  </a:extLst>
                </p14:cNvPr>
                <p14:cNvContentPartPr/>
                <p14:nvPr/>
              </p14:nvContentPartPr>
              <p14:xfrm>
                <a:off x="5611710" y="709110"/>
                <a:ext cx="277560" cy="28728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043E1461-4A76-247B-12B5-66DC3C40677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05582" y="702990"/>
                  <a:ext cx="289816" cy="29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85517CFB-8517-5E58-B35C-9A85C3F27749}"/>
                  </a:ext>
                </a:extLst>
              </p14:cNvPr>
              <p14:cNvContentPartPr/>
              <p14:nvPr/>
            </p14:nvContentPartPr>
            <p14:xfrm>
              <a:off x="5106630" y="441630"/>
              <a:ext cx="327240" cy="1274760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85517CFB-8517-5E58-B35C-9A85C3F277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00510" y="435510"/>
                <a:ext cx="339480" cy="128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e 48">
            <a:extLst>
              <a:ext uri="{FF2B5EF4-FFF2-40B4-BE49-F238E27FC236}">
                <a16:creationId xmlns:a16="http://schemas.microsoft.com/office/drawing/2014/main" id="{51A6DE5E-94C7-F6D0-5146-C3428BF28ECB}"/>
              </a:ext>
            </a:extLst>
          </p:cNvPr>
          <p:cNvGrpSpPr/>
          <p:nvPr/>
        </p:nvGrpSpPr>
        <p:grpSpPr>
          <a:xfrm>
            <a:off x="5932830" y="737550"/>
            <a:ext cx="473040" cy="662760"/>
            <a:chOff x="5932830" y="737550"/>
            <a:chExt cx="473040" cy="66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140D420E-FC18-C2F2-7F4C-4DC518A68DA9}"/>
                    </a:ext>
                  </a:extLst>
                </p14:cNvPr>
                <p14:cNvContentPartPr/>
                <p14:nvPr/>
              </p14:nvContentPartPr>
              <p14:xfrm>
                <a:off x="5932830" y="737550"/>
                <a:ext cx="249480" cy="662760"/>
              </p14:xfrm>
            </p:contentPart>
          </mc:Choice>
          <mc:Fallback xmlns=""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140D420E-FC18-C2F2-7F4C-4DC518A68D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26710" y="731427"/>
                  <a:ext cx="261720" cy="6750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8" name="Encre 37">
                  <a:extLst>
                    <a:ext uri="{FF2B5EF4-FFF2-40B4-BE49-F238E27FC236}">
                      <a16:creationId xmlns:a16="http://schemas.microsoft.com/office/drawing/2014/main" id="{4BF1D85C-9C42-AA4C-8445-DDFA8D8EDCF2}"/>
                    </a:ext>
                  </a:extLst>
                </p14:cNvPr>
                <p14:cNvContentPartPr/>
                <p14:nvPr/>
              </p14:nvContentPartPr>
              <p14:xfrm>
                <a:off x="6271950" y="879390"/>
                <a:ext cx="133920" cy="252720"/>
              </p14:xfrm>
            </p:contentPart>
          </mc:Choice>
          <mc:Fallback xmlns="">
            <p:pic>
              <p:nvPicPr>
                <p:cNvPr id="38" name="Encre 37">
                  <a:extLst>
                    <a:ext uri="{FF2B5EF4-FFF2-40B4-BE49-F238E27FC236}">
                      <a16:creationId xmlns:a16="http://schemas.microsoft.com/office/drawing/2014/main" id="{4BF1D85C-9C42-AA4C-8445-DDFA8D8EDCF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65846" y="873270"/>
                  <a:ext cx="146127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4B9A29B0-8A0C-CF61-B7EF-8667234E981A}"/>
                    </a:ext>
                  </a:extLst>
                </p14:cNvPr>
                <p14:cNvContentPartPr/>
                <p14:nvPr/>
              </p14:nvContentPartPr>
              <p14:xfrm>
                <a:off x="6396870" y="783630"/>
                <a:ext cx="2160" cy="36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4B9A29B0-8A0C-CF61-B7EF-8667234E98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89526" y="777510"/>
                  <a:ext cx="16848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1ABF286D-BCBD-0B55-BB1C-33CC2BF993B0}"/>
              </a:ext>
            </a:extLst>
          </p:cNvPr>
          <p:cNvGrpSpPr/>
          <p:nvPr/>
        </p:nvGrpSpPr>
        <p:grpSpPr>
          <a:xfrm>
            <a:off x="6584430" y="665190"/>
            <a:ext cx="581040" cy="510840"/>
            <a:chOff x="6584430" y="665190"/>
            <a:chExt cx="581040" cy="5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2B23F3B2-40B8-B7AB-1634-9E9169B5685B}"/>
                    </a:ext>
                  </a:extLst>
                </p14:cNvPr>
                <p14:cNvContentPartPr/>
                <p14:nvPr/>
              </p14:nvContentPartPr>
              <p14:xfrm>
                <a:off x="6584430" y="747270"/>
                <a:ext cx="74520" cy="34812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2B23F3B2-40B8-B7AB-1634-9E9169B568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78310" y="741150"/>
                  <a:ext cx="867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B10AA371-7137-3905-C889-E57F0856C6C8}"/>
                    </a:ext>
                  </a:extLst>
                </p14:cNvPr>
                <p14:cNvContentPartPr/>
                <p14:nvPr/>
              </p14:nvContentPartPr>
              <p14:xfrm>
                <a:off x="6773070" y="765630"/>
                <a:ext cx="131400" cy="41040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B10AA371-7137-3905-C889-E57F0856C6C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66950" y="759510"/>
                  <a:ext cx="1436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E86C931B-8FC5-09A5-3651-7A9A77A6797C}"/>
                    </a:ext>
                  </a:extLst>
                </p14:cNvPr>
                <p14:cNvContentPartPr/>
                <p14:nvPr/>
              </p14:nvContentPartPr>
              <p14:xfrm>
                <a:off x="6819150" y="665190"/>
                <a:ext cx="2160" cy="216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E86C931B-8FC5-09A5-3651-7A9A77A679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13030" y="659070"/>
                  <a:ext cx="144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21762CA5-2473-5DA2-6A1D-CF8E3ACDAD9A}"/>
                    </a:ext>
                  </a:extLst>
                </p14:cNvPr>
                <p14:cNvContentPartPr/>
                <p14:nvPr/>
              </p14:nvContentPartPr>
              <p14:xfrm>
                <a:off x="7016430" y="852030"/>
                <a:ext cx="149040" cy="1908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21762CA5-2473-5DA2-6A1D-CF8E3ACDAD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10310" y="845910"/>
                  <a:ext cx="1612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4" name="Encre 43">
                  <a:extLst>
                    <a:ext uri="{FF2B5EF4-FFF2-40B4-BE49-F238E27FC236}">
                      <a16:creationId xmlns:a16="http://schemas.microsoft.com/office/drawing/2014/main" id="{9FF7354F-56B1-52FB-7CE9-8402C0A01BDA}"/>
                    </a:ext>
                  </a:extLst>
                </p14:cNvPr>
                <p14:cNvContentPartPr/>
                <p14:nvPr/>
              </p14:nvContentPartPr>
              <p14:xfrm>
                <a:off x="7126590" y="778950"/>
                <a:ext cx="36000" cy="184680"/>
              </p14:xfrm>
            </p:contentPart>
          </mc:Choice>
          <mc:Fallback xmlns="">
            <p:pic>
              <p:nvPicPr>
                <p:cNvPr id="44" name="Encre 43">
                  <a:extLst>
                    <a:ext uri="{FF2B5EF4-FFF2-40B4-BE49-F238E27FC236}">
                      <a16:creationId xmlns:a16="http://schemas.microsoft.com/office/drawing/2014/main" id="{9FF7354F-56B1-52FB-7CE9-8402C0A01B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20470" y="772830"/>
                  <a:ext cx="482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E82EAA3-CCF9-7BA4-588F-6B655546B07E}"/>
              </a:ext>
            </a:extLst>
          </p:cNvPr>
          <p:cNvGrpSpPr/>
          <p:nvPr/>
        </p:nvGrpSpPr>
        <p:grpSpPr>
          <a:xfrm>
            <a:off x="7371750" y="533070"/>
            <a:ext cx="136800" cy="600120"/>
            <a:chOff x="7371750" y="533070"/>
            <a:chExt cx="136800" cy="60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074810CB-EF6D-658E-51FD-FAA7CAB3BD87}"/>
                    </a:ext>
                  </a:extLst>
                </p14:cNvPr>
                <p14:cNvContentPartPr/>
                <p14:nvPr/>
              </p14:nvContentPartPr>
              <p14:xfrm>
                <a:off x="7374630" y="742590"/>
                <a:ext cx="360" cy="19764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074810CB-EF6D-658E-51FD-FAA7CAB3BD8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68510" y="736470"/>
                  <a:ext cx="12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8D4A7C8C-C37B-0A94-C2EB-A71283A7FA56}"/>
                    </a:ext>
                  </a:extLst>
                </p14:cNvPr>
                <p14:cNvContentPartPr/>
                <p14:nvPr/>
              </p14:nvContentPartPr>
              <p14:xfrm>
                <a:off x="7371750" y="533070"/>
                <a:ext cx="136800" cy="600120"/>
              </p14:xfrm>
            </p:contentPart>
          </mc:Choice>
          <mc:Fallback xmlns=""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8D4A7C8C-C37B-0A94-C2EB-A71283A7FA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65630" y="526954"/>
                  <a:ext cx="149040" cy="61235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7825768E-251D-5977-05FD-2AE5181DBC0A}"/>
                  </a:ext>
                </a:extLst>
              </p14:cNvPr>
              <p14:cNvContentPartPr/>
              <p14:nvPr/>
            </p14:nvContentPartPr>
            <p14:xfrm>
              <a:off x="7700070" y="888390"/>
              <a:ext cx="201240" cy="360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7825768E-251D-5977-05FD-2AE5181DBC0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93961" y="882270"/>
                <a:ext cx="213458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4AE2ED2D-80AA-4E1A-37E5-8582876C4EFB}"/>
                  </a:ext>
                </a:extLst>
              </p14:cNvPr>
              <p14:cNvContentPartPr/>
              <p14:nvPr/>
            </p14:nvContentPartPr>
            <p14:xfrm>
              <a:off x="8094990" y="738270"/>
              <a:ext cx="424800" cy="307440"/>
            </p14:xfrm>
          </p:contentPart>
        </mc:Choice>
        <mc:Fallback xmlns=""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4AE2ED2D-80AA-4E1A-37E5-8582876C4EF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88870" y="732150"/>
                <a:ext cx="4370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19EC7FDF-95EB-74A8-4CAC-3A09BB11C273}"/>
                  </a:ext>
                </a:extLst>
              </p14:cNvPr>
              <p14:cNvContentPartPr/>
              <p14:nvPr/>
            </p14:nvContentPartPr>
            <p14:xfrm>
              <a:off x="8764230" y="651510"/>
              <a:ext cx="19080" cy="380880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19EC7FDF-95EB-74A8-4CAC-3A09BB11C27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757992" y="645390"/>
                <a:ext cx="31555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e 56">
            <a:extLst>
              <a:ext uri="{FF2B5EF4-FFF2-40B4-BE49-F238E27FC236}">
                <a16:creationId xmlns:a16="http://schemas.microsoft.com/office/drawing/2014/main" id="{D9236F87-1960-91F4-5AE5-D24B24CCE3F2}"/>
              </a:ext>
            </a:extLst>
          </p:cNvPr>
          <p:cNvGrpSpPr/>
          <p:nvPr/>
        </p:nvGrpSpPr>
        <p:grpSpPr>
          <a:xfrm>
            <a:off x="8984910" y="776790"/>
            <a:ext cx="629280" cy="242640"/>
            <a:chOff x="8984910" y="776790"/>
            <a:chExt cx="62928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494A7B28-6186-E516-0D5E-8249BDCF9657}"/>
                    </a:ext>
                  </a:extLst>
                </p14:cNvPr>
                <p14:cNvContentPartPr/>
                <p14:nvPr/>
              </p14:nvContentPartPr>
              <p14:xfrm>
                <a:off x="8984910" y="776790"/>
                <a:ext cx="374400" cy="19944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494A7B28-6186-E516-0D5E-8249BDCF96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78790" y="770659"/>
                  <a:ext cx="386640" cy="211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689FEC40-1A04-F578-D80F-F1A10DB6CD56}"/>
                    </a:ext>
                  </a:extLst>
                </p14:cNvPr>
                <p14:cNvContentPartPr/>
                <p14:nvPr/>
              </p14:nvContentPartPr>
              <p14:xfrm>
                <a:off x="9471270" y="882270"/>
                <a:ext cx="125640" cy="1080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689FEC40-1A04-F578-D80F-F1A10DB6CD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65150" y="876150"/>
                  <a:ext cx="137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6488C1F5-5E0D-0E1F-3034-294023B84C9A}"/>
                    </a:ext>
                  </a:extLst>
                </p14:cNvPr>
                <p14:cNvContentPartPr/>
                <p14:nvPr/>
              </p14:nvContentPartPr>
              <p14:xfrm>
                <a:off x="9590070" y="787950"/>
                <a:ext cx="24120" cy="23148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6488C1F5-5E0D-0E1F-3034-294023B84C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83950" y="781830"/>
                  <a:ext cx="36360" cy="24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DBEF29C4-0CDF-30BC-4D61-359D6253D178}"/>
                  </a:ext>
                </a:extLst>
              </p14:cNvPr>
              <p14:cNvContentPartPr/>
              <p14:nvPr/>
            </p14:nvContentPartPr>
            <p14:xfrm>
              <a:off x="9838830" y="756270"/>
              <a:ext cx="9000" cy="225360"/>
            </p14:xfrm>
          </p:contentPart>
        </mc:Choice>
        <mc:Fallback xmlns=""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DBEF29C4-0CDF-30BC-4D61-359D6253D17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32710" y="750150"/>
                <a:ext cx="212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88CBC343-5D61-209D-BA2D-EDD9CBD3144F}"/>
                  </a:ext>
                </a:extLst>
              </p14:cNvPr>
              <p14:cNvContentPartPr/>
              <p14:nvPr/>
            </p14:nvContentPartPr>
            <p14:xfrm>
              <a:off x="10013070" y="578430"/>
              <a:ext cx="130680" cy="560160"/>
            </p14:xfrm>
          </p:contentPart>
        </mc:Choice>
        <mc:Fallback xmlns=""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88CBC343-5D61-209D-BA2D-EDD9CBD3144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006950" y="572310"/>
                <a:ext cx="14292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D09DCD68-D0E1-7765-A5A2-1B25628F880E}"/>
                  </a:ext>
                </a:extLst>
              </p14:cNvPr>
              <p14:cNvContentPartPr/>
              <p14:nvPr/>
            </p14:nvContentPartPr>
            <p14:xfrm>
              <a:off x="10191630" y="478350"/>
              <a:ext cx="225360" cy="75312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D09DCD68-D0E1-7765-A5A2-1B25628F880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85510" y="472230"/>
                <a:ext cx="237600" cy="76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4C0E8FD9-C186-D5FB-8364-2173A5B98B0E}"/>
                  </a:ext>
                </a:extLst>
              </p14:cNvPr>
              <p14:cNvContentPartPr/>
              <p14:nvPr/>
            </p14:nvContentPartPr>
            <p14:xfrm>
              <a:off x="10425630" y="382230"/>
              <a:ext cx="272160" cy="1272600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4C0E8FD9-C186-D5FB-8364-2173A5B98B0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419510" y="376108"/>
                <a:ext cx="284400" cy="1284843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e 67">
            <a:extLst>
              <a:ext uri="{FF2B5EF4-FFF2-40B4-BE49-F238E27FC236}">
                <a16:creationId xmlns:a16="http://schemas.microsoft.com/office/drawing/2014/main" id="{436F7723-8571-DDFB-A827-756338E49B8C}"/>
              </a:ext>
            </a:extLst>
          </p:cNvPr>
          <p:cNvGrpSpPr/>
          <p:nvPr/>
        </p:nvGrpSpPr>
        <p:grpSpPr>
          <a:xfrm>
            <a:off x="10908030" y="546390"/>
            <a:ext cx="1183320" cy="546120"/>
            <a:chOff x="10908030" y="546390"/>
            <a:chExt cx="1183320" cy="54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A274607D-2EE2-A1A2-ABA8-42DBD55C84B7}"/>
                    </a:ext>
                  </a:extLst>
                </p14:cNvPr>
                <p14:cNvContentPartPr/>
                <p14:nvPr/>
              </p14:nvContentPartPr>
              <p14:xfrm>
                <a:off x="10908030" y="560430"/>
                <a:ext cx="2880" cy="40968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A274607D-2EE2-A1A2-ABA8-42DBD55C84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02590" y="554315"/>
                  <a:ext cx="13760" cy="421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FBBB9881-A62A-34B5-B0DC-D15CC31FDDCF}"/>
                    </a:ext>
                  </a:extLst>
                </p14:cNvPr>
                <p14:cNvContentPartPr/>
                <p14:nvPr/>
              </p14:nvContentPartPr>
              <p14:xfrm>
                <a:off x="11081190" y="692190"/>
                <a:ext cx="173880" cy="40032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FBBB9881-A62A-34B5-B0DC-D15CC31FDD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75057" y="686064"/>
                  <a:ext cx="186145" cy="412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3" name="Encre 62">
                  <a:extLst>
                    <a:ext uri="{FF2B5EF4-FFF2-40B4-BE49-F238E27FC236}">
                      <a16:creationId xmlns:a16="http://schemas.microsoft.com/office/drawing/2014/main" id="{6DA24EB7-C766-80CB-AF28-E83BF2DD76AA}"/>
                    </a:ext>
                  </a:extLst>
                </p14:cNvPr>
                <p14:cNvContentPartPr/>
                <p14:nvPr/>
              </p14:nvContentPartPr>
              <p14:xfrm>
                <a:off x="11252190" y="546390"/>
                <a:ext cx="2880" cy="2160"/>
              </p14:xfrm>
            </p:contentPart>
          </mc:Choice>
          <mc:Fallback xmlns="">
            <p:pic>
              <p:nvPicPr>
                <p:cNvPr id="63" name="Encre 62">
                  <a:extLst>
                    <a:ext uri="{FF2B5EF4-FFF2-40B4-BE49-F238E27FC236}">
                      <a16:creationId xmlns:a16="http://schemas.microsoft.com/office/drawing/2014/main" id="{6DA24EB7-C766-80CB-AF28-E83BF2DD76A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246070" y="540270"/>
                  <a:ext cx="151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4" name="Encre 63">
                  <a:extLst>
                    <a:ext uri="{FF2B5EF4-FFF2-40B4-BE49-F238E27FC236}">
                      <a16:creationId xmlns:a16="http://schemas.microsoft.com/office/drawing/2014/main" id="{6B1E3459-3955-2A91-67FC-EC472A9FC4AD}"/>
                    </a:ext>
                  </a:extLst>
                </p14:cNvPr>
                <p14:cNvContentPartPr/>
                <p14:nvPr/>
              </p14:nvContentPartPr>
              <p14:xfrm>
                <a:off x="11449470" y="852030"/>
                <a:ext cx="64440" cy="178560"/>
              </p14:xfrm>
            </p:contentPart>
          </mc:Choice>
          <mc:Fallback xmlns="">
            <p:pic>
              <p:nvPicPr>
                <p:cNvPr id="64" name="Encre 63">
                  <a:extLst>
                    <a:ext uri="{FF2B5EF4-FFF2-40B4-BE49-F238E27FC236}">
                      <a16:creationId xmlns:a16="http://schemas.microsoft.com/office/drawing/2014/main" id="{6B1E3459-3955-2A91-67FC-EC472A9FC4A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443350" y="845910"/>
                  <a:ext cx="76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5015CDDD-37C7-E5B0-83AA-A1506260A8D5}"/>
                    </a:ext>
                  </a:extLst>
                </p14:cNvPr>
                <p14:cNvContentPartPr/>
                <p14:nvPr/>
              </p14:nvContentPartPr>
              <p14:xfrm>
                <a:off x="11628390" y="747270"/>
                <a:ext cx="241560" cy="19908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5015CDDD-37C7-E5B0-83AA-A1506260A8D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622270" y="741150"/>
                  <a:ext cx="253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4D3F6AAE-73F8-C08A-3156-CE30C0CC38DB}"/>
                    </a:ext>
                  </a:extLst>
                </p14:cNvPr>
                <p14:cNvContentPartPr/>
                <p14:nvPr/>
              </p14:nvContentPartPr>
              <p14:xfrm>
                <a:off x="11875710" y="601470"/>
                <a:ext cx="215640" cy="45756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4D3F6AAE-73F8-C08A-3156-CE30C0CC38D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869590" y="595355"/>
                  <a:ext cx="227880" cy="46979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D56AEA94-B685-7C7F-1447-E0F9AB71B4CA}"/>
              </a:ext>
            </a:extLst>
          </p:cNvPr>
          <p:cNvGrpSpPr/>
          <p:nvPr/>
        </p:nvGrpSpPr>
        <p:grpSpPr>
          <a:xfrm>
            <a:off x="1467390" y="920070"/>
            <a:ext cx="3618000" cy="1489680"/>
            <a:chOff x="1467390" y="920070"/>
            <a:chExt cx="3618000" cy="14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31490944-9BAD-395B-3A9A-B5018ACF2F9C}"/>
                    </a:ext>
                  </a:extLst>
                </p14:cNvPr>
                <p14:cNvContentPartPr/>
                <p14:nvPr/>
              </p14:nvContentPartPr>
              <p14:xfrm>
                <a:off x="1588350" y="1152630"/>
                <a:ext cx="343440" cy="35424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31490944-9BAD-395B-3A9A-B5018ACF2F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82230" y="1146510"/>
                  <a:ext cx="3556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0328CC98-E527-1A47-B5B0-1B55F4963106}"/>
                    </a:ext>
                  </a:extLst>
                </p14:cNvPr>
                <p14:cNvContentPartPr/>
                <p14:nvPr/>
              </p14:nvContentPartPr>
              <p14:xfrm>
                <a:off x="1923510" y="1376190"/>
                <a:ext cx="144000" cy="38124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0328CC98-E527-1A47-B5B0-1B55F496310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917390" y="1370070"/>
                  <a:ext cx="1562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C13AEA0D-7A4D-0BFF-294F-F8776E664934}"/>
                    </a:ext>
                  </a:extLst>
                </p14:cNvPr>
                <p14:cNvContentPartPr/>
                <p14:nvPr/>
              </p14:nvContentPartPr>
              <p14:xfrm>
                <a:off x="2082990" y="1289430"/>
                <a:ext cx="360" cy="36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C13AEA0D-7A4D-0BFF-294F-F8776E6649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76870" y="12833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67ECFF8D-3DDC-2483-5615-182478002316}"/>
                    </a:ext>
                  </a:extLst>
                </p14:cNvPr>
                <p14:cNvContentPartPr/>
                <p14:nvPr/>
              </p14:nvContentPartPr>
              <p14:xfrm>
                <a:off x="2210430" y="1444590"/>
                <a:ext cx="65520" cy="26172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67ECFF8D-3DDC-2483-5615-18247800231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04276" y="1438470"/>
                  <a:ext cx="77828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2A6FEB6C-D029-E5AF-D3E4-31B817502C60}"/>
                    </a:ext>
                  </a:extLst>
                </p14:cNvPr>
                <p14:cNvContentPartPr/>
                <p14:nvPr/>
              </p14:nvContentPartPr>
              <p14:xfrm>
                <a:off x="2369190" y="1403190"/>
                <a:ext cx="295200" cy="22176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2A6FEB6C-D029-E5AF-D3E4-31B817502C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63063" y="1397070"/>
                  <a:ext cx="307455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35A3E5F2-46E5-93C9-9ECE-696BE05E6BC2}"/>
                    </a:ext>
                  </a:extLst>
                </p14:cNvPr>
                <p14:cNvContentPartPr/>
                <p14:nvPr/>
              </p14:nvContentPartPr>
              <p14:xfrm>
                <a:off x="1467390" y="1038870"/>
                <a:ext cx="46800" cy="63000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35A3E5F2-46E5-93C9-9ECE-696BE05E6BC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61223" y="1032750"/>
                  <a:ext cx="59135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6EFD2AAF-F9D1-EE72-97C8-7DF9E4091D62}"/>
                    </a:ext>
                  </a:extLst>
                </p14:cNvPr>
                <p14:cNvContentPartPr/>
                <p14:nvPr/>
              </p14:nvContentPartPr>
              <p14:xfrm>
                <a:off x="2752950" y="1079910"/>
                <a:ext cx="92160" cy="61668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6EFD2AAF-F9D1-EE72-97C8-7DF9E4091D6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46830" y="1073790"/>
                  <a:ext cx="10440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C5CAF8B2-0477-8E29-4AC0-182E87C9A130}"/>
                    </a:ext>
                  </a:extLst>
                </p14:cNvPr>
                <p14:cNvContentPartPr/>
                <p14:nvPr/>
              </p14:nvContentPartPr>
              <p14:xfrm>
                <a:off x="2931150" y="920070"/>
                <a:ext cx="216360" cy="2073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C5CAF8B2-0477-8E29-4AC0-182E87C9A13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25020" y="913950"/>
                  <a:ext cx="2286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8FFC9786-6A8B-0D39-8C3B-35525F79105D}"/>
                    </a:ext>
                  </a:extLst>
                </p14:cNvPr>
                <p14:cNvContentPartPr/>
                <p14:nvPr/>
              </p14:nvContentPartPr>
              <p14:xfrm>
                <a:off x="3243990" y="1298430"/>
                <a:ext cx="165960" cy="219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8FFC9786-6A8B-0D39-8C3B-35525F79105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37870" y="1292310"/>
                  <a:ext cx="178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34298F82-980F-CF98-D7CC-2AA4B65345B7}"/>
                    </a:ext>
                  </a:extLst>
                </p14:cNvPr>
                <p14:cNvContentPartPr/>
                <p14:nvPr/>
              </p14:nvContentPartPr>
              <p14:xfrm>
                <a:off x="3156870" y="1457910"/>
                <a:ext cx="245880" cy="972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34298F82-980F-CF98-D7CC-2AA4B65345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50759" y="1451790"/>
                  <a:ext cx="258102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6F5E3F63-56C6-B5F9-DE1D-65EC1709E11E}"/>
                    </a:ext>
                  </a:extLst>
                </p14:cNvPr>
                <p14:cNvContentPartPr/>
                <p14:nvPr/>
              </p14:nvContentPartPr>
              <p14:xfrm>
                <a:off x="3611190" y="1047870"/>
                <a:ext cx="183600" cy="39024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6F5E3F63-56C6-B5F9-DE1D-65EC1709E11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05070" y="1041756"/>
                  <a:ext cx="195840" cy="402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47C7CC9F-B550-12C5-BF7C-4908474DDEE6}"/>
                    </a:ext>
                  </a:extLst>
                </p14:cNvPr>
                <p14:cNvContentPartPr/>
                <p14:nvPr/>
              </p14:nvContentPartPr>
              <p14:xfrm>
                <a:off x="3939510" y="1161990"/>
                <a:ext cx="166320" cy="51660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47C7CC9F-B550-12C5-BF7C-4908474DDEE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33377" y="1155870"/>
                  <a:ext cx="178587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17F067C4-A7CE-866F-115C-8E60901E988F}"/>
                    </a:ext>
                  </a:extLst>
                </p14:cNvPr>
                <p14:cNvContentPartPr/>
                <p14:nvPr/>
              </p14:nvContentPartPr>
              <p14:xfrm>
                <a:off x="4065510" y="1084590"/>
                <a:ext cx="5040" cy="36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17F067C4-A7CE-866F-115C-8E60901E988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59390" y="1078470"/>
                  <a:ext cx="17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15893D1B-72F4-8384-3BD4-97C5DA18C802}"/>
                    </a:ext>
                  </a:extLst>
                </p14:cNvPr>
                <p14:cNvContentPartPr/>
                <p14:nvPr/>
              </p14:nvContentPartPr>
              <p14:xfrm>
                <a:off x="4294830" y="947790"/>
                <a:ext cx="38880" cy="1627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15893D1B-72F4-8384-3BD4-97C5DA18C80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88766" y="941670"/>
                  <a:ext cx="51008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2" name="Encre 21">
                  <a:extLst>
                    <a:ext uri="{FF2B5EF4-FFF2-40B4-BE49-F238E27FC236}">
                      <a16:creationId xmlns:a16="http://schemas.microsoft.com/office/drawing/2014/main" id="{158C9274-B1A9-DB80-4EEE-7EF8159A6C67}"/>
                    </a:ext>
                  </a:extLst>
                </p14:cNvPr>
                <p14:cNvContentPartPr/>
                <p14:nvPr/>
              </p14:nvContentPartPr>
              <p14:xfrm>
                <a:off x="4335870" y="1312470"/>
                <a:ext cx="19080" cy="212040"/>
              </p14:xfrm>
            </p:contentPart>
          </mc:Choice>
          <mc:Fallback xmlns="">
            <p:pic>
              <p:nvPicPr>
                <p:cNvPr id="22" name="Encre 21">
                  <a:extLst>
                    <a:ext uri="{FF2B5EF4-FFF2-40B4-BE49-F238E27FC236}">
                      <a16:creationId xmlns:a16="http://schemas.microsoft.com/office/drawing/2014/main" id="{158C9274-B1A9-DB80-4EEE-7EF8159A6C6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329863" y="1306360"/>
                  <a:ext cx="31093" cy="224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51812E25-48D4-C2C6-6C2D-2F66299CBECE}"/>
                    </a:ext>
                  </a:extLst>
                </p14:cNvPr>
                <p14:cNvContentPartPr/>
                <p14:nvPr/>
              </p14:nvContentPartPr>
              <p14:xfrm>
                <a:off x="4533510" y="1230030"/>
                <a:ext cx="272520" cy="26712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51812E25-48D4-C2C6-6C2D-2F66299CBEC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527390" y="1223910"/>
                  <a:ext cx="284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6B626F30-D16B-1221-7FBA-1714C29379BB}"/>
                    </a:ext>
                  </a:extLst>
                </p14:cNvPr>
                <p14:cNvContentPartPr/>
                <p14:nvPr/>
              </p14:nvContentPartPr>
              <p14:xfrm>
                <a:off x="4817910" y="998190"/>
                <a:ext cx="68400" cy="10800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6B626F30-D16B-1221-7FBA-1714C29379B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11790" y="992070"/>
                  <a:ext cx="80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8" name="Encre 27">
                  <a:extLst>
                    <a:ext uri="{FF2B5EF4-FFF2-40B4-BE49-F238E27FC236}">
                      <a16:creationId xmlns:a16="http://schemas.microsoft.com/office/drawing/2014/main" id="{2464378E-25F3-0396-F2D0-62366D01140B}"/>
                    </a:ext>
                  </a:extLst>
                </p14:cNvPr>
                <p14:cNvContentPartPr/>
                <p14:nvPr/>
              </p14:nvContentPartPr>
              <p14:xfrm>
                <a:off x="5069910" y="961110"/>
                <a:ext cx="15480" cy="574560"/>
              </p14:xfrm>
            </p:contentPart>
          </mc:Choice>
          <mc:Fallback xmlns="">
            <p:pic>
              <p:nvPicPr>
                <p:cNvPr id="28" name="Encre 27">
                  <a:extLst>
                    <a:ext uri="{FF2B5EF4-FFF2-40B4-BE49-F238E27FC236}">
                      <a16:creationId xmlns:a16="http://schemas.microsoft.com/office/drawing/2014/main" id="{2464378E-25F3-0396-F2D0-62366D01140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63790" y="954990"/>
                  <a:ext cx="2772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9" name="Encre 68">
                  <a:extLst>
                    <a:ext uri="{FF2B5EF4-FFF2-40B4-BE49-F238E27FC236}">
                      <a16:creationId xmlns:a16="http://schemas.microsoft.com/office/drawing/2014/main" id="{196A6679-B40A-A837-485B-3603A3B5A23E}"/>
                    </a:ext>
                  </a:extLst>
                </p14:cNvPr>
                <p14:cNvContentPartPr/>
                <p14:nvPr/>
              </p14:nvContentPartPr>
              <p14:xfrm>
                <a:off x="1527870" y="2132910"/>
                <a:ext cx="404280" cy="38160"/>
              </p14:xfrm>
            </p:contentPart>
          </mc:Choice>
          <mc:Fallback xmlns="">
            <p:pic>
              <p:nvPicPr>
                <p:cNvPr id="69" name="Encre 68">
                  <a:extLst>
                    <a:ext uri="{FF2B5EF4-FFF2-40B4-BE49-F238E27FC236}">
                      <a16:creationId xmlns:a16="http://schemas.microsoft.com/office/drawing/2014/main" id="{196A6679-B40A-A837-485B-3603A3B5A23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521750" y="2126790"/>
                  <a:ext cx="416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Encre 69">
                  <a:extLst>
                    <a:ext uri="{FF2B5EF4-FFF2-40B4-BE49-F238E27FC236}">
                      <a16:creationId xmlns:a16="http://schemas.microsoft.com/office/drawing/2014/main" id="{BDA368F7-29E1-A5E1-AC3C-DECC235AA323}"/>
                    </a:ext>
                  </a:extLst>
                </p14:cNvPr>
                <p14:cNvContentPartPr/>
                <p14:nvPr/>
              </p14:nvContentPartPr>
              <p14:xfrm>
                <a:off x="1577910" y="2332710"/>
                <a:ext cx="330120" cy="21600"/>
              </p14:xfrm>
            </p:contentPart>
          </mc:Choice>
          <mc:Fallback xmlns="">
            <p:pic>
              <p:nvPicPr>
                <p:cNvPr id="70" name="Encre 69">
                  <a:extLst>
                    <a:ext uri="{FF2B5EF4-FFF2-40B4-BE49-F238E27FC236}">
                      <a16:creationId xmlns:a16="http://schemas.microsoft.com/office/drawing/2014/main" id="{BDA368F7-29E1-A5E1-AC3C-DECC235AA32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71790" y="2326590"/>
                  <a:ext cx="342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2F634F5B-1823-D0E9-CF5E-59BE5EF4888E}"/>
                    </a:ext>
                  </a:extLst>
                </p14:cNvPr>
                <p14:cNvContentPartPr/>
                <p14:nvPr/>
              </p14:nvContentPartPr>
              <p14:xfrm>
                <a:off x="2156070" y="1827270"/>
                <a:ext cx="203040" cy="58248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2F634F5B-1823-D0E9-CF5E-59BE5EF4888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149950" y="1821150"/>
                  <a:ext cx="21528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Encre 71">
                  <a:extLst>
                    <a:ext uri="{FF2B5EF4-FFF2-40B4-BE49-F238E27FC236}">
                      <a16:creationId xmlns:a16="http://schemas.microsoft.com/office/drawing/2014/main" id="{BB1A0612-5287-77C4-9747-E2606764F723}"/>
                    </a:ext>
                  </a:extLst>
                </p14:cNvPr>
                <p14:cNvContentPartPr/>
                <p14:nvPr/>
              </p14:nvContentPartPr>
              <p14:xfrm>
                <a:off x="2078310" y="1960110"/>
                <a:ext cx="310320" cy="18000"/>
              </p14:xfrm>
            </p:contentPart>
          </mc:Choice>
          <mc:Fallback xmlns="">
            <p:pic>
              <p:nvPicPr>
                <p:cNvPr id="72" name="Encre 71">
                  <a:extLst>
                    <a:ext uri="{FF2B5EF4-FFF2-40B4-BE49-F238E27FC236}">
                      <a16:creationId xmlns:a16="http://schemas.microsoft.com/office/drawing/2014/main" id="{BB1A0612-5287-77C4-9747-E2606764F72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072190" y="1953990"/>
                  <a:ext cx="322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Encre 72">
                  <a:extLst>
                    <a:ext uri="{FF2B5EF4-FFF2-40B4-BE49-F238E27FC236}">
                      <a16:creationId xmlns:a16="http://schemas.microsoft.com/office/drawing/2014/main" id="{D5F27842-C2C5-EE86-DE09-29FE43E2F2D0}"/>
                    </a:ext>
                  </a:extLst>
                </p14:cNvPr>
                <p14:cNvContentPartPr/>
                <p14:nvPr/>
              </p14:nvContentPartPr>
              <p14:xfrm>
                <a:off x="2550630" y="1807830"/>
                <a:ext cx="234720" cy="219600"/>
              </p14:xfrm>
            </p:contentPart>
          </mc:Choice>
          <mc:Fallback xmlns="">
            <p:pic>
              <p:nvPicPr>
                <p:cNvPr id="73" name="Encre 72">
                  <a:extLst>
                    <a:ext uri="{FF2B5EF4-FFF2-40B4-BE49-F238E27FC236}">
                      <a16:creationId xmlns:a16="http://schemas.microsoft.com/office/drawing/2014/main" id="{D5F27842-C2C5-EE86-DE09-29FE43E2F2D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44510" y="1801710"/>
                  <a:ext cx="246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5" name="Encre 74">
                  <a:extLst>
                    <a:ext uri="{FF2B5EF4-FFF2-40B4-BE49-F238E27FC236}">
                      <a16:creationId xmlns:a16="http://schemas.microsoft.com/office/drawing/2014/main" id="{AC938F94-31BD-DB87-CA1F-E996181BE895}"/>
                    </a:ext>
                  </a:extLst>
                </p14:cNvPr>
                <p14:cNvContentPartPr/>
                <p14:nvPr/>
              </p14:nvContentPartPr>
              <p14:xfrm>
                <a:off x="2884710" y="1808550"/>
                <a:ext cx="219600" cy="493200"/>
              </p14:xfrm>
            </p:contentPart>
          </mc:Choice>
          <mc:Fallback xmlns="">
            <p:pic>
              <p:nvPicPr>
                <p:cNvPr id="75" name="Encre 74">
                  <a:extLst>
                    <a:ext uri="{FF2B5EF4-FFF2-40B4-BE49-F238E27FC236}">
                      <a16:creationId xmlns:a16="http://schemas.microsoft.com/office/drawing/2014/main" id="{AC938F94-31BD-DB87-CA1F-E996181BE89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878590" y="1802434"/>
                  <a:ext cx="231840" cy="50543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7" name="Encre 76">
                <a:extLst>
                  <a:ext uri="{FF2B5EF4-FFF2-40B4-BE49-F238E27FC236}">
                    <a16:creationId xmlns:a16="http://schemas.microsoft.com/office/drawing/2014/main" id="{5760967C-C013-2662-6717-BD45BABC35E0}"/>
                  </a:ext>
                </a:extLst>
              </p14:cNvPr>
              <p14:cNvContentPartPr/>
              <p14:nvPr/>
            </p14:nvContentPartPr>
            <p14:xfrm>
              <a:off x="2133390" y="2219670"/>
              <a:ext cx="5760" cy="281520"/>
            </p14:xfrm>
          </p:contentPart>
        </mc:Choice>
        <mc:Fallback xmlns="">
          <p:pic>
            <p:nvPicPr>
              <p:cNvPr id="77" name="Encre 76">
                <a:extLst>
                  <a:ext uri="{FF2B5EF4-FFF2-40B4-BE49-F238E27FC236}">
                    <a16:creationId xmlns:a16="http://schemas.microsoft.com/office/drawing/2014/main" id="{5760967C-C013-2662-6717-BD45BABC35E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126862" y="2213550"/>
                <a:ext cx="18816" cy="29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e 97">
            <a:extLst>
              <a:ext uri="{FF2B5EF4-FFF2-40B4-BE49-F238E27FC236}">
                <a16:creationId xmlns:a16="http://schemas.microsoft.com/office/drawing/2014/main" id="{173E6927-C937-90A9-8CD7-7D3B73F3366A}"/>
              </a:ext>
            </a:extLst>
          </p:cNvPr>
          <p:cNvGrpSpPr/>
          <p:nvPr/>
        </p:nvGrpSpPr>
        <p:grpSpPr>
          <a:xfrm>
            <a:off x="3250110" y="1690830"/>
            <a:ext cx="2867760" cy="534960"/>
            <a:chOff x="3250110" y="1690830"/>
            <a:chExt cx="286776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Encre 77">
                  <a:extLst>
                    <a:ext uri="{FF2B5EF4-FFF2-40B4-BE49-F238E27FC236}">
                      <a16:creationId xmlns:a16="http://schemas.microsoft.com/office/drawing/2014/main" id="{FC9C9F8C-0BAE-2C83-0934-7B097B9B6A63}"/>
                    </a:ext>
                  </a:extLst>
                </p14:cNvPr>
                <p14:cNvContentPartPr/>
                <p14:nvPr/>
              </p14:nvContentPartPr>
              <p14:xfrm>
                <a:off x="3250110" y="1913670"/>
                <a:ext cx="113760" cy="286200"/>
              </p14:xfrm>
            </p:contentPart>
          </mc:Choice>
          <mc:Fallback xmlns="">
            <p:pic>
              <p:nvPicPr>
                <p:cNvPr id="78" name="Encre 77">
                  <a:extLst>
                    <a:ext uri="{FF2B5EF4-FFF2-40B4-BE49-F238E27FC236}">
                      <a16:creationId xmlns:a16="http://schemas.microsoft.com/office/drawing/2014/main" id="{FC9C9F8C-0BAE-2C83-0934-7B097B9B6A6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244009" y="1907550"/>
                  <a:ext cx="125961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Encre 78">
                  <a:extLst>
                    <a:ext uri="{FF2B5EF4-FFF2-40B4-BE49-F238E27FC236}">
                      <a16:creationId xmlns:a16="http://schemas.microsoft.com/office/drawing/2014/main" id="{1A04CF91-9A42-E7CB-699C-AA03238FE459}"/>
                    </a:ext>
                  </a:extLst>
                </p14:cNvPr>
                <p14:cNvContentPartPr/>
                <p14:nvPr/>
              </p14:nvContentPartPr>
              <p14:xfrm>
                <a:off x="3267030" y="1882350"/>
                <a:ext cx="360" cy="360"/>
              </p14:xfrm>
            </p:contentPart>
          </mc:Choice>
          <mc:Fallback xmlns="">
            <p:pic>
              <p:nvPicPr>
                <p:cNvPr id="79" name="Encre 78">
                  <a:extLst>
                    <a:ext uri="{FF2B5EF4-FFF2-40B4-BE49-F238E27FC236}">
                      <a16:creationId xmlns:a16="http://schemas.microsoft.com/office/drawing/2014/main" id="{1A04CF91-9A42-E7CB-699C-AA03238FE45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60910" y="18762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Encre 79">
                  <a:extLst>
                    <a:ext uri="{FF2B5EF4-FFF2-40B4-BE49-F238E27FC236}">
                      <a16:creationId xmlns:a16="http://schemas.microsoft.com/office/drawing/2014/main" id="{FAAA3077-A7F2-1BB3-4B90-D3A3D4B6F8E6}"/>
                    </a:ext>
                  </a:extLst>
                </p14:cNvPr>
                <p14:cNvContentPartPr/>
                <p14:nvPr/>
              </p14:nvContentPartPr>
              <p14:xfrm>
                <a:off x="3497430" y="1822950"/>
                <a:ext cx="95760" cy="356400"/>
              </p14:xfrm>
            </p:contentPart>
          </mc:Choice>
          <mc:Fallback xmlns="">
            <p:pic>
              <p:nvPicPr>
                <p:cNvPr id="80" name="Encre 79">
                  <a:extLst>
                    <a:ext uri="{FF2B5EF4-FFF2-40B4-BE49-F238E27FC236}">
                      <a16:creationId xmlns:a16="http://schemas.microsoft.com/office/drawing/2014/main" id="{FAAA3077-A7F2-1BB3-4B90-D3A3D4B6F8E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91310" y="1816830"/>
                  <a:ext cx="1080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Encre 80">
                  <a:extLst>
                    <a:ext uri="{FF2B5EF4-FFF2-40B4-BE49-F238E27FC236}">
                      <a16:creationId xmlns:a16="http://schemas.microsoft.com/office/drawing/2014/main" id="{7038B070-7C6C-7C9D-D84D-6CA7DC8B5600}"/>
                    </a:ext>
                  </a:extLst>
                </p14:cNvPr>
                <p14:cNvContentPartPr/>
                <p14:nvPr/>
              </p14:nvContentPartPr>
              <p14:xfrm>
                <a:off x="3676350" y="1886670"/>
                <a:ext cx="157320" cy="339120"/>
              </p14:xfrm>
            </p:contentPart>
          </mc:Choice>
          <mc:Fallback xmlns="">
            <p:pic>
              <p:nvPicPr>
                <p:cNvPr id="81" name="Encre 80">
                  <a:extLst>
                    <a:ext uri="{FF2B5EF4-FFF2-40B4-BE49-F238E27FC236}">
                      <a16:creationId xmlns:a16="http://schemas.microsoft.com/office/drawing/2014/main" id="{7038B070-7C6C-7C9D-D84D-6CA7DC8B560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70216" y="1880556"/>
                  <a:ext cx="169588" cy="3513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Encre 81">
                  <a:extLst>
                    <a:ext uri="{FF2B5EF4-FFF2-40B4-BE49-F238E27FC236}">
                      <a16:creationId xmlns:a16="http://schemas.microsoft.com/office/drawing/2014/main" id="{9D297E1B-543E-61F2-D294-C3CC12D5935E}"/>
                    </a:ext>
                  </a:extLst>
                </p14:cNvPr>
                <p14:cNvContentPartPr/>
                <p14:nvPr/>
              </p14:nvContentPartPr>
              <p14:xfrm>
                <a:off x="3666270" y="1845270"/>
                <a:ext cx="8640" cy="7200"/>
              </p14:xfrm>
            </p:contentPart>
          </mc:Choice>
          <mc:Fallback xmlns="">
            <p:pic>
              <p:nvPicPr>
                <p:cNvPr id="82" name="Encre 81">
                  <a:extLst>
                    <a:ext uri="{FF2B5EF4-FFF2-40B4-BE49-F238E27FC236}">
                      <a16:creationId xmlns:a16="http://schemas.microsoft.com/office/drawing/2014/main" id="{9D297E1B-543E-61F2-D294-C3CC12D593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60150" y="1838828"/>
                  <a:ext cx="20880" cy="20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Encre 82">
                  <a:extLst>
                    <a:ext uri="{FF2B5EF4-FFF2-40B4-BE49-F238E27FC236}">
                      <a16:creationId xmlns:a16="http://schemas.microsoft.com/office/drawing/2014/main" id="{1F764A8F-52A6-E3F3-B600-E0218FD8D61B}"/>
                    </a:ext>
                  </a:extLst>
                </p14:cNvPr>
                <p14:cNvContentPartPr/>
                <p14:nvPr/>
              </p14:nvContentPartPr>
              <p14:xfrm>
                <a:off x="3964350" y="1991430"/>
                <a:ext cx="95760" cy="5040"/>
              </p14:xfrm>
            </p:contentPart>
          </mc:Choice>
          <mc:Fallback xmlns="">
            <p:pic>
              <p:nvPicPr>
                <p:cNvPr id="83" name="Encre 82">
                  <a:extLst>
                    <a:ext uri="{FF2B5EF4-FFF2-40B4-BE49-F238E27FC236}">
                      <a16:creationId xmlns:a16="http://schemas.microsoft.com/office/drawing/2014/main" id="{1F764A8F-52A6-E3F3-B600-E0218FD8D61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58207" y="1984839"/>
                  <a:ext cx="108046" cy="18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Encre 83">
                  <a:extLst>
                    <a:ext uri="{FF2B5EF4-FFF2-40B4-BE49-F238E27FC236}">
                      <a16:creationId xmlns:a16="http://schemas.microsoft.com/office/drawing/2014/main" id="{78266397-95D3-94EC-4FAC-C5952F0EE04D}"/>
                    </a:ext>
                  </a:extLst>
                </p14:cNvPr>
                <p14:cNvContentPartPr/>
                <p14:nvPr/>
              </p14:nvContentPartPr>
              <p14:xfrm>
                <a:off x="3968670" y="1927710"/>
                <a:ext cx="51480" cy="236160"/>
              </p14:xfrm>
            </p:contentPart>
          </mc:Choice>
          <mc:Fallback xmlns="">
            <p:pic>
              <p:nvPicPr>
                <p:cNvPr id="84" name="Encre 83">
                  <a:extLst>
                    <a:ext uri="{FF2B5EF4-FFF2-40B4-BE49-F238E27FC236}">
                      <a16:creationId xmlns:a16="http://schemas.microsoft.com/office/drawing/2014/main" id="{78266397-95D3-94EC-4FAC-C5952F0EE04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62550" y="1921590"/>
                  <a:ext cx="63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BF597173-B558-3C85-C43D-614CB73A36A9}"/>
                    </a:ext>
                  </a:extLst>
                </p14:cNvPr>
                <p14:cNvContentPartPr/>
                <p14:nvPr/>
              </p14:nvContentPartPr>
              <p14:xfrm>
                <a:off x="4177830" y="1813950"/>
                <a:ext cx="19800" cy="33084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BF597173-B558-3C85-C43D-614CB73A36A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71710" y="1807830"/>
                  <a:ext cx="320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Encre 85">
                  <a:extLst>
                    <a:ext uri="{FF2B5EF4-FFF2-40B4-BE49-F238E27FC236}">
                      <a16:creationId xmlns:a16="http://schemas.microsoft.com/office/drawing/2014/main" id="{D0354E6A-1EA2-3637-66DF-A3FC73E3037C}"/>
                    </a:ext>
                  </a:extLst>
                </p14:cNvPr>
                <p14:cNvContentPartPr/>
                <p14:nvPr/>
              </p14:nvContentPartPr>
              <p14:xfrm>
                <a:off x="4303830" y="1690830"/>
                <a:ext cx="66960" cy="473040"/>
              </p14:xfrm>
            </p:contentPart>
          </mc:Choice>
          <mc:Fallback xmlns="">
            <p:pic>
              <p:nvPicPr>
                <p:cNvPr id="86" name="Encre 85">
                  <a:extLst>
                    <a:ext uri="{FF2B5EF4-FFF2-40B4-BE49-F238E27FC236}">
                      <a16:creationId xmlns:a16="http://schemas.microsoft.com/office/drawing/2014/main" id="{D0354E6A-1EA2-3637-66DF-A3FC73E3037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97677" y="1684710"/>
                  <a:ext cx="79266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Encre 87">
                  <a:extLst>
                    <a:ext uri="{FF2B5EF4-FFF2-40B4-BE49-F238E27FC236}">
                      <a16:creationId xmlns:a16="http://schemas.microsoft.com/office/drawing/2014/main" id="{829E2247-C54D-58B5-2172-1260D94975C4}"/>
                    </a:ext>
                  </a:extLst>
                </p14:cNvPr>
                <p14:cNvContentPartPr/>
                <p14:nvPr/>
              </p14:nvContentPartPr>
              <p14:xfrm>
                <a:off x="4519830" y="2005110"/>
                <a:ext cx="208440" cy="18720"/>
              </p14:xfrm>
            </p:contentPart>
          </mc:Choice>
          <mc:Fallback xmlns="">
            <p:pic>
              <p:nvPicPr>
                <p:cNvPr id="88" name="Encre 87">
                  <a:extLst>
                    <a:ext uri="{FF2B5EF4-FFF2-40B4-BE49-F238E27FC236}">
                      <a16:creationId xmlns:a16="http://schemas.microsoft.com/office/drawing/2014/main" id="{829E2247-C54D-58B5-2172-1260D94975C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13721" y="1998870"/>
                  <a:ext cx="220659" cy="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9B284B4F-E073-8FF9-66F3-F68F219E2535}"/>
                    </a:ext>
                  </a:extLst>
                </p14:cNvPr>
                <p14:cNvContentPartPr/>
                <p14:nvPr/>
              </p14:nvContentPartPr>
              <p14:xfrm>
                <a:off x="4813230" y="1859310"/>
                <a:ext cx="327240" cy="28152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9B284B4F-E073-8FF9-66F3-F68F219E253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07110" y="1853190"/>
                  <a:ext cx="3394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A2AC3C3E-F347-4243-C7CB-4E8F8762BFC5}"/>
                    </a:ext>
                  </a:extLst>
                </p14:cNvPr>
                <p14:cNvContentPartPr/>
                <p14:nvPr/>
              </p14:nvContentPartPr>
              <p14:xfrm>
                <a:off x="5318310" y="1718190"/>
                <a:ext cx="73800" cy="35028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A2AC3C3E-F347-4243-C7CB-4E8F8762BFC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12190" y="1712076"/>
                  <a:ext cx="86040" cy="362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1619930D-DCD2-5FDF-EB82-AE349F95D540}"/>
                    </a:ext>
                  </a:extLst>
                </p14:cNvPr>
                <p14:cNvContentPartPr/>
                <p14:nvPr/>
              </p14:nvContentPartPr>
              <p14:xfrm>
                <a:off x="5519190" y="1863990"/>
                <a:ext cx="316440" cy="17460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1619930D-DCD2-5FDF-EB82-AE349F95D5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13070" y="1857857"/>
                  <a:ext cx="328680" cy="186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7AA09893-0E4E-0DC0-988A-82AEE3CFCFD9}"/>
                    </a:ext>
                  </a:extLst>
                </p14:cNvPr>
                <p14:cNvContentPartPr/>
                <p14:nvPr/>
              </p14:nvContentPartPr>
              <p14:xfrm>
                <a:off x="5960910" y="1940670"/>
                <a:ext cx="156960" cy="1944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7AA09893-0E4E-0DC0-988A-82AEE3CFCFD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54804" y="1934435"/>
                  <a:ext cx="169172" cy="31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Encre 93">
                  <a:extLst>
                    <a:ext uri="{FF2B5EF4-FFF2-40B4-BE49-F238E27FC236}">
                      <a16:creationId xmlns:a16="http://schemas.microsoft.com/office/drawing/2014/main" id="{85F4CF0C-951F-C94F-E501-1F0B1505EFB4}"/>
                    </a:ext>
                  </a:extLst>
                </p14:cNvPr>
                <p14:cNvContentPartPr/>
                <p14:nvPr/>
              </p14:nvContentPartPr>
              <p14:xfrm>
                <a:off x="6098790" y="1863990"/>
                <a:ext cx="360" cy="185040"/>
              </p14:xfrm>
            </p:contentPart>
          </mc:Choice>
          <mc:Fallback xmlns="">
            <p:pic>
              <p:nvPicPr>
                <p:cNvPr id="94" name="Encre 93">
                  <a:extLst>
                    <a:ext uri="{FF2B5EF4-FFF2-40B4-BE49-F238E27FC236}">
                      <a16:creationId xmlns:a16="http://schemas.microsoft.com/office/drawing/2014/main" id="{85F4CF0C-951F-C94F-E501-1F0B1505EFB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92670" y="1857858"/>
                  <a:ext cx="12600" cy="1973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9226B3E7-8859-8A57-6BA8-5E7C04AB2D1F}"/>
              </a:ext>
            </a:extLst>
          </p:cNvPr>
          <p:cNvGrpSpPr/>
          <p:nvPr/>
        </p:nvGrpSpPr>
        <p:grpSpPr>
          <a:xfrm>
            <a:off x="6332790" y="1622430"/>
            <a:ext cx="223200" cy="568080"/>
            <a:chOff x="6332790" y="1622430"/>
            <a:chExt cx="223200" cy="56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96FE5036-CADA-8CE1-5123-14714BED8733}"/>
                    </a:ext>
                  </a:extLst>
                </p14:cNvPr>
                <p14:cNvContentPartPr/>
                <p14:nvPr/>
              </p14:nvContentPartPr>
              <p14:xfrm>
                <a:off x="6332790" y="1804590"/>
                <a:ext cx="45720" cy="20160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96FE5036-CADA-8CE1-5123-14714BED87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26718" y="1798459"/>
                  <a:ext cx="57864" cy="2138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Encre 95">
                  <a:extLst>
                    <a:ext uri="{FF2B5EF4-FFF2-40B4-BE49-F238E27FC236}">
                      <a16:creationId xmlns:a16="http://schemas.microsoft.com/office/drawing/2014/main" id="{B0D794CD-8458-5CFB-0388-FFB5CF80475C}"/>
                    </a:ext>
                  </a:extLst>
                </p14:cNvPr>
                <p14:cNvContentPartPr/>
                <p14:nvPr/>
              </p14:nvContentPartPr>
              <p14:xfrm>
                <a:off x="6407670" y="1622430"/>
                <a:ext cx="148320" cy="568080"/>
              </p14:xfrm>
            </p:contentPart>
          </mc:Choice>
          <mc:Fallback xmlns="">
            <p:pic>
              <p:nvPicPr>
                <p:cNvPr id="96" name="Encre 95">
                  <a:extLst>
                    <a:ext uri="{FF2B5EF4-FFF2-40B4-BE49-F238E27FC236}">
                      <a16:creationId xmlns:a16="http://schemas.microsoft.com/office/drawing/2014/main" id="{B0D794CD-8458-5CFB-0388-FFB5CF80475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01550" y="1616310"/>
                  <a:ext cx="160560" cy="58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9" name="Encre 98">
                <a:extLst>
                  <a:ext uri="{FF2B5EF4-FFF2-40B4-BE49-F238E27FC236}">
                    <a16:creationId xmlns:a16="http://schemas.microsoft.com/office/drawing/2014/main" id="{91E6B72B-A7E2-6C16-6EC3-AA326424173E}"/>
                  </a:ext>
                </a:extLst>
              </p14:cNvPr>
              <p14:cNvContentPartPr/>
              <p14:nvPr/>
            </p14:nvContentPartPr>
            <p14:xfrm>
              <a:off x="6630870" y="1494630"/>
              <a:ext cx="208800" cy="632880"/>
            </p14:xfrm>
          </p:contentPart>
        </mc:Choice>
        <mc:Fallback xmlns="">
          <p:pic>
            <p:nvPicPr>
              <p:cNvPr id="99" name="Encre 98">
                <a:extLst>
                  <a:ext uri="{FF2B5EF4-FFF2-40B4-BE49-F238E27FC236}">
                    <a16:creationId xmlns:a16="http://schemas.microsoft.com/office/drawing/2014/main" id="{91E6B72B-A7E2-6C16-6EC3-AA326424173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624750" y="1488510"/>
                <a:ext cx="221040" cy="64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0CCF4649-156E-0C51-FB9D-60F2DC3955F2}"/>
              </a:ext>
            </a:extLst>
          </p:cNvPr>
          <p:cNvGrpSpPr/>
          <p:nvPr/>
        </p:nvGrpSpPr>
        <p:grpSpPr>
          <a:xfrm>
            <a:off x="7094190" y="1539990"/>
            <a:ext cx="655920" cy="503640"/>
            <a:chOff x="7094190" y="1539990"/>
            <a:chExt cx="6559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Encre 99">
                  <a:extLst>
                    <a:ext uri="{FF2B5EF4-FFF2-40B4-BE49-F238E27FC236}">
                      <a16:creationId xmlns:a16="http://schemas.microsoft.com/office/drawing/2014/main" id="{1D3F4561-C311-93B3-92BC-A4A1FBE6711D}"/>
                    </a:ext>
                  </a:extLst>
                </p14:cNvPr>
                <p14:cNvContentPartPr/>
                <p14:nvPr/>
              </p14:nvContentPartPr>
              <p14:xfrm>
                <a:off x="7094190" y="1539990"/>
                <a:ext cx="299880" cy="460440"/>
              </p14:xfrm>
            </p:contentPart>
          </mc:Choice>
          <mc:Fallback xmlns="">
            <p:pic>
              <p:nvPicPr>
                <p:cNvPr id="100" name="Encre 99">
                  <a:extLst>
                    <a:ext uri="{FF2B5EF4-FFF2-40B4-BE49-F238E27FC236}">
                      <a16:creationId xmlns:a16="http://schemas.microsoft.com/office/drawing/2014/main" id="{1D3F4561-C311-93B3-92BC-A4A1FBE6711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88070" y="1533870"/>
                  <a:ext cx="3121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85E41240-58C0-3396-0683-2EE69060EBB3}"/>
                    </a:ext>
                  </a:extLst>
                </p14:cNvPr>
                <p14:cNvContentPartPr/>
                <p14:nvPr/>
              </p14:nvContentPartPr>
              <p14:xfrm>
                <a:off x="7569750" y="1604430"/>
                <a:ext cx="180360" cy="43920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85E41240-58C0-3396-0683-2EE69060EB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63630" y="1598310"/>
                  <a:ext cx="1926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6FAF6276-0D7D-1E36-AC4A-D4232905CA4F}"/>
                    </a:ext>
                  </a:extLst>
                </p14:cNvPr>
                <p14:cNvContentPartPr/>
                <p14:nvPr/>
              </p14:nvContentPartPr>
              <p14:xfrm>
                <a:off x="7691070" y="1585710"/>
                <a:ext cx="2880" cy="216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6FAF6276-0D7D-1E36-AC4A-D4232905CA4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84950" y="1579590"/>
                  <a:ext cx="1512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3" name="Encre 102">
                <a:extLst>
                  <a:ext uri="{FF2B5EF4-FFF2-40B4-BE49-F238E27FC236}">
                    <a16:creationId xmlns:a16="http://schemas.microsoft.com/office/drawing/2014/main" id="{DE4976F2-DC8C-328B-BA8A-052158FC1A82}"/>
                  </a:ext>
                </a:extLst>
              </p14:cNvPr>
              <p14:cNvContentPartPr/>
              <p14:nvPr/>
            </p14:nvContentPartPr>
            <p14:xfrm>
              <a:off x="7934070" y="1312470"/>
              <a:ext cx="37440" cy="226080"/>
            </p14:xfrm>
          </p:contentPart>
        </mc:Choice>
        <mc:Fallback xmlns="">
          <p:pic>
            <p:nvPicPr>
              <p:cNvPr id="103" name="Encre 102">
                <a:extLst>
                  <a:ext uri="{FF2B5EF4-FFF2-40B4-BE49-F238E27FC236}">
                    <a16:creationId xmlns:a16="http://schemas.microsoft.com/office/drawing/2014/main" id="{DE4976F2-DC8C-328B-BA8A-052158FC1A8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927891" y="1306350"/>
                <a:ext cx="49799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5" name="Encre 104">
                <a:extLst>
                  <a:ext uri="{FF2B5EF4-FFF2-40B4-BE49-F238E27FC236}">
                    <a16:creationId xmlns:a16="http://schemas.microsoft.com/office/drawing/2014/main" id="{64BE47D7-DF8A-36D7-C6BF-91BB40606ADE}"/>
                  </a:ext>
                </a:extLst>
              </p14:cNvPr>
              <p14:cNvContentPartPr/>
              <p14:nvPr/>
            </p14:nvContentPartPr>
            <p14:xfrm>
              <a:off x="8231790" y="1613430"/>
              <a:ext cx="320040" cy="288360"/>
            </p14:xfrm>
          </p:contentPart>
        </mc:Choice>
        <mc:Fallback xmlns="">
          <p:pic>
            <p:nvPicPr>
              <p:cNvPr id="105" name="Encre 104">
                <a:extLst>
                  <a:ext uri="{FF2B5EF4-FFF2-40B4-BE49-F238E27FC236}">
                    <a16:creationId xmlns:a16="http://schemas.microsoft.com/office/drawing/2014/main" id="{64BE47D7-DF8A-36D7-C6BF-91BB40606AD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225670" y="1607310"/>
                <a:ext cx="3322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06" name="Encre 105">
                <a:extLst>
                  <a:ext uri="{FF2B5EF4-FFF2-40B4-BE49-F238E27FC236}">
                    <a16:creationId xmlns:a16="http://schemas.microsoft.com/office/drawing/2014/main" id="{FA248F68-CAA0-70B4-E77C-199209A3A5AD}"/>
                  </a:ext>
                </a:extLst>
              </p14:cNvPr>
              <p14:cNvContentPartPr/>
              <p14:nvPr/>
            </p14:nvContentPartPr>
            <p14:xfrm>
              <a:off x="7979790" y="1872990"/>
              <a:ext cx="64800" cy="118800"/>
            </p14:xfrm>
          </p:contentPart>
        </mc:Choice>
        <mc:Fallback xmlns="">
          <p:pic>
            <p:nvPicPr>
              <p:cNvPr id="106" name="Encre 105">
                <a:extLst>
                  <a:ext uri="{FF2B5EF4-FFF2-40B4-BE49-F238E27FC236}">
                    <a16:creationId xmlns:a16="http://schemas.microsoft.com/office/drawing/2014/main" id="{FA248F68-CAA0-70B4-E77C-199209A3A5AD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973636" y="1866870"/>
                <a:ext cx="77108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07" name="Encre 106">
                <a:extLst>
                  <a:ext uri="{FF2B5EF4-FFF2-40B4-BE49-F238E27FC236}">
                    <a16:creationId xmlns:a16="http://schemas.microsoft.com/office/drawing/2014/main" id="{22A7E067-92A3-61FE-5BEF-3E95FA1B72A0}"/>
                  </a:ext>
                </a:extLst>
              </p14:cNvPr>
              <p14:cNvContentPartPr/>
              <p14:nvPr/>
            </p14:nvContentPartPr>
            <p14:xfrm>
              <a:off x="8741550" y="1545030"/>
              <a:ext cx="9720" cy="99720"/>
            </p14:xfrm>
          </p:contentPart>
        </mc:Choice>
        <mc:Fallback xmlns="">
          <p:pic>
            <p:nvPicPr>
              <p:cNvPr id="107" name="Encre 106">
                <a:extLst>
                  <a:ext uri="{FF2B5EF4-FFF2-40B4-BE49-F238E27FC236}">
                    <a16:creationId xmlns:a16="http://schemas.microsoft.com/office/drawing/2014/main" id="{22A7E067-92A3-61FE-5BEF-3E95FA1B72A0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735430" y="1538910"/>
                <a:ext cx="219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08" name="Encre 107">
                <a:extLst>
                  <a:ext uri="{FF2B5EF4-FFF2-40B4-BE49-F238E27FC236}">
                    <a16:creationId xmlns:a16="http://schemas.microsoft.com/office/drawing/2014/main" id="{7B7E1E2A-C245-4921-7EEB-5EC4D7A575AE}"/>
                  </a:ext>
                </a:extLst>
              </p14:cNvPr>
              <p14:cNvContentPartPr/>
              <p14:nvPr/>
            </p14:nvContentPartPr>
            <p14:xfrm>
              <a:off x="8990670" y="1353510"/>
              <a:ext cx="22320" cy="556200"/>
            </p14:xfrm>
          </p:contentPart>
        </mc:Choice>
        <mc:Fallback xmlns="">
          <p:pic>
            <p:nvPicPr>
              <p:cNvPr id="108" name="Encre 107">
                <a:extLst>
                  <a:ext uri="{FF2B5EF4-FFF2-40B4-BE49-F238E27FC236}">
                    <a16:creationId xmlns:a16="http://schemas.microsoft.com/office/drawing/2014/main" id="{7B7E1E2A-C245-4921-7EEB-5EC4D7A575AE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984550" y="1347390"/>
                <a:ext cx="34560" cy="56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7F157CEB-F05B-7D72-FBED-379D5889D1F2}"/>
              </a:ext>
            </a:extLst>
          </p:cNvPr>
          <p:cNvGrpSpPr/>
          <p:nvPr/>
        </p:nvGrpSpPr>
        <p:grpSpPr>
          <a:xfrm>
            <a:off x="9219990" y="1394190"/>
            <a:ext cx="209880" cy="533160"/>
            <a:chOff x="9219990" y="1394190"/>
            <a:chExt cx="209880" cy="53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596B79B1-1F45-7806-6BF4-BED4E3D1B9AF}"/>
                    </a:ext>
                  </a:extLst>
                </p14:cNvPr>
                <p14:cNvContentPartPr/>
                <p14:nvPr/>
              </p14:nvContentPartPr>
              <p14:xfrm>
                <a:off x="9219990" y="1458270"/>
                <a:ext cx="209880" cy="46908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596B79B1-1F45-7806-6BF4-BED4E3D1B9A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213859" y="1452150"/>
                  <a:ext cx="222141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399D35AB-1F62-C4A2-BC25-7E3B62E6F23D}"/>
                    </a:ext>
                  </a:extLst>
                </p14:cNvPr>
                <p14:cNvContentPartPr/>
                <p14:nvPr/>
              </p14:nvContentPartPr>
              <p14:xfrm>
                <a:off x="9292710" y="1394190"/>
                <a:ext cx="2160" cy="216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399D35AB-1F62-C4A2-BC25-7E3B62E6F2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85366" y="1388070"/>
                  <a:ext cx="16848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1566FC87-BE73-1FBC-3BF6-F25CAA054914}"/>
              </a:ext>
            </a:extLst>
          </p:cNvPr>
          <p:cNvGrpSpPr/>
          <p:nvPr/>
        </p:nvGrpSpPr>
        <p:grpSpPr>
          <a:xfrm>
            <a:off x="9609870" y="1440270"/>
            <a:ext cx="870840" cy="486360"/>
            <a:chOff x="9609870" y="1440270"/>
            <a:chExt cx="87084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32989DF0-3A9C-17B4-6546-AF53DD8376E0}"/>
                    </a:ext>
                  </a:extLst>
                </p14:cNvPr>
                <p14:cNvContentPartPr/>
                <p14:nvPr/>
              </p14:nvContentPartPr>
              <p14:xfrm>
                <a:off x="9609870" y="1704150"/>
                <a:ext cx="31680" cy="14148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32989DF0-3A9C-17B4-6546-AF53DD8376E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03750" y="1698014"/>
                  <a:ext cx="43920" cy="1537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Encre 111">
                  <a:extLst>
                    <a:ext uri="{FF2B5EF4-FFF2-40B4-BE49-F238E27FC236}">
                      <a16:creationId xmlns:a16="http://schemas.microsoft.com/office/drawing/2014/main" id="{D975512D-364F-7EA6-7E00-8A0D42407CBB}"/>
                    </a:ext>
                  </a:extLst>
                </p14:cNvPr>
                <p14:cNvContentPartPr/>
                <p14:nvPr/>
              </p14:nvContentPartPr>
              <p14:xfrm>
                <a:off x="9765390" y="1539990"/>
                <a:ext cx="366840" cy="196200"/>
              </p14:xfrm>
            </p:contentPart>
          </mc:Choice>
          <mc:Fallback xmlns="">
            <p:pic>
              <p:nvPicPr>
                <p:cNvPr id="112" name="Encre 111">
                  <a:extLst>
                    <a:ext uri="{FF2B5EF4-FFF2-40B4-BE49-F238E27FC236}">
                      <a16:creationId xmlns:a16="http://schemas.microsoft.com/office/drawing/2014/main" id="{D975512D-364F-7EA6-7E00-8A0D42407CB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59270" y="1533870"/>
                  <a:ext cx="379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Encre 112">
                  <a:extLst>
                    <a:ext uri="{FF2B5EF4-FFF2-40B4-BE49-F238E27FC236}">
                      <a16:creationId xmlns:a16="http://schemas.microsoft.com/office/drawing/2014/main" id="{2D2BC103-4E46-ACD8-83C4-7516252AF615}"/>
                    </a:ext>
                  </a:extLst>
                </p14:cNvPr>
                <p14:cNvContentPartPr/>
                <p14:nvPr/>
              </p14:nvContentPartPr>
              <p14:xfrm>
                <a:off x="10254990" y="1440270"/>
                <a:ext cx="225720" cy="486360"/>
              </p14:xfrm>
            </p:contentPart>
          </mc:Choice>
          <mc:Fallback xmlns="">
            <p:pic>
              <p:nvPicPr>
                <p:cNvPr id="113" name="Encre 112">
                  <a:extLst>
                    <a:ext uri="{FF2B5EF4-FFF2-40B4-BE49-F238E27FC236}">
                      <a16:creationId xmlns:a16="http://schemas.microsoft.com/office/drawing/2014/main" id="{2D2BC103-4E46-ACD8-83C4-7516252AF6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48870" y="1434150"/>
                  <a:ext cx="237960" cy="49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6" name="Encre 115">
                <a:extLst>
                  <a:ext uri="{FF2B5EF4-FFF2-40B4-BE49-F238E27FC236}">
                    <a16:creationId xmlns:a16="http://schemas.microsoft.com/office/drawing/2014/main" id="{A362A15F-455A-E4E0-ECDF-0C30D8859A84}"/>
                  </a:ext>
                </a:extLst>
              </p14:cNvPr>
              <p14:cNvContentPartPr/>
              <p14:nvPr/>
            </p14:nvContentPartPr>
            <p14:xfrm>
              <a:off x="7277790" y="2116350"/>
              <a:ext cx="3228840" cy="291600"/>
            </p14:xfrm>
          </p:contentPart>
        </mc:Choice>
        <mc:Fallback xmlns="">
          <p:pic>
            <p:nvPicPr>
              <p:cNvPr id="116" name="Encre 115">
                <a:extLst>
                  <a:ext uri="{FF2B5EF4-FFF2-40B4-BE49-F238E27FC236}">
                    <a16:creationId xmlns:a16="http://schemas.microsoft.com/office/drawing/2014/main" id="{A362A15F-455A-E4E0-ECDF-0C30D8859A8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271670" y="2110230"/>
                <a:ext cx="324108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AFE078C5-6B61-8497-4CE4-6CA4F33A401A}"/>
              </a:ext>
            </a:extLst>
          </p:cNvPr>
          <p:cNvGrpSpPr/>
          <p:nvPr/>
        </p:nvGrpSpPr>
        <p:grpSpPr>
          <a:xfrm>
            <a:off x="8107230" y="2407590"/>
            <a:ext cx="1009440" cy="680760"/>
            <a:chOff x="8107230" y="2407590"/>
            <a:chExt cx="1009440" cy="68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Encre 116">
                  <a:extLst>
                    <a:ext uri="{FF2B5EF4-FFF2-40B4-BE49-F238E27FC236}">
                      <a16:creationId xmlns:a16="http://schemas.microsoft.com/office/drawing/2014/main" id="{D3B92E2F-AC31-5D4C-9224-E279B12EAA96}"/>
                    </a:ext>
                  </a:extLst>
                </p14:cNvPr>
                <p14:cNvContentPartPr/>
                <p14:nvPr/>
              </p14:nvContentPartPr>
              <p14:xfrm>
                <a:off x="8107230" y="2407590"/>
                <a:ext cx="364680" cy="418680"/>
              </p14:xfrm>
            </p:contentPart>
          </mc:Choice>
          <mc:Fallback xmlns="">
            <p:pic>
              <p:nvPicPr>
                <p:cNvPr id="117" name="Encre 116">
                  <a:extLst>
                    <a:ext uri="{FF2B5EF4-FFF2-40B4-BE49-F238E27FC236}">
                      <a16:creationId xmlns:a16="http://schemas.microsoft.com/office/drawing/2014/main" id="{D3B92E2F-AC31-5D4C-9224-E279B12EAA9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01110" y="2401470"/>
                  <a:ext cx="3769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DBB01D73-7AD0-0869-D812-4A9ADB687FF8}"/>
                    </a:ext>
                  </a:extLst>
                </p14:cNvPr>
                <p14:cNvContentPartPr/>
                <p14:nvPr/>
              </p14:nvContentPartPr>
              <p14:xfrm>
                <a:off x="8627430" y="2698110"/>
                <a:ext cx="154080" cy="36288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DBB01D73-7AD0-0869-D812-4A9ADB687FF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21310" y="2691990"/>
                  <a:ext cx="1663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7A409CE8-8F11-666B-AEED-33782359DF35}"/>
                    </a:ext>
                  </a:extLst>
                </p14:cNvPr>
                <p14:cNvContentPartPr/>
                <p14:nvPr/>
              </p14:nvContentPartPr>
              <p14:xfrm>
                <a:off x="8934510" y="2757150"/>
                <a:ext cx="108000" cy="33120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7A409CE8-8F11-666B-AEED-33782359DF3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928390" y="2751030"/>
                  <a:ext cx="1202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6C0FF594-6844-DF9C-B24F-0E474592F751}"/>
                    </a:ext>
                  </a:extLst>
                </p14:cNvPr>
                <p14:cNvContentPartPr/>
                <p14:nvPr/>
              </p14:nvContentPartPr>
              <p14:xfrm>
                <a:off x="9012630" y="2693070"/>
                <a:ext cx="2160" cy="5040"/>
              </p14:xfrm>
            </p:contentPart>
          </mc:Choice>
          <mc:Fallback xmlns=""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6C0FF594-6844-DF9C-B24F-0E474592F75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05286" y="2686950"/>
                  <a:ext cx="16848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73293F87-5FC5-9FDF-F3E1-AC08D1DF1994}"/>
                    </a:ext>
                  </a:extLst>
                </p14:cNvPr>
                <p14:cNvContentPartPr/>
                <p14:nvPr/>
              </p14:nvContentPartPr>
              <p14:xfrm>
                <a:off x="8984910" y="2647710"/>
                <a:ext cx="131760" cy="88200"/>
              </p14:xfrm>
            </p:contentPart>
          </mc:Choice>
          <mc:Fallback xmlns=""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73293F87-5FC5-9FDF-F3E1-AC08D1DF199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978807" y="2641565"/>
                  <a:ext cx="143967" cy="10049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4876D7C9-98E9-127E-757F-7031D314288E}"/>
              </a:ext>
            </a:extLst>
          </p:cNvPr>
          <p:cNvGrpSpPr/>
          <p:nvPr/>
        </p:nvGrpSpPr>
        <p:grpSpPr>
          <a:xfrm>
            <a:off x="9433470" y="2410830"/>
            <a:ext cx="1434240" cy="525960"/>
            <a:chOff x="9433470" y="2410830"/>
            <a:chExt cx="143424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4" name="Encre 123">
                  <a:extLst>
                    <a:ext uri="{FF2B5EF4-FFF2-40B4-BE49-F238E27FC236}">
                      <a16:creationId xmlns:a16="http://schemas.microsoft.com/office/drawing/2014/main" id="{8E7BFB81-9AE3-7ABD-5AF8-51B8A5CB6747}"/>
                    </a:ext>
                  </a:extLst>
                </p14:cNvPr>
                <p14:cNvContentPartPr/>
                <p14:nvPr/>
              </p14:nvContentPartPr>
              <p14:xfrm>
                <a:off x="9433470" y="2410830"/>
                <a:ext cx="276120" cy="438480"/>
              </p14:xfrm>
            </p:contentPart>
          </mc:Choice>
          <mc:Fallback xmlns="">
            <p:pic>
              <p:nvPicPr>
                <p:cNvPr id="124" name="Encre 123">
                  <a:extLst>
                    <a:ext uri="{FF2B5EF4-FFF2-40B4-BE49-F238E27FC236}">
                      <a16:creationId xmlns:a16="http://schemas.microsoft.com/office/drawing/2014/main" id="{8E7BFB81-9AE3-7ABD-5AF8-51B8A5CB674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427358" y="2404710"/>
                  <a:ext cx="288344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5" name="Encre 124">
                  <a:extLst>
                    <a:ext uri="{FF2B5EF4-FFF2-40B4-BE49-F238E27FC236}">
                      <a16:creationId xmlns:a16="http://schemas.microsoft.com/office/drawing/2014/main" id="{1110F8C5-AE25-2A61-AB72-DBAD2F86A1AC}"/>
                    </a:ext>
                  </a:extLst>
                </p14:cNvPr>
                <p14:cNvContentPartPr/>
                <p14:nvPr/>
              </p14:nvContentPartPr>
              <p14:xfrm>
                <a:off x="9910470" y="2688750"/>
                <a:ext cx="379800" cy="248040"/>
              </p14:xfrm>
            </p:contentPart>
          </mc:Choice>
          <mc:Fallback xmlns="">
            <p:pic>
              <p:nvPicPr>
                <p:cNvPr id="125" name="Encre 124">
                  <a:extLst>
                    <a:ext uri="{FF2B5EF4-FFF2-40B4-BE49-F238E27FC236}">
                      <a16:creationId xmlns:a16="http://schemas.microsoft.com/office/drawing/2014/main" id="{1110F8C5-AE25-2A61-AB72-DBAD2F86A1A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904350" y="2682621"/>
                  <a:ext cx="392040" cy="2602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6" name="Encre 125">
                  <a:extLst>
                    <a:ext uri="{FF2B5EF4-FFF2-40B4-BE49-F238E27FC236}">
                      <a16:creationId xmlns:a16="http://schemas.microsoft.com/office/drawing/2014/main" id="{3271CD45-2C75-A498-47F5-F5AEC7C64262}"/>
                    </a:ext>
                  </a:extLst>
                </p14:cNvPr>
                <p14:cNvContentPartPr/>
                <p14:nvPr/>
              </p14:nvContentPartPr>
              <p14:xfrm>
                <a:off x="10416630" y="2734830"/>
                <a:ext cx="342360" cy="151200"/>
              </p14:xfrm>
            </p:contentPart>
          </mc:Choice>
          <mc:Fallback xmlns="">
            <p:pic>
              <p:nvPicPr>
                <p:cNvPr id="126" name="Encre 125">
                  <a:extLst>
                    <a:ext uri="{FF2B5EF4-FFF2-40B4-BE49-F238E27FC236}">
                      <a16:creationId xmlns:a16="http://schemas.microsoft.com/office/drawing/2014/main" id="{3271CD45-2C75-A498-47F5-F5AEC7C6426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410510" y="2728725"/>
                  <a:ext cx="354600" cy="1634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8" name="Encre 127">
                  <a:extLst>
                    <a:ext uri="{FF2B5EF4-FFF2-40B4-BE49-F238E27FC236}">
                      <a16:creationId xmlns:a16="http://schemas.microsoft.com/office/drawing/2014/main" id="{05D9D1B8-8616-FE21-7EDB-B594467386FC}"/>
                    </a:ext>
                  </a:extLst>
                </p14:cNvPr>
                <p14:cNvContentPartPr/>
                <p14:nvPr/>
              </p14:nvContentPartPr>
              <p14:xfrm>
                <a:off x="10719750" y="2470230"/>
                <a:ext cx="147960" cy="210600"/>
              </p14:xfrm>
            </p:contentPart>
          </mc:Choice>
          <mc:Fallback xmlns="">
            <p:pic>
              <p:nvPicPr>
                <p:cNvPr id="128" name="Encre 127">
                  <a:extLst>
                    <a:ext uri="{FF2B5EF4-FFF2-40B4-BE49-F238E27FC236}">
                      <a16:creationId xmlns:a16="http://schemas.microsoft.com/office/drawing/2014/main" id="{05D9D1B8-8616-FE21-7EDB-B594467386F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713630" y="2464100"/>
                  <a:ext cx="160200" cy="22286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A90B410D-5DA9-4C1F-0EC9-64199521949D}"/>
              </a:ext>
            </a:extLst>
          </p:cNvPr>
          <p:cNvGrpSpPr/>
          <p:nvPr/>
        </p:nvGrpSpPr>
        <p:grpSpPr>
          <a:xfrm>
            <a:off x="1866990" y="3540870"/>
            <a:ext cx="1479960" cy="1045800"/>
            <a:chOff x="1866990" y="3540870"/>
            <a:chExt cx="1479960" cy="10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51" name="Encre 150">
                  <a:extLst>
                    <a:ext uri="{FF2B5EF4-FFF2-40B4-BE49-F238E27FC236}">
                      <a16:creationId xmlns:a16="http://schemas.microsoft.com/office/drawing/2014/main" id="{55BFA17D-81D4-EF55-9C73-25D3EB778D3A}"/>
                    </a:ext>
                  </a:extLst>
                </p14:cNvPr>
                <p14:cNvContentPartPr/>
                <p14:nvPr/>
              </p14:nvContentPartPr>
              <p14:xfrm>
                <a:off x="1997670" y="3792870"/>
                <a:ext cx="434160" cy="508680"/>
              </p14:xfrm>
            </p:contentPart>
          </mc:Choice>
          <mc:Fallback xmlns="">
            <p:pic>
              <p:nvPicPr>
                <p:cNvPr id="151" name="Encre 150">
                  <a:extLst>
                    <a:ext uri="{FF2B5EF4-FFF2-40B4-BE49-F238E27FC236}">
                      <a16:creationId xmlns:a16="http://schemas.microsoft.com/office/drawing/2014/main" id="{55BFA17D-81D4-EF55-9C73-25D3EB778D3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991550" y="3786754"/>
                  <a:ext cx="446400" cy="520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52" name="Encre 151">
                  <a:extLst>
                    <a:ext uri="{FF2B5EF4-FFF2-40B4-BE49-F238E27FC236}">
                      <a16:creationId xmlns:a16="http://schemas.microsoft.com/office/drawing/2014/main" id="{E5CA0BC8-FA19-F138-BD03-EE3E833B76E9}"/>
                    </a:ext>
                  </a:extLst>
                </p14:cNvPr>
                <p14:cNvContentPartPr/>
                <p14:nvPr/>
              </p14:nvContentPartPr>
              <p14:xfrm>
                <a:off x="2505270" y="4165470"/>
                <a:ext cx="158760" cy="411840"/>
              </p14:xfrm>
            </p:contentPart>
          </mc:Choice>
          <mc:Fallback xmlns="">
            <p:pic>
              <p:nvPicPr>
                <p:cNvPr id="152" name="Encre 151">
                  <a:extLst>
                    <a:ext uri="{FF2B5EF4-FFF2-40B4-BE49-F238E27FC236}">
                      <a16:creationId xmlns:a16="http://schemas.microsoft.com/office/drawing/2014/main" id="{E5CA0BC8-FA19-F138-BD03-EE3E833B76E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99150" y="4159350"/>
                  <a:ext cx="1710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53" name="Encre 152">
                  <a:extLst>
                    <a:ext uri="{FF2B5EF4-FFF2-40B4-BE49-F238E27FC236}">
                      <a16:creationId xmlns:a16="http://schemas.microsoft.com/office/drawing/2014/main" id="{7DD34A8B-3C10-F9AA-5F0F-1E977238A59B}"/>
                    </a:ext>
                  </a:extLst>
                </p14:cNvPr>
                <p14:cNvContentPartPr/>
                <p14:nvPr/>
              </p14:nvContentPartPr>
              <p14:xfrm>
                <a:off x="2619750" y="4029030"/>
                <a:ext cx="2160" cy="2160"/>
              </p14:xfrm>
            </p:contentPart>
          </mc:Choice>
          <mc:Fallback xmlns="">
            <p:pic>
              <p:nvPicPr>
                <p:cNvPr id="153" name="Encre 152">
                  <a:extLst>
                    <a:ext uri="{FF2B5EF4-FFF2-40B4-BE49-F238E27FC236}">
                      <a16:creationId xmlns:a16="http://schemas.microsoft.com/office/drawing/2014/main" id="{7DD34A8B-3C10-F9AA-5F0F-1E977238A59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14504" y="4022910"/>
                  <a:ext cx="12651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4" name="Encre 153">
                  <a:extLst>
                    <a:ext uri="{FF2B5EF4-FFF2-40B4-BE49-F238E27FC236}">
                      <a16:creationId xmlns:a16="http://schemas.microsoft.com/office/drawing/2014/main" id="{DA4D6B1E-4321-DE2F-772E-1DE14148017E}"/>
                    </a:ext>
                  </a:extLst>
                </p14:cNvPr>
                <p14:cNvContentPartPr/>
                <p14:nvPr/>
              </p14:nvContentPartPr>
              <p14:xfrm>
                <a:off x="2818830" y="4274910"/>
                <a:ext cx="11880" cy="192600"/>
              </p14:xfrm>
            </p:contentPart>
          </mc:Choice>
          <mc:Fallback xmlns="">
            <p:pic>
              <p:nvPicPr>
                <p:cNvPr id="154" name="Encre 153">
                  <a:extLst>
                    <a:ext uri="{FF2B5EF4-FFF2-40B4-BE49-F238E27FC236}">
                      <a16:creationId xmlns:a16="http://schemas.microsoft.com/office/drawing/2014/main" id="{DA4D6B1E-4321-DE2F-772E-1DE14148017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12890" y="4268779"/>
                  <a:ext cx="23760" cy="2048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5" name="Encre 154">
                  <a:extLst>
                    <a:ext uri="{FF2B5EF4-FFF2-40B4-BE49-F238E27FC236}">
                      <a16:creationId xmlns:a16="http://schemas.microsoft.com/office/drawing/2014/main" id="{3D939FB9-56FC-0575-93DE-6782C0419CAA}"/>
                    </a:ext>
                  </a:extLst>
                </p14:cNvPr>
                <p14:cNvContentPartPr/>
                <p14:nvPr/>
              </p14:nvContentPartPr>
              <p14:xfrm>
                <a:off x="2977950" y="4161150"/>
                <a:ext cx="369000" cy="425520"/>
              </p14:xfrm>
            </p:contentPart>
          </mc:Choice>
          <mc:Fallback xmlns="">
            <p:pic>
              <p:nvPicPr>
                <p:cNvPr id="155" name="Encre 154">
                  <a:extLst>
                    <a:ext uri="{FF2B5EF4-FFF2-40B4-BE49-F238E27FC236}">
                      <a16:creationId xmlns:a16="http://schemas.microsoft.com/office/drawing/2014/main" id="{3D939FB9-56FC-0575-93DE-6782C0419CA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971830" y="4155030"/>
                  <a:ext cx="3812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6" name="Encre 155">
                  <a:extLst>
                    <a:ext uri="{FF2B5EF4-FFF2-40B4-BE49-F238E27FC236}">
                      <a16:creationId xmlns:a16="http://schemas.microsoft.com/office/drawing/2014/main" id="{6B52EDE4-895F-DFCC-87F2-A8D79F14F304}"/>
                    </a:ext>
                  </a:extLst>
                </p14:cNvPr>
                <p14:cNvContentPartPr/>
                <p14:nvPr/>
              </p14:nvContentPartPr>
              <p14:xfrm>
                <a:off x="1866990" y="3540870"/>
                <a:ext cx="55800" cy="977400"/>
              </p14:xfrm>
            </p:contentPart>
          </mc:Choice>
          <mc:Fallback xmlns="">
            <p:pic>
              <p:nvPicPr>
                <p:cNvPr id="156" name="Encre 155">
                  <a:extLst>
                    <a:ext uri="{FF2B5EF4-FFF2-40B4-BE49-F238E27FC236}">
                      <a16:creationId xmlns:a16="http://schemas.microsoft.com/office/drawing/2014/main" id="{6B52EDE4-895F-DFCC-87F2-A8D79F14F3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60870" y="3534748"/>
                  <a:ext cx="68040" cy="98964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705E2B4A-C22A-5769-AC3E-12DBDF5D9BFB}"/>
              </a:ext>
            </a:extLst>
          </p:cNvPr>
          <p:cNvGrpSpPr/>
          <p:nvPr/>
        </p:nvGrpSpPr>
        <p:grpSpPr>
          <a:xfrm>
            <a:off x="3574470" y="3433230"/>
            <a:ext cx="447840" cy="943560"/>
            <a:chOff x="3574470" y="3433230"/>
            <a:chExt cx="447840" cy="94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8" name="Encre 157">
                  <a:extLst>
                    <a:ext uri="{FF2B5EF4-FFF2-40B4-BE49-F238E27FC236}">
                      <a16:creationId xmlns:a16="http://schemas.microsoft.com/office/drawing/2014/main" id="{28CFE4F5-4F3B-6E2C-B128-7CBAB9FFD623}"/>
                    </a:ext>
                  </a:extLst>
                </p14:cNvPr>
                <p14:cNvContentPartPr/>
                <p14:nvPr/>
              </p14:nvContentPartPr>
              <p14:xfrm>
                <a:off x="3574470" y="3673350"/>
                <a:ext cx="54720" cy="703440"/>
              </p14:xfrm>
            </p:contentPart>
          </mc:Choice>
          <mc:Fallback xmlns="">
            <p:pic>
              <p:nvPicPr>
                <p:cNvPr id="158" name="Encre 157">
                  <a:extLst>
                    <a:ext uri="{FF2B5EF4-FFF2-40B4-BE49-F238E27FC236}">
                      <a16:creationId xmlns:a16="http://schemas.microsoft.com/office/drawing/2014/main" id="{28CFE4F5-4F3B-6E2C-B128-7CBAB9FFD6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68350" y="3667230"/>
                  <a:ext cx="6696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9" name="Encre 158">
                  <a:extLst>
                    <a:ext uri="{FF2B5EF4-FFF2-40B4-BE49-F238E27FC236}">
                      <a16:creationId xmlns:a16="http://schemas.microsoft.com/office/drawing/2014/main" id="{E8FF9FD1-399C-E148-8B6E-24DFB1B93606}"/>
                    </a:ext>
                  </a:extLst>
                </p14:cNvPr>
                <p14:cNvContentPartPr/>
                <p14:nvPr/>
              </p14:nvContentPartPr>
              <p14:xfrm>
                <a:off x="3674550" y="3433230"/>
                <a:ext cx="347760" cy="360720"/>
              </p14:xfrm>
            </p:contentPart>
          </mc:Choice>
          <mc:Fallback xmlns="">
            <p:pic>
              <p:nvPicPr>
                <p:cNvPr id="159" name="Encre 158">
                  <a:extLst>
                    <a:ext uri="{FF2B5EF4-FFF2-40B4-BE49-F238E27FC236}">
                      <a16:creationId xmlns:a16="http://schemas.microsoft.com/office/drawing/2014/main" id="{E8FF9FD1-399C-E148-8B6E-24DFB1B9360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68436" y="3427110"/>
                  <a:ext cx="359987" cy="37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61" name="Encre 160">
                <a:extLst>
                  <a:ext uri="{FF2B5EF4-FFF2-40B4-BE49-F238E27FC236}">
                    <a16:creationId xmlns:a16="http://schemas.microsoft.com/office/drawing/2014/main" id="{50F9DC2D-6403-AE5D-96FF-27512E073088}"/>
                  </a:ext>
                </a:extLst>
              </p14:cNvPr>
              <p14:cNvContentPartPr/>
              <p14:nvPr/>
            </p14:nvContentPartPr>
            <p14:xfrm>
              <a:off x="3983790" y="4042350"/>
              <a:ext cx="268200" cy="15120"/>
            </p14:xfrm>
          </p:contentPart>
        </mc:Choice>
        <mc:Fallback xmlns="">
          <p:pic>
            <p:nvPicPr>
              <p:cNvPr id="161" name="Encre 160">
                <a:extLst>
                  <a:ext uri="{FF2B5EF4-FFF2-40B4-BE49-F238E27FC236}">
                    <a16:creationId xmlns:a16="http://schemas.microsoft.com/office/drawing/2014/main" id="{50F9DC2D-6403-AE5D-96FF-27512E07308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977670" y="4036230"/>
                <a:ext cx="2804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62" name="Encre 161">
                <a:extLst>
                  <a:ext uri="{FF2B5EF4-FFF2-40B4-BE49-F238E27FC236}">
                    <a16:creationId xmlns:a16="http://schemas.microsoft.com/office/drawing/2014/main" id="{0C22E2F5-6555-BF5F-3534-19DDEB87009D}"/>
                  </a:ext>
                </a:extLst>
              </p14:cNvPr>
              <p14:cNvContentPartPr/>
              <p14:nvPr/>
            </p14:nvContentPartPr>
            <p14:xfrm>
              <a:off x="3969390" y="4229190"/>
              <a:ext cx="277920" cy="32400"/>
            </p14:xfrm>
          </p:contentPart>
        </mc:Choice>
        <mc:Fallback xmlns="">
          <p:pic>
            <p:nvPicPr>
              <p:cNvPr id="162" name="Encre 161">
                <a:extLst>
                  <a:ext uri="{FF2B5EF4-FFF2-40B4-BE49-F238E27FC236}">
                    <a16:creationId xmlns:a16="http://schemas.microsoft.com/office/drawing/2014/main" id="{0C22E2F5-6555-BF5F-3534-19DDEB87009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963270" y="4223070"/>
                <a:ext cx="29016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e 173">
            <a:extLst>
              <a:ext uri="{FF2B5EF4-FFF2-40B4-BE49-F238E27FC236}">
                <a16:creationId xmlns:a16="http://schemas.microsoft.com/office/drawing/2014/main" id="{C0D27D35-62F4-9471-363C-E9E7217F64BF}"/>
              </a:ext>
            </a:extLst>
          </p:cNvPr>
          <p:cNvGrpSpPr/>
          <p:nvPr/>
        </p:nvGrpSpPr>
        <p:grpSpPr>
          <a:xfrm>
            <a:off x="4496790" y="3206790"/>
            <a:ext cx="720360" cy="1012320"/>
            <a:chOff x="4496790" y="3206790"/>
            <a:chExt cx="720360" cy="10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3" name="Encre 162">
                  <a:extLst>
                    <a:ext uri="{FF2B5EF4-FFF2-40B4-BE49-F238E27FC236}">
                      <a16:creationId xmlns:a16="http://schemas.microsoft.com/office/drawing/2014/main" id="{AC711498-E23A-71C6-D255-4D48E560CBA5}"/>
                    </a:ext>
                  </a:extLst>
                </p14:cNvPr>
                <p14:cNvContentPartPr/>
                <p14:nvPr/>
              </p14:nvContentPartPr>
              <p14:xfrm>
                <a:off x="4519830" y="3522870"/>
                <a:ext cx="266760" cy="696240"/>
              </p14:xfrm>
            </p:contentPart>
          </mc:Choice>
          <mc:Fallback xmlns="">
            <p:pic>
              <p:nvPicPr>
                <p:cNvPr id="163" name="Encre 162">
                  <a:extLst>
                    <a:ext uri="{FF2B5EF4-FFF2-40B4-BE49-F238E27FC236}">
                      <a16:creationId xmlns:a16="http://schemas.microsoft.com/office/drawing/2014/main" id="{AC711498-E23A-71C6-D255-4D48E560CBA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13710" y="3516753"/>
                  <a:ext cx="279000" cy="708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4" name="Encre 163">
                  <a:extLst>
                    <a:ext uri="{FF2B5EF4-FFF2-40B4-BE49-F238E27FC236}">
                      <a16:creationId xmlns:a16="http://schemas.microsoft.com/office/drawing/2014/main" id="{1D2C9378-4C19-5DD0-1A18-AB1EEE477076}"/>
                    </a:ext>
                  </a:extLst>
                </p14:cNvPr>
                <p14:cNvContentPartPr/>
                <p14:nvPr/>
              </p14:nvContentPartPr>
              <p14:xfrm>
                <a:off x="4496790" y="3686310"/>
                <a:ext cx="323640" cy="28440"/>
              </p14:xfrm>
            </p:contentPart>
          </mc:Choice>
          <mc:Fallback xmlns="">
            <p:pic>
              <p:nvPicPr>
                <p:cNvPr id="164" name="Encre 163">
                  <a:extLst>
                    <a:ext uri="{FF2B5EF4-FFF2-40B4-BE49-F238E27FC236}">
                      <a16:creationId xmlns:a16="http://schemas.microsoft.com/office/drawing/2014/main" id="{1D2C9378-4C19-5DD0-1A18-AB1EEE47707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90670" y="3680190"/>
                  <a:ext cx="335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5" name="Encre 164">
                  <a:extLst>
                    <a:ext uri="{FF2B5EF4-FFF2-40B4-BE49-F238E27FC236}">
                      <a16:creationId xmlns:a16="http://schemas.microsoft.com/office/drawing/2014/main" id="{018A6D72-CCE3-59FE-590F-ED8D569F2B0A}"/>
                    </a:ext>
                  </a:extLst>
                </p14:cNvPr>
                <p14:cNvContentPartPr/>
                <p14:nvPr/>
              </p14:nvContentPartPr>
              <p14:xfrm>
                <a:off x="4891350" y="3206790"/>
                <a:ext cx="325800" cy="374400"/>
              </p14:xfrm>
            </p:contentPart>
          </mc:Choice>
          <mc:Fallback xmlns="">
            <p:pic>
              <p:nvPicPr>
                <p:cNvPr id="165" name="Encre 164">
                  <a:extLst>
                    <a:ext uri="{FF2B5EF4-FFF2-40B4-BE49-F238E27FC236}">
                      <a16:creationId xmlns:a16="http://schemas.microsoft.com/office/drawing/2014/main" id="{018A6D72-CCE3-59FE-590F-ED8D569F2B0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85237" y="3200670"/>
                  <a:ext cx="338026" cy="38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75" name="Encre 174">
                <a:extLst>
                  <a:ext uri="{FF2B5EF4-FFF2-40B4-BE49-F238E27FC236}">
                    <a16:creationId xmlns:a16="http://schemas.microsoft.com/office/drawing/2014/main" id="{45A9ED92-F56B-4857-8542-3EEB79993FCD}"/>
                  </a:ext>
                </a:extLst>
              </p14:cNvPr>
              <p14:cNvContentPartPr/>
              <p14:nvPr/>
            </p14:nvContentPartPr>
            <p14:xfrm>
              <a:off x="5301750" y="3423150"/>
              <a:ext cx="434160" cy="871200"/>
            </p14:xfrm>
          </p:contentPart>
        </mc:Choice>
        <mc:Fallback xmlns="">
          <p:pic>
            <p:nvPicPr>
              <p:cNvPr id="175" name="Encre 174">
                <a:extLst>
                  <a:ext uri="{FF2B5EF4-FFF2-40B4-BE49-F238E27FC236}">
                    <a16:creationId xmlns:a16="http://schemas.microsoft.com/office/drawing/2014/main" id="{45A9ED92-F56B-4857-8542-3EEB79993FC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295625" y="3417030"/>
                <a:ext cx="446410" cy="8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e 186">
            <a:extLst>
              <a:ext uri="{FF2B5EF4-FFF2-40B4-BE49-F238E27FC236}">
                <a16:creationId xmlns:a16="http://schemas.microsoft.com/office/drawing/2014/main" id="{929B32C6-40F9-22DA-E712-FA8B1DD1FD07}"/>
              </a:ext>
            </a:extLst>
          </p:cNvPr>
          <p:cNvGrpSpPr/>
          <p:nvPr/>
        </p:nvGrpSpPr>
        <p:grpSpPr>
          <a:xfrm>
            <a:off x="5982870" y="3481830"/>
            <a:ext cx="810360" cy="818280"/>
            <a:chOff x="5982870" y="3481830"/>
            <a:chExt cx="810360" cy="81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6" name="Encre 175">
                  <a:extLst>
                    <a:ext uri="{FF2B5EF4-FFF2-40B4-BE49-F238E27FC236}">
                      <a16:creationId xmlns:a16="http://schemas.microsoft.com/office/drawing/2014/main" id="{1D17ADE8-C092-DD40-7F26-8830CFC5D44C}"/>
                    </a:ext>
                  </a:extLst>
                </p14:cNvPr>
                <p14:cNvContentPartPr/>
                <p14:nvPr/>
              </p14:nvContentPartPr>
              <p14:xfrm>
                <a:off x="5982870" y="3618630"/>
                <a:ext cx="275760" cy="681480"/>
              </p14:xfrm>
            </p:contentPart>
          </mc:Choice>
          <mc:Fallback xmlns="">
            <p:pic>
              <p:nvPicPr>
                <p:cNvPr id="176" name="Encre 175">
                  <a:extLst>
                    <a:ext uri="{FF2B5EF4-FFF2-40B4-BE49-F238E27FC236}">
                      <a16:creationId xmlns:a16="http://schemas.microsoft.com/office/drawing/2014/main" id="{1D17ADE8-C092-DD40-7F26-8830CFC5D44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76758" y="3612510"/>
                  <a:ext cx="287984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7" name="Encre 176">
                  <a:extLst>
                    <a:ext uri="{FF2B5EF4-FFF2-40B4-BE49-F238E27FC236}">
                      <a16:creationId xmlns:a16="http://schemas.microsoft.com/office/drawing/2014/main" id="{F7999CE0-E481-D1C6-EB4F-8F7AC8072222}"/>
                    </a:ext>
                  </a:extLst>
                </p14:cNvPr>
                <p14:cNvContentPartPr/>
                <p14:nvPr/>
              </p14:nvContentPartPr>
              <p14:xfrm>
                <a:off x="6089070" y="3522870"/>
                <a:ext cx="13320" cy="18360"/>
              </p14:xfrm>
            </p:contentPart>
          </mc:Choice>
          <mc:Fallback xmlns="">
            <p:pic>
              <p:nvPicPr>
                <p:cNvPr id="177" name="Encre 176">
                  <a:extLst>
                    <a:ext uri="{FF2B5EF4-FFF2-40B4-BE49-F238E27FC236}">
                      <a16:creationId xmlns:a16="http://schemas.microsoft.com/office/drawing/2014/main" id="{F7999CE0-E481-D1C6-EB4F-8F7AC80722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82950" y="3516750"/>
                  <a:ext cx="2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9" name="Encre 178">
                  <a:extLst>
                    <a:ext uri="{FF2B5EF4-FFF2-40B4-BE49-F238E27FC236}">
                      <a16:creationId xmlns:a16="http://schemas.microsoft.com/office/drawing/2014/main" id="{74A6CDEC-3258-17DD-DF68-14FBE8356174}"/>
                    </a:ext>
                  </a:extLst>
                </p14:cNvPr>
                <p14:cNvContentPartPr/>
                <p14:nvPr/>
              </p14:nvContentPartPr>
              <p14:xfrm>
                <a:off x="6363390" y="3504510"/>
                <a:ext cx="93240" cy="525960"/>
              </p14:xfrm>
            </p:contentPart>
          </mc:Choice>
          <mc:Fallback xmlns="">
            <p:pic>
              <p:nvPicPr>
                <p:cNvPr id="179" name="Encre 178">
                  <a:extLst>
                    <a:ext uri="{FF2B5EF4-FFF2-40B4-BE49-F238E27FC236}">
                      <a16:creationId xmlns:a16="http://schemas.microsoft.com/office/drawing/2014/main" id="{74A6CDEC-3258-17DD-DF68-14FBE835617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7270" y="3498390"/>
                  <a:ext cx="10548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8D1D7D96-F009-DCE5-5CB1-41E898265896}"/>
                    </a:ext>
                  </a:extLst>
                </p14:cNvPr>
                <p14:cNvContentPartPr/>
                <p14:nvPr/>
              </p14:nvContentPartPr>
              <p14:xfrm>
                <a:off x="6637710" y="3531870"/>
                <a:ext cx="155520" cy="612360"/>
              </p14:xfrm>
            </p:contentPart>
          </mc:Choice>
          <mc:Fallback xmlns=""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8D1D7D96-F009-DCE5-5CB1-41E89826589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631590" y="3525750"/>
                  <a:ext cx="16776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1" name="Encre 180">
                  <a:extLst>
                    <a:ext uri="{FF2B5EF4-FFF2-40B4-BE49-F238E27FC236}">
                      <a16:creationId xmlns:a16="http://schemas.microsoft.com/office/drawing/2014/main" id="{832DB4ED-DD12-987A-4732-A4F6D9499D8F}"/>
                    </a:ext>
                  </a:extLst>
                </p14:cNvPr>
                <p14:cNvContentPartPr/>
                <p14:nvPr/>
              </p14:nvContentPartPr>
              <p14:xfrm>
                <a:off x="6764070" y="3481830"/>
                <a:ext cx="2160" cy="2160"/>
              </p14:xfrm>
            </p:contentPart>
          </mc:Choice>
          <mc:Fallback xmlns="">
            <p:pic>
              <p:nvPicPr>
                <p:cNvPr id="181" name="Encre 180">
                  <a:extLst>
                    <a:ext uri="{FF2B5EF4-FFF2-40B4-BE49-F238E27FC236}">
                      <a16:creationId xmlns:a16="http://schemas.microsoft.com/office/drawing/2014/main" id="{832DB4ED-DD12-987A-4732-A4F6D9499D8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57950" y="3475710"/>
                  <a:ext cx="1440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e 189">
            <a:extLst>
              <a:ext uri="{FF2B5EF4-FFF2-40B4-BE49-F238E27FC236}">
                <a16:creationId xmlns:a16="http://schemas.microsoft.com/office/drawing/2014/main" id="{305D405E-AA86-490D-BA4C-75A04D0C498A}"/>
              </a:ext>
            </a:extLst>
          </p:cNvPr>
          <p:cNvGrpSpPr/>
          <p:nvPr/>
        </p:nvGrpSpPr>
        <p:grpSpPr>
          <a:xfrm>
            <a:off x="7030110" y="3345390"/>
            <a:ext cx="1012680" cy="814680"/>
            <a:chOff x="7030110" y="3345390"/>
            <a:chExt cx="1012680" cy="81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3D398E2B-024C-6AD0-FDE0-A83987D5F2AF}"/>
                    </a:ext>
                  </a:extLst>
                </p14:cNvPr>
                <p14:cNvContentPartPr/>
                <p14:nvPr/>
              </p14:nvContentPartPr>
              <p14:xfrm>
                <a:off x="7030110" y="3812670"/>
                <a:ext cx="185040" cy="11520"/>
              </p14:xfrm>
            </p:contentPart>
          </mc:Choice>
          <mc:Fallback xmlns=""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3D398E2B-024C-6AD0-FDE0-A83987D5F2A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023990" y="3806353"/>
                  <a:ext cx="197280" cy="24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3" name="Encre 182">
                  <a:extLst>
                    <a:ext uri="{FF2B5EF4-FFF2-40B4-BE49-F238E27FC236}">
                      <a16:creationId xmlns:a16="http://schemas.microsoft.com/office/drawing/2014/main" id="{1D436C74-D4E3-0ACE-1CE2-80D36F4F9779}"/>
                    </a:ext>
                  </a:extLst>
                </p14:cNvPr>
                <p14:cNvContentPartPr/>
                <p14:nvPr/>
              </p14:nvContentPartPr>
              <p14:xfrm>
                <a:off x="7132710" y="3696030"/>
                <a:ext cx="23040" cy="299520"/>
              </p14:xfrm>
            </p:contentPart>
          </mc:Choice>
          <mc:Fallback xmlns="">
            <p:pic>
              <p:nvPicPr>
                <p:cNvPr id="183" name="Encre 182">
                  <a:extLst>
                    <a:ext uri="{FF2B5EF4-FFF2-40B4-BE49-F238E27FC236}">
                      <a16:creationId xmlns:a16="http://schemas.microsoft.com/office/drawing/2014/main" id="{1D436C74-D4E3-0ACE-1CE2-80D36F4F977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126684" y="3689910"/>
                  <a:ext cx="35092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4" name="Encre 183">
                  <a:extLst>
                    <a:ext uri="{FF2B5EF4-FFF2-40B4-BE49-F238E27FC236}">
                      <a16:creationId xmlns:a16="http://schemas.microsoft.com/office/drawing/2014/main" id="{5EFB3EF5-90EE-4D0D-7BE2-0E37E1BA9BE5}"/>
                    </a:ext>
                  </a:extLst>
                </p14:cNvPr>
                <p14:cNvContentPartPr/>
                <p14:nvPr/>
              </p14:nvContentPartPr>
              <p14:xfrm>
                <a:off x="7419990" y="3654990"/>
                <a:ext cx="14760" cy="294840"/>
              </p14:xfrm>
            </p:contentPart>
          </mc:Choice>
          <mc:Fallback xmlns="">
            <p:pic>
              <p:nvPicPr>
                <p:cNvPr id="184" name="Encre 183">
                  <a:extLst>
                    <a:ext uri="{FF2B5EF4-FFF2-40B4-BE49-F238E27FC236}">
                      <a16:creationId xmlns:a16="http://schemas.microsoft.com/office/drawing/2014/main" id="{5EFB3EF5-90EE-4D0D-7BE2-0E37E1BA9BE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413870" y="3648877"/>
                  <a:ext cx="27000" cy="307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8B4EC3EA-88E4-7F83-D8D9-76523015B888}"/>
                    </a:ext>
                  </a:extLst>
                </p14:cNvPr>
                <p14:cNvContentPartPr/>
                <p14:nvPr/>
              </p14:nvContentPartPr>
              <p14:xfrm>
                <a:off x="7452390" y="3345390"/>
                <a:ext cx="171360" cy="814680"/>
              </p14:xfrm>
            </p:contentPart>
          </mc:Choice>
          <mc:Fallback xmlns=""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8B4EC3EA-88E4-7F83-D8D9-76523015B88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446283" y="3339270"/>
                  <a:ext cx="183574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88" name="Encre 187">
                  <a:extLst>
                    <a:ext uri="{FF2B5EF4-FFF2-40B4-BE49-F238E27FC236}">
                      <a16:creationId xmlns:a16="http://schemas.microsoft.com/office/drawing/2014/main" id="{B4CAE905-62A9-70F7-E0F0-6D904BE62397}"/>
                    </a:ext>
                  </a:extLst>
                </p14:cNvPr>
                <p14:cNvContentPartPr/>
                <p14:nvPr/>
              </p14:nvContentPartPr>
              <p14:xfrm>
                <a:off x="7755150" y="3741390"/>
                <a:ext cx="287640" cy="10440"/>
              </p14:xfrm>
            </p:contentPart>
          </mc:Choice>
          <mc:Fallback xmlns="">
            <p:pic>
              <p:nvPicPr>
                <p:cNvPr id="188" name="Encre 187">
                  <a:extLst>
                    <a:ext uri="{FF2B5EF4-FFF2-40B4-BE49-F238E27FC236}">
                      <a16:creationId xmlns:a16="http://schemas.microsoft.com/office/drawing/2014/main" id="{B4CAE905-62A9-70F7-E0F0-6D904BE6239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749030" y="3735270"/>
                  <a:ext cx="299880" cy="2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89" name="Encre 188">
                <a:extLst>
                  <a:ext uri="{FF2B5EF4-FFF2-40B4-BE49-F238E27FC236}">
                    <a16:creationId xmlns:a16="http://schemas.microsoft.com/office/drawing/2014/main" id="{6882B107-6D1E-C73F-E760-7487C9378442}"/>
                  </a:ext>
                </a:extLst>
              </p14:cNvPr>
              <p14:cNvContentPartPr/>
              <p14:nvPr/>
            </p14:nvContentPartPr>
            <p14:xfrm>
              <a:off x="8287230" y="3614310"/>
              <a:ext cx="504000" cy="299520"/>
            </p14:xfrm>
          </p:contentPart>
        </mc:Choice>
        <mc:Fallback xmlns="">
          <p:pic>
            <p:nvPicPr>
              <p:cNvPr id="189" name="Encre 188">
                <a:extLst>
                  <a:ext uri="{FF2B5EF4-FFF2-40B4-BE49-F238E27FC236}">
                    <a16:creationId xmlns:a16="http://schemas.microsoft.com/office/drawing/2014/main" id="{6882B107-6D1E-C73F-E760-7487C9378442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8281110" y="3608197"/>
                <a:ext cx="516240" cy="311745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e 197">
            <a:extLst>
              <a:ext uri="{FF2B5EF4-FFF2-40B4-BE49-F238E27FC236}">
                <a16:creationId xmlns:a16="http://schemas.microsoft.com/office/drawing/2014/main" id="{620B3A33-C8CD-878E-3149-D3DE8556DC2E}"/>
              </a:ext>
            </a:extLst>
          </p:cNvPr>
          <p:cNvGrpSpPr/>
          <p:nvPr/>
        </p:nvGrpSpPr>
        <p:grpSpPr>
          <a:xfrm>
            <a:off x="9039990" y="3308310"/>
            <a:ext cx="1800000" cy="833040"/>
            <a:chOff x="9039990" y="3308310"/>
            <a:chExt cx="1800000" cy="83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1" name="Encre 190">
                  <a:extLst>
                    <a:ext uri="{FF2B5EF4-FFF2-40B4-BE49-F238E27FC236}">
                      <a16:creationId xmlns:a16="http://schemas.microsoft.com/office/drawing/2014/main" id="{581F66D3-466D-4123-50F8-2CFC29994134}"/>
                    </a:ext>
                  </a:extLst>
                </p14:cNvPr>
                <p14:cNvContentPartPr/>
                <p14:nvPr/>
              </p14:nvContentPartPr>
              <p14:xfrm>
                <a:off x="9039990" y="3481830"/>
                <a:ext cx="52920" cy="433080"/>
              </p14:xfrm>
            </p:contentPart>
          </mc:Choice>
          <mc:Fallback xmlns="">
            <p:pic>
              <p:nvPicPr>
                <p:cNvPr id="191" name="Encre 190">
                  <a:extLst>
                    <a:ext uri="{FF2B5EF4-FFF2-40B4-BE49-F238E27FC236}">
                      <a16:creationId xmlns:a16="http://schemas.microsoft.com/office/drawing/2014/main" id="{581F66D3-466D-4123-50F8-2CFC2999413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033870" y="3475710"/>
                  <a:ext cx="6516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2" name="Encre 191">
                  <a:extLst>
                    <a:ext uri="{FF2B5EF4-FFF2-40B4-BE49-F238E27FC236}">
                      <a16:creationId xmlns:a16="http://schemas.microsoft.com/office/drawing/2014/main" id="{24574D34-C382-C146-1D97-72B8CA1C8609}"/>
                    </a:ext>
                  </a:extLst>
                </p14:cNvPr>
                <p14:cNvContentPartPr/>
                <p14:nvPr/>
              </p14:nvContentPartPr>
              <p14:xfrm>
                <a:off x="9273990" y="3500190"/>
                <a:ext cx="457560" cy="425520"/>
              </p14:xfrm>
            </p:contentPart>
          </mc:Choice>
          <mc:Fallback xmlns="">
            <p:pic>
              <p:nvPicPr>
                <p:cNvPr id="192" name="Encre 191">
                  <a:extLst>
                    <a:ext uri="{FF2B5EF4-FFF2-40B4-BE49-F238E27FC236}">
                      <a16:creationId xmlns:a16="http://schemas.microsoft.com/office/drawing/2014/main" id="{24574D34-C382-C146-1D97-72B8CA1C860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267870" y="3494065"/>
                  <a:ext cx="469800" cy="4377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3" name="Encre 192">
                  <a:extLst>
                    <a:ext uri="{FF2B5EF4-FFF2-40B4-BE49-F238E27FC236}">
                      <a16:creationId xmlns:a16="http://schemas.microsoft.com/office/drawing/2014/main" id="{C6D09E4A-9ACA-C663-3E2E-7813D727A586}"/>
                    </a:ext>
                  </a:extLst>
                </p14:cNvPr>
                <p14:cNvContentPartPr/>
                <p14:nvPr/>
              </p14:nvContentPartPr>
              <p14:xfrm>
                <a:off x="9898230" y="3780630"/>
                <a:ext cx="203760" cy="37800"/>
              </p14:xfrm>
            </p:contentPart>
          </mc:Choice>
          <mc:Fallback xmlns="">
            <p:pic>
              <p:nvPicPr>
                <p:cNvPr id="193" name="Encre 192">
                  <a:extLst>
                    <a:ext uri="{FF2B5EF4-FFF2-40B4-BE49-F238E27FC236}">
                      <a16:creationId xmlns:a16="http://schemas.microsoft.com/office/drawing/2014/main" id="{C6D09E4A-9ACA-C663-3E2E-7813D727A58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92110" y="3774568"/>
                  <a:ext cx="216000" cy="499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94" name="Encre 193">
                  <a:extLst>
                    <a:ext uri="{FF2B5EF4-FFF2-40B4-BE49-F238E27FC236}">
                      <a16:creationId xmlns:a16="http://schemas.microsoft.com/office/drawing/2014/main" id="{D63A5D2B-0074-0E4A-E155-A270AF63EC99}"/>
                    </a:ext>
                  </a:extLst>
                </p14:cNvPr>
                <p14:cNvContentPartPr/>
                <p14:nvPr/>
              </p14:nvContentPartPr>
              <p14:xfrm>
                <a:off x="10027830" y="3677670"/>
                <a:ext cx="9000" cy="262080"/>
              </p14:xfrm>
            </p:contentPart>
          </mc:Choice>
          <mc:Fallback xmlns="">
            <p:pic>
              <p:nvPicPr>
                <p:cNvPr id="194" name="Encre 193">
                  <a:extLst>
                    <a:ext uri="{FF2B5EF4-FFF2-40B4-BE49-F238E27FC236}">
                      <a16:creationId xmlns:a16="http://schemas.microsoft.com/office/drawing/2014/main" id="{D63A5D2B-0074-0E4A-E155-A270AF63EC9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021710" y="3671550"/>
                  <a:ext cx="21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95" name="Encre 194">
                  <a:extLst>
                    <a:ext uri="{FF2B5EF4-FFF2-40B4-BE49-F238E27FC236}">
                      <a16:creationId xmlns:a16="http://schemas.microsoft.com/office/drawing/2014/main" id="{9C9751B8-633E-716A-ABEC-4AE7091BDA73}"/>
                    </a:ext>
                  </a:extLst>
                </p14:cNvPr>
                <p14:cNvContentPartPr/>
                <p14:nvPr/>
              </p14:nvContentPartPr>
              <p14:xfrm>
                <a:off x="10363350" y="3586950"/>
                <a:ext cx="22320" cy="345240"/>
              </p14:xfrm>
            </p:contentPart>
          </mc:Choice>
          <mc:Fallback xmlns="">
            <p:pic>
              <p:nvPicPr>
                <p:cNvPr id="195" name="Encre 194">
                  <a:extLst>
                    <a:ext uri="{FF2B5EF4-FFF2-40B4-BE49-F238E27FC236}">
                      <a16:creationId xmlns:a16="http://schemas.microsoft.com/office/drawing/2014/main" id="{9C9751B8-633E-716A-ABEC-4AE7091BDA7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357230" y="3580830"/>
                  <a:ext cx="345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7" name="Encre 196">
                  <a:extLst>
                    <a:ext uri="{FF2B5EF4-FFF2-40B4-BE49-F238E27FC236}">
                      <a16:creationId xmlns:a16="http://schemas.microsoft.com/office/drawing/2014/main" id="{54C56827-BB3A-A6C3-5946-9D46F25D2A41}"/>
                    </a:ext>
                  </a:extLst>
                </p14:cNvPr>
                <p14:cNvContentPartPr/>
                <p14:nvPr/>
              </p14:nvContentPartPr>
              <p14:xfrm>
                <a:off x="10407630" y="3308310"/>
                <a:ext cx="432360" cy="833040"/>
              </p14:xfrm>
            </p:contentPart>
          </mc:Choice>
          <mc:Fallback xmlns="">
            <p:pic>
              <p:nvPicPr>
                <p:cNvPr id="197" name="Encre 196">
                  <a:extLst>
                    <a:ext uri="{FF2B5EF4-FFF2-40B4-BE49-F238E27FC236}">
                      <a16:creationId xmlns:a16="http://schemas.microsoft.com/office/drawing/2014/main" id="{54C56827-BB3A-A6C3-5946-9D46F25D2A4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401505" y="3302190"/>
                  <a:ext cx="444610" cy="84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e 207">
            <a:extLst>
              <a:ext uri="{FF2B5EF4-FFF2-40B4-BE49-F238E27FC236}">
                <a16:creationId xmlns:a16="http://schemas.microsoft.com/office/drawing/2014/main" id="{66560E53-680D-2349-6E0E-01AB56A6FD83}"/>
              </a:ext>
            </a:extLst>
          </p:cNvPr>
          <p:cNvGrpSpPr/>
          <p:nvPr/>
        </p:nvGrpSpPr>
        <p:grpSpPr>
          <a:xfrm>
            <a:off x="476310" y="2593350"/>
            <a:ext cx="377640" cy="657720"/>
            <a:chOff x="476310" y="2593350"/>
            <a:chExt cx="377640" cy="65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99" name="Encre 198">
                  <a:extLst>
                    <a:ext uri="{FF2B5EF4-FFF2-40B4-BE49-F238E27FC236}">
                      <a16:creationId xmlns:a16="http://schemas.microsoft.com/office/drawing/2014/main" id="{99EC8E82-0015-2B1A-E35B-1BAC61EA09EC}"/>
                    </a:ext>
                  </a:extLst>
                </p14:cNvPr>
                <p14:cNvContentPartPr/>
                <p14:nvPr/>
              </p14:nvContentPartPr>
              <p14:xfrm>
                <a:off x="544350" y="2593350"/>
                <a:ext cx="309600" cy="657720"/>
              </p14:xfrm>
            </p:contentPart>
          </mc:Choice>
          <mc:Fallback xmlns="">
            <p:pic>
              <p:nvPicPr>
                <p:cNvPr id="199" name="Encre 198">
                  <a:extLst>
                    <a:ext uri="{FF2B5EF4-FFF2-40B4-BE49-F238E27FC236}">
                      <a16:creationId xmlns:a16="http://schemas.microsoft.com/office/drawing/2014/main" id="{99EC8E82-0015-2B1A-E35B-1BAC61EA09E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6350" y="2575350"/>
                  <a:ext cx="34524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00" name="Encre 199">
                  <a:extLst>
                    <a:ext uri="{FF2B5EF4-FFF2-40B4-BE49-F238E27FC236}">
                      <a16:creationId xmlns:a16="http://schemas.microsoft.com/office/drawing/2014/main" id="{F2ACA076-52F3-C962-7919-D0621A43E93D}"/>
                    </a:ext>
                  </a:extLst>
                </p14:cNvPr>
                <p14:cNvContentPartPr/>
                <p14:nvPr/>
              </p14:nvContentPartPr>
              <p14:xfrm>
                <a:off x="476310" y="2938230"/>
                <a:ext cx="302400" cy="24120"/>
              </p14:xfrm>
            </p:contentPart>
          </mc:Choice>
          <mc:Fallback xmlns="">
            <p:pic>
              <p:nvPicPr>
                <p:cNvPr id="200" name="Encre 199">
                  <a:extLst>
                    <a:ext uri="{FF2B5EF4-FFF2-40B4-BE49-F238E27FC236}">
                      <a16:creationId xmlns:a16="http://schemas.microsoft.com/office/drawing/2014/main" id="{F2ACA076-52F3-C962-7919-D0621A43E93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58310" y="2920230"/>
                  <a:ext cx="3380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e 212">
            <a:extLst>
              <a:ext uri="{FF2B5EF4-FFF2-40B4-BE49-F238E27FC236}">
                <a16:creationId xmlns:a16="http://schemas.microsoft.com/office/drawing/2014/main" id="{7EDB227C-823C-DB70-0932-DFD632FEEB3D}"/>
              </a:ext>
            </a:extLst>
          </p:cNvPr>
          <p:cNvGrpSpPr/>
          <p:nvPr/>
        </p:nvGrpSpPr>
        <p:grpSpPr>
          <a:xfrm>
            <a:off x="1068510" y="2761470"/>
            <a:ext cx="10271520" cy="1998360"/>
            <a:chOff x="1068510" y="2761470"/>
            <a:chExt cx="10271520" cy="19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1" name="Encre 200">
                  <a:extLst>
                    <a:ext uri="{FF2B5EF4-FFF2-40B4-BE49-F238E27FC236}">
                      <a16:creationId xmlns:a16="http://schemas.microsoft.com/office/drawing/2014/main" id="{3AF3C6E0-F569-3762-BA9D-D0D26A03780C}"/>
                    </a:ext>
                  </a:extLst>
                </p14:cNvPr>
                <p14:cNvContentPartPr/>
                <p14:nvPr/>
              </p14:nvContentPartPr>
              <p14:xfrm>
                <a:off x="1068510" y="2921310"/>
                <a:ext cx="14760" cy="214920"/>
              </p14:xfrm>
            </p:contentPart>
          </mc:Choice>
          <mc:Fallback xmlns="">
            <p:pic>
              <p:nvPicPr>
                <p:cNvPr id="201" name="Encre 200">
                  <a:extLst>
                    <a:ext uri="{FF2B5EF4-FFF2-40B4-BE49-F238E27FC236}">
                      <a16:creationId xmlns:a16="http://schemas.microsoft.com/office/drawing/2014/main" id="{3AF3C6E0-F569-3762-BA9D-D0D26A03780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50510" y="2903280"/>
                  <a:ext cx="50400" cy="250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02" name="Encre 201">
                  <a:extLst>
                    <a:ext uri="{FF2B5EF4-FFF2-40B4-BE49-F238E27FC236}">
                      <a16:creationId xmlns:a16="http://schemas.microsoft.com/office/drawing/2014/main" id="{ACA4839C-928E-226C-1A8A-DB8F04AB6E02}"/>
                    </a:ext>
                  </a:extLst>
                </p14:cNvPr>
                <p14:cNvContentPartPr/>
                <p14:nvPr/>
              </p14:nvContentPartPr>
              <p14:xfrm>
                <a:off x="1068510" y="2761470"/>
                <a:ext cx="360" cy="360"/>
              </p14:xfrm>
            </p:contentPart>
          </mc:Choice>
          <mc:Fallback xmlns="">
            <p:pic>
              <p:nvPicPr>
                <p:cNvPr id="202" name="Encre 201">
                  <a:extLst>
                    <a:ext uri="{FF2B5EF4-FFF2-40B4-BE49-F238E27FC236}">
                      <a16:creationId xmlns:a16="http://schemas.microsoft.com/office/drawing/2014/main" id="{ACA4839C-928E-226C-1A8A-DB8F04AB6E0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50510" y="27434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03" name="Encre 202">
                  <a:extLst>
                    <a:ext uri="{FF2B5EF4-FFF2-40B4-BE49-F238E27FC236}">
                      <a16:creationId xmlns:a16="http://schemas.microsoft.com/office/drawing/2014/main" id="{89D7583F-78AB-74AC-5F1F-F238D4A27D3B}"/>
                    </a:ext>
                  </a:extLst>
                </p14:cNvPr>
                <p14:cNvContentPartPr/>
                <p14:nvPr/>
              </p14:nvContentPartPr>
              <p14:xfrm>
                <a:off x="1256790" y="2894310"/>
                <a:ext cx="180000" cy="320400"/>
              </p14:xfrm>
            </p:contentPart>
          </mc:Choice>
          <mc:Fallback xmlns="">
            <p:pic>
              <p:nvPicPr>
                <p:cNvPr id="203" name="Encre 202">
                  <a:extLst>
                    <a:ext uri="{FF2B5EF4-FFF2-40B4-BE49-F238E27FC236}">
                      <a16:creationId xmlns:a16="http://schemas.microsoft.com/office/drawing/2014/main" id="{89D7583F-78AB-74AC-5F1F-F238D4A27D3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238826" y="2876310"/>
                  <a:ext cx="215569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04" name="Encre 203">
                  <a:extLst>
                    <a:ext uri="{FF2B5EF4-FFF2-40B4-BE49-F238E27FC236}">
                      <a16:creationId xmlns:a16="http://schemas.microsoft.com/office/drawing/2014/main" id="{6EB681C3-9A22-F2EF-F169-069D44885DA8}"/>
                    </a:ext>
                  </a:extLst>
                </p14:cNvPr>
                <p14:cNvContentPartPr/>
                <p14:nvPr/>
              </p14:nvContentPartPr>
              <p14:xfrm>
                <a:off x="1674390" y="2893590"/>
                <a:ext cx="258480" cy="331200"/>
              </p14:xfrm>
            </p:contentPart>
          </mc:Choice>
          <mc:Fallback xmlns="">
            <p:pic>
              <p:nvPicPr>
                <p:cNvPr id="204" name="Encre 203">
                  <a:extLst>
                    <a:ext uri="{FF2B5EF4-FFF2-40B4-BE49-F238E27FC236}">
                      <a16:creationId xmlns:a16="http://schemas.microsoft.com/office/drawing/2014/main" id="{6EB681C3-9A22-F2EF-F169-069D44885DA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656390" y="2875590"/>
                  <a:ext cx="2941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05" name="Encre 204">
                  <a:extLst>
                    <a:ext uri="{FF2B5EF4-FFF2-40B4-BE49-F238E27FC236}">
                      <a16:creationId xmlns:a16="http://schemas.microsoft.com/office/drawing/2014/main" id="{CE9E3D8B-AF7B-346F-044F-247BC6A22A95}"/>
                    </a:ext>
                  </a:extLst>
                </p14:cNvPr>
                <p14:cNvContentPartPr/>
                <p14:nvPr/>
              </p14:nvContentPartPr>
              <p14:xfrm>
                <a:off x="1959150" y="2861910"/>
                <a:ext cx="360" cy="37440"/>
              </p14:xfrm>
            </p:contentPart>
          </mc:Choice>
          <mc:Fallback xmlns="">
            <p:pic>
              <p:nvPicPr>
                <p:cNvPr id="205" name="Encre 204">
                  <a:extLst>
                    <a:ext uri="{FF2B5EF4-FFF2-40B4-BE49-F238E27FC236}">
                      <a16:creationId xmlns:a16="http://schemas.microsoft.com/office/drawing/2014/main" id="{CE9E3D8B-AF7B-346F-044F-247BC6A22A9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941150" y="2843910"/>
                  <a:ext cx="36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9" name="Encre 208">
                  <a:extLst>
                    <a:ext uri="{FF2B5EF4-FFF2-40B4-BE49-F238E27FC236}">
                      <a16:creationId xmlns:a16="http://schemas.microsoft.com/office/drawing/2014/main" id="{B014748E-B58B-0803-BEBD-72ECFCAEAE78}"/>
                    </a:ext>
                  </a:extLst>
                </p14:cNvPr>
                <p14:cNvContentPartPr/>
                <p14:nvPr/>
              </p14:nvContentPartPr>
              <p14:xfrm>
                <a:off x="1523910" y="3349710"/>
                <a:ext cx="31320" cy="1148760"/>
              </p14:xfrm>
            </p:contentPart>
          </mc:Choice>
          <mc:Fallback xmlns="">
            <p:pic>
              <p:nvPicPr>
                <p:cNvPr id="209" name="Encre 208">
                  <a:extLst>
                    <a:ext uri="{FF2B5EF4-FFF2-40B4-BE49-F238E27FC236}">
                      <a16:creationId xmlns:a16="http://schemas.microsoft.com/office/drawing/2014/main" id="{B014748E-B58B-0803-BEBD-72ECFCAEAE7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505910" y="3331710"/>
                  <a:ext cx="66960" cy="11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0" name="Encre 209">
                  <a:extLst>
                    <a:ext uri="{FF2B5EF4-FFF2-40B4-BE49-F238E27FC236}">
                      <a16:creationId xmlns:a16="http://schemas.microsoft.com/office/drawing/2014/main" id="{25B7BB0F-6491-5363-CD29-6405B55FCC0D}"/>
                    </a:ext>
                  </a:extLst>
                </p14:cNvPr>
                <p14:cNvContentPartPr/>
                <p14:nvPr/>
              </p14:nvContentPartPr>
              <p14:xfrm>
                <a:off x="1504830" y="4619070"/>
                <a:ext cx="9576720" cy="140760"/>
              </p14:xfrm>
            </p:contentPart>
          </mc:Choice>
          <mc:Fallback xmlns="">
            <p:pic>
              <p:nvPicPr>
                <p:cNvPr id="210" name="Encre 209">
                  <a:extLst>
                    <a:ext uri="{FF2B5EF4-FFF2-40B4-BE49-F238E27FC236}">
                      <a16:creationId xmlns:a16="http://schemas.microsoft.com/office/drawing/2014/main" id="{25B7BB0F-6491-5363-CD29-6405B55FCC0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486830" y="4601024"/>
                  <a:ext cx="9612360" cy="176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2" name="Encre 211">
                  <a:extLst>
                    <a:ext uri="{FF2B5EF4-FFF2-40B4-BE49-F238E27FC236}">
                      <a16:creationId xmlns:a16="http://schemas.microsoft.com/office/drawing/2014/main" id="{A7AA08EA-5711-7CA2-DFDD-D6CC94ACA7C4}"/>
                    </a:ext>
                  </a:extLst>
                </p14:cNvPr>
                <p14:cNvContentPartPr/>
                <p14:nvPr/>
              </p14:nvContentPartPr>
              <p14:xfrm>
                <a:off x="1371630" y="2953350"/>
                <a:ext cx="9968400" cy="1672560"/>
              </p14:xfrm>
            </p:contentPart>
          </mc:Choice>
          <mc:Fallback xmlns="">
            <p:pic>
              <p:nvPicPr>
                <p:cNvPr id="212" name="Encre 211">
                  <a:extLst>
                    <a:ext uri="{FF2B5EF4-FFF2-40B4-BE49-F238E27FC236}">
                      <a16:creationId xmlns:a16="http://schemas.microsoft.com/office/drawing/2014/main" id="{A7AA08EA-5711-7CA2-DFDD-D6CC94ACA7C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353630" y="2935350"/>
                  <a:ext cx="10004040" cy="170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585576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8BF9-0F1C-A41C-5663-68ADB1EE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3C960C-0F98-43FD-CD3B-52A0AE31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0FD360-1ACF-1B74-B85C-BDC8594A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58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4D24C873-CF4C-7F30-905D-9A8493A705B5}"/>
                  </a:ext>
                </a:extLst>
              </p:cNvPr>
              <p:cNvSpPr txBox="1"/>
              <p:nvPr/>
            </p:nvSpPr>
            <p:spPr>
              <a:xfrm>
                <a:off x="1908570" y="396136"/>
                <a:ext cx="5429445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dirty="0" err="1"/>
                  <a:t>Donc</a:t>
                </a:r>
                <a:r>
                  <a:rPr lang="en-CA" dirty="0"/>
                  <a:t> dans la relation 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de-CH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CH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4D24C873-CF4C-7F30-905D-9A8493A70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570" y="396136"/>
                <a:ext cx="5429445" cy="391646"/>
              </a:xfrm>
              <a:prstGeom prst="rect">
                <a:avLst/>
              </a:prstGeom>
              <a:blipFill>
                <a:blip r:embed="rId2"/>
                <a:stretch>
                  <a:fillRect l="-898" t="-112500" b="-17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e 30">
            <a:extLst>
              <a:ext uri="{FF2B5EF4-FFF2-40B4-BE49-F238E27FC236}">
                <a16:creationId xmlns:a16="http://schemas.microsoft.com/office/drawing/2014/main" id="{1B9E01DF-415D-3743-C7EB-4F1DBC183F0A}"/>
              </a:ext>
            </a:extLst>
          </p:cNvPr>
          <p:cNvGrpSpPr/>
          <p:nvPr/>
        </p:nvGrpSpPr>
        <p:grpSpPr>
          <a:xfrm>
            <a:off x="1844310" y="1016190"/>
            <a:ext cx="5859360" cy="987840"/>
            <a:chOff x="1844310" y="1016190"/>
            <a:chExt cx="5859360" cy="9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Encre 2">
                  <a:extLst>
                    <a:ext uri="{FF2B5EF4-FFF2-40B4-BE49-F238E27FC236}">
                      <a16:creationId xmlns:a16="http://schemas.microsoft.com/office/drawing/2014/main" id="{518EC7B5-2E4C-F765-AB1E-C03A7893EEE4}"/>
                    </a:ext>
                  </a:extLst>
                </p14:cNvPr>
                <p14:cNvContentPartPr/>
                <p14:nvPr/>
              </p14:nvContentPartPr>
              <p14:xfrm>
                <a:off x="1844310" y="1165950"/>
                <a:ext cx="408960" cy="14400"/>
              </p14:xfrm>
            </p:contentPart>
          </mc:Choice>
          <mc:Fallback xmlns="">
            <p:pic>
              <p:nvPicPr>
                <p:cNvPr id="3" name="Encre 2">
                  <a:extLst>
                    <a:ext uri="{FF2B5EF4-FFF2-40B4-BE49-F238E27FC236}">
                      <a16:creationId xmlns:a16="http://schemas.microsoft.com/office/drawing/2014/main" id="{518EC7B5-2E4C-F765-AB1E-C03A7893EEE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35310" y="1156950"/>
                  <a:ext cx="426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B2ED8200-299D-09E8-8FD1-1C726CA5D349}"/>
                    </a:ext>
                  </a:extLst>
                </p14:cNvPr>
                <p14:cNvContentPartPr/>
                <p14:nvPr/>
              </p14:nvContentPartPr>
              <p14:xfrm>
                <a:off x="1953030" y="1212030"/>
                <a:ext cx="168120" cy="47088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B2ED8200-299D-09E8-8FD1-1C726CA5D3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44030" y="1203037"/>
                  <a:ext cx="185760" cy="488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F48E20DD-E1EE-98D0-7126-719711908164}"/>
                    </a:ext>
                  </a:extLst>
                </p14:cNvPr>
                <p14:cNvContentPartPr/>
                <p14:nvPr/>
              </p14:nvContentPartPr>
              <p14:xfrm>
                <a:off x="2372070" y="1624950"/>
                <a:ext cx="190080" cy="1368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F48E20DD-E1EE-98D0-7126-7197119081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63053" y="1615950"/>
                  <a:ext cx="207753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20BFD7AB-581A-3C16-8A4E-FFAC04E62294}"/>
                    </a:ext>
                  </a:extLst>
                </p14:cNvPr>
                <p14:cNvContentPartPr/>
                <p14:nvPr/>
              </p14:nvContentPartPr>
              <p14:xfrm>
                <a:off x="2468550" y="1517670"/>
                <a:ext cx="62640" cy="29700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20BFD7AB-581A-3C16-8A4E-FFAC04E6229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59550" y="1508670"/>
                  <a:ext cx="802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38F9784E-59D2-7EE9-7F78-02A6D7B6D249}"/>
                    </a:ext>
                  </a:extLst>
                </p14:cNvPr>
                <p14:cNvContentPartPr/>
                <p14:nvPr/>
              </p14:nvContentPartPr>
              <p14:xfrm>
                <a:off x="2791470" y="1134270"/>
                <a:ext cx="25920" cy="43128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38F9784E-59D2-7EE9-7F78-02A6D7B6D2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82470" y="1125270"/>
                  <a:ext cx="435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B9C04D54-E38A-0068-A795-6634AAF616A8}"/>
                    </a:ext>
                  </a:extLst>
                </p14:cNvPr>
                <p14:cNvContentPartPr/>
                <p14:nvPr/>
              </p14:nvContentPartPr>
              <p14:xfrm>
                <a:off x="2986590" y="1120950"/>
                <a:ext cx="225000" cy="51624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B9C04D54-E38A-0068-A795-6634AAF616A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77590" y="1111950"/>
                  <a:ext cx="2426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CF428687-7CCC-37E3-896B-F01B1CF250F4}"/>
                    </a:ext>
                  </a:extLst>
                </p14:cNvPr>
                <p14:cNvContentPartPr/>
                <p14:nvPr/>
              </p14:nvContentPartPr>
              <p14:xfrm>
                <a:off x="3032670" y="1065870"/>
                <a:ext cx="2160" cy="216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CF428687-7CCC-37E3-896B-F01B1CF250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23670" y="1056870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2CD16B02-B55C-1F3B-9002-05C66B7DF802}"/>
                    </a:ext>
                  </a:extLst>
                </p14:cNvPr>
                <p14:cNvContentPartPr/>
                <p14:nvPr/>
              </p14:nvContentPartPr>
              <p14:xfrm>
                <a:off x="3386190" y="1380870"/>
                <a:ext cx="17280" cy="13932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2CD16B02-B55C-1F3B-9002-05C66B7DF8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77374" y="1371893"/>
                  <a:ext cx="34560" cy="1569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A5168957-7DB5-D472-EF0C-0DD0992DBB69}"/>
                    </a:ext>
                  </a:extLst>
                </p14:cNvPr>
                <p14:cNvContentPartPr/>
                <p14:nvPr/>
              </p14:nvContentPartPr>
              <p14:xfrm>
                <a:off x="3579150" y="1276110"/>
                <a:ext cx="344160" cy="2847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A5168957-7DB5-D472-EF0C-0DD0992DBB6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70159" y="1267110"/>
                  <a:ext cx="361782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63C93AC6-F50E-BA4A-C2FC-4E036A8E3B0C}"/>
                    </a:ext>
                  </a:extLst>
                </p14:cNvPr>
                <p14:cNvContentPartPr/>
                <p14:nvPr/>
              </p14:nvContentPartPr>
              <p14:xfrm>
                <a:off x="4037790" y="1221030"/>
                <a:ext cx="432720" cy="4305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63C93AC6-F50E-BA4A-C2FC-4E036A8E3B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28797" y="1212038"/>
                  <a:ext cx="450345" cy="448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C23BBB6E-6864-D635-A983-C9042DD27E79}"/>
                    </a:ext>
                  </a:extLst>
                </p14:cNvPr>
                <p14:cNvContentPartPr/>
                <p14:nvPr/>
              </p14:nvContentPartPr>
              <p14:xfrm>
                <a:off x="4723230" y="1358910"/>
                <a:ext cx="218520" cy="792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C23BBB6E-6864-D635-A983-C9042DD27E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14230" y="1349910"/>
                  <a:ext cx="236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55A6C89F-FA87-14AD-6123-36D6985681E2}"/>
                    </a:ext>
                  </a:extLst>
                </p14:cNvPr>
                <p14:cNvContentPartPr/>
                <p14:nvPr/>
              </p14:nvContentPartPr>
              <p14:xfrm>
                <a:off x="4698750" y="1508670"/>
                <a:ext cx="281160" cy="2340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55A6C89F-FA87-14AD-6123-36D6985681E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89750" y="1499670"/>
                  <a:ext cx="29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22D27F89-8C30-B48A-D5CC-C1F6E074FD86}"/>
                    </a:ext>
                  </a:extLst>
                </p14:cNvPr>
                <p14:cNvContentPartPr/>
                <p14:nvPr/>
              </p14:nvContentPartPr>
              <p14:xfrm>
                <a:off x="5088990" y="1772550"/>
                <a:ext cx="127080" cy="23148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22D27F89-8C30-B48A-D5CC-C1F6E074FD8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79964" y="1763536"/>
                  <a:ext cx="144770" cy="249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A2DF20CE-9723-1FDD-9E8F-B00A49300315}"/>
                    </a:ext>
                  </a:extLst>
                </p14:cNvPr>
                <p14:cNvContentPartPr/>
                <p14:nvPr/>
              </p14:nvContentPartPr>
              <p14:xfrm>
                <a:off x="5321550" y="1043550"/>
                <a:ext cx="199080" cy="94752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A2DF20CE-9723-1FDD-9E8F-B00A4930031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12550" y="1034550"/>
                  <a:ext cx="216720" cy="9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B61DD169-95A3-8716-9621-70BDAC3E7A2B}"/>
                    </a:ext>
                  </a:extLst>
                </p14:cNvPr>
                <p14:cNvContentPartPr/>
                <p14:nvPr/>
              </p14:nvContentPartPr>
              <p14:xfrm>
                <a:off x="5634750" y="1016190"/>
                <a:ext cx="2068920" cy="6480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B61DD169-95A3-8716-9621-70BDAC3E7A2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625750" y="1007190"/>
                  <a:ext cx="2086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531644B7-B411-2484-3644-F3791A96D827}"/>
                    </a:ext>
                  </a:extLst>
                </p14:cNvPr>
                <p14:cNvContentPartPr/>
                <p14:nvPr/>
              </p14:nvContentPartPr>
              <p14:xfrm>
                <a:off x="5739510" y="1225710"/>
                <a:ext cx="186120" cy="45288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531644B7-B411-2484-3644-F3791A96D82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30510" y="1216710"/>
                  <a:ext cx="2037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6FCA9738-570B-183A-071D-389ACD867C7E}"/>
                    </a:ext>
                  </a:extLst>
                </p14:cNvPr>
                <p14:cNvContentPartPr/>
                <p14:nvPr/>
              </p14:nvContentPartPr>
              <p14:xfrm>
                <a:off x="5712870" y="1377990"/>
                <a:ext cx="189360" cy="44280"/>
              </p14:xfrm>
            </p:contentPart>
          </mc:Choice>
          <mc:Fallback xmlns=""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6FCA9738-570B-183A-071D-389ACD867C7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03887" y="1368990"/>
                  <a:ext cx="206967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30BE1FD3-C552-C8AB-B6CC-DA6CE870B6A2}"/>
                    </a:ext>
                  </a:extLst>
                </p14:cNvPr>
                <p14:cNvContentPartPr/>
                <p14:nvPr/>
              </p14:nvContentPartPr>
              <p14:xfrm>
                <a:off x="6125790" y="1253070"/>
                <a:ext cx="238320" cy="18036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30BE1FD3-C552-C8AB-B6CC-DA6CE870B6A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16790" y="1244052"/>
                  <a:ext cx="255960" cy="19803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9AD35DAE-8F3C-2A82-8635-299E5F4ECDA4}"/>
                  </a:ext>
                </a:extLst>
              </p14:cNvPr>
              <p14:cNvContentPartPr/>
              <p14:nvPr/>
            </p14:nvContentPartPr>
            <p14:xfrm>
              <a:off x="6537630" y="1250550"/>
              <a:ext cx="306720" cy="65124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9AD35DAE-8F3C-2A82-8635-299E5F4ECDA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528630" y="1241550"/>
                <a:ext cx="324360" cy="66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e 55">
            <a:extLst>
              <a:ext uri="{FF2B5EF4-FFF2-40B4-BE49-F238E27FC236}">
                <a16:creationId xmlns:a16="http://schemas.microsoft.com/office/drawing/2014/main" id="{8A1C885C-B176-F328-6216-87FD73C2768C}"/>
              </a:ext>
            </a:extLst>
          </p:cNvPr>
          <p:cNvGrpSpPr/>
          <p:nvPr/>
        </p:nvGrpSpPr>
        <p:grpSpPr>
          <a:xfrm>
            <a:off x="6934710" y="931950"/>
            <a:ext cx="4319280" cy="843120"/>
            <a:chOff x="6934710" y="931950"/>
            <a:chExt cx="4319280" cy="84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Encre 32">
                  <a:extLst>
                    <a:ext uri="{FF2B5EF4-FFF2-40B4-BE49-F238E27FC236}">
                      <a16:creationId xmlns:a16="http://schemas.microsoft.com/office/drawing/2014/main" id="{F07F249E-49DC-1664-C943-3CF3FF31CA58}"/>
                    </a:ext>
                  </a:extLst>
                </p14:cNvPr>
                <p14:cNvContentPartPr/>
                <p14:nvPr/>
              </p14:nvContentPartPr>
              <p14:xfrm>
                <a:off x="6934710" y="1280430"/>
                <a:ext cx="183600" cy="494640"/>
              </p14:xfrm>
            </p:contentPart>
          </mc:Choice>
          <mc:Fallback xmlns="">
            <p:pic>
              <p:nvPicPr>
                <p:cNvPr id="33" name="Encre 32">
                  <a:extLst>
                    <a:ext uri="{FF2B5EF4-FFF2-40B4-BE49-F238E27FC236}">
                      <a16:creationId xmlns:a16="http://schemas.microsoft.com/office/drawing/2014/main" id="{F07F249E-49DC-1664-C943-3CF3FF31CA5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25710" y="1271430"/>
                  <a:ext cx="2012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Encre 33">
                  <a:extLst>
                    <a:ext uri="{FF2B5EF4-FFF2-40B4-BE49-F238E27FC236}">
                      <a16:creationId xmlns:a16="http://schemas.microsoft.com/office/drawing/2014/main" id="{00323037-52D6-36B7-38C7-BDC8C38D0C24}"/>
                    </a:ext>
                  </a:extLst>
                </p14:cNvPr>
                <p14:cNvContentPartPr/>
                <p14:nvPr/>
              </p14:nvContentPartPr>
              <p14:xfrm>
                <a:off x="7039470" y="1216710"/>
                <a:ext cx="360" cy="360"/>
              </p14:xfrm>
            </p:contentPart>
          </mc:Choice>
          <mc:Fallback xmlns="">
            <p:pic>
              <p:nvPicPr>
                <p:cNvPr id="34" name="Encre 33">
                  <a:extLst>
                    <a:ext uri="{FF2B5EF4-FFF2-40B4-BE49-F238E27FC236}">
                      <a16:creationId xmlns:a16="http://schemas.microsoft.com/office/drawing/2014/main" id="{00323037-52D6-36B7-38C7-BDC8C38D0C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30470" y="12077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Encre 35">
                  <a:extLst>
                    <a:ext uri="{FF2B5EF4-FFF2-40B4-BE49-F238E27FC236}">
                      <a16:creationId xmlns:a16="http://schemas.microsoft.com/office/drawing/2014/main" id="{A4A504DC-6BDB-BED5-B9A1-21071F1FE854}"/>
                    </a:ext>
                  </a:extLst>
                </p14:cNvPr>
                <p14:cNvContentPartPr/>
                <p14:nvPr/>
              </p14:nvContentPartPr>
              <p14:xfrm>
                <a:off x="7268790" y="1280430"/>
                <a:ext cx="32400" cy="370080"/>
              </p14:xfrm>
            </p:contentPart>
          </mc:Choice>
          <mc:Fallback xmlns="">
            <p:pic>
              <p:nvPicPr>
                <p:cNvPr id="36" name="Encre 35">
                  <a:extLst>
                    <a:ext uri="{FF2B5EF4-FFF2-40B4-BE49-F238E27FC236}">
                      <a16:creationId xmlns:a16="http://schemas.microsoft.com/office/drawing/2014/main" id="{A4A504DC-6BDB-BED5-B9A1-21071F1FE85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9790" y="1271430"/>
                  <a:ext cx="500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A7ABE1D3-2674-C615-3C69-546FBECA92B0}"/>
                    </a:ext>
                  </a:extLst>
                </p14:cNvPr>
                <p14:cNvContentPartPr/>
                <p14:nvPr/>
              </p14:nvContentPartPr>
              <p14:xfrm>
                <a:off x="7542750" y="1244070"/>
                <a:ext cx="106920" cy="436320"/>
              </p14:xfrm>
            </p:contentPart>
          </mc:Choice>
          <mc:Fallback xmlns=""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A7ABE1D3-2674-C615-3C69-546FBECA92B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533720" y="1235070"/>
                  <a:ext cx="1246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Encre 37">
                  <a:extLst>
                    <a:ext uri="{FF2B5EF4-FFF2-40B4-BE49-F238E27FC236}">
                      <a16:creationId xmlns:a16="http://schemas.microsoft.com/office/drawing/2014/main" id="{3E17CBDB-05E3-85C9-14F3-99E405755C35}"/>
                    </a:ext>
                  </a:extLst>
                </p14:cNvPr>
                <p14:cNvContentPartPr/>
                <p14:nvPr/>
              </p14:nvContentPartPr>
              <p14:xfrm>
                <a:off x="7493790" y="1198710"/>
                <a:ext cx="15840" cy="6840"/>
              </p14:xfrm>
            </p:contentPart>
          </mc:Choice>
          <mc:Fallback xmlns="">
            <p:pic>
              <p:nvPicPr>
                <p:cNvPr id="38" name="Encre 37">
                  <a:extLst>
                    <a:ext uri="{FF2B5EF4-FFF2-40B4-BE49-F238E27FC236}">
                      <a16:creationId xmlns:a16="http://schemas.microsoft.com/office/drawing/2014/main" id="{3E17CBDB-05E3-85C9-14F3-99E405755C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84790" y="1189710"/>
                  <a:ext cx="33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5C877373-132F-830B-80D5-40A1A8F22EE7}"/>
                    </a:ext>
                  </a:extLst>
                </p14:cNvPr>
                <p14:cNvContentPartPr/>
                <p14:nvPr/>
              </p14:nvContentPartPr>
              <p14:xfrm>
                <a:off x="7791870" y="1372590"/>
                <a:ext cx="172080" cy="828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5C877373-132F-830B-80D5-40A1A8F22EE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82851" y="1363590"/>
                  <a:ext cx="189757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95BE9DF4-B551-B759-8E84-F2477F090D4E}"/>
                    </a:ext>
                  </a:extLst>
                </p14:cNvPr>
                <p14:cNvContentPartPr/>
                <p14:nvPr/>
              </p14:nvContentPartPr>
              <p14:xfrm>
                <a:off x="7907790" y="1294110"/>
                <a:ext cx="12600" cy="23868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95BE9DF4-B551-B759-8E84-F2477F090D4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98790" y="1285096"/>
                  <a:ext cx="30240" cy="2563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C62A7ADA-7893-F416-1104-B38AC36C65B3}"/>
                    </a:ext>
                  </a:extLst>
                </p14:cNvPr>
                <p14:cNvContentPartPr/>
                <p14:nvPr/>
              </p14:nvContentPartPr>
              <p14:xfrm>
                <a:off x="8122710" y="1244070"/>
                <a:ext cx="6120" cy="23292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C62A7ADA-7893-F416-1104-B38AC36C65B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13710" y="1235070"/>
                  <a:ext cx="23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96C27031-6393-F960-7482-A18A002F23F4}"/>
                    </a:ext>
                  </a:extLst>
                </p14:cNvPr>
                <p14:cNvContentPartPr/>
                <p14:nvPr/>
              </p14:nvContentPartPr>
              <p14:xfrm>
                <a:off x="8197950" y="1070910"/>
                <a:ext cx="139320" cy="61056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96C27031-6393-F960-7482-A18A002F23F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88927" y="1061910"/>
                  <a:ext cx="157006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Encre 43">
                  <a:extLst>
                    <a:ext uri="{FF2B5EF4-FFF2-40B4-BE49-F238E27FC236}">
                      <a16:creationId xmlns:a16="http://schemas.microsoft.com/office/drawing/2014/main" id="{7DEC03E6-85B3-4816-4791-D2845AEA285C}"/>
                    </a:ext>
                  </a:extLst>
                </p14:cNvPr>
                <p14:cNvContentPartPr/>
                <p14:nvPr/>
              </p14:nvContentPartPr>
              <p14:xfrm>
                <a:off x="8489550" y="1412550"/>
                <a:ext cx="271080" cy="14040"/>
              </p14:xfrm>
            </p:contentPart>
          </mc:Choice>
          <mc:Fallback xmlns="">
            <p:pic>
              <p:nvPicPr>
                <p:cNvPr id="44" name="Encre 43">
                  <a:extLst>
                    <a:ext uri="{FF2B5EF4-FFF2-40B4-BE49-F238E27FC236}">
                      <a16:creationId xmlns:a16="http://schemas.microsoft.com/office/drawing/2014/main" id="{7DEC03E6-85B3-4816-4791-D2845AEA28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80562" y="1403550"/>
                  <a:ext cx="288697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E248ECC6-84B6-400F-0FE1-72A5B558B2BD}"/>
                    </a:ext>
                  </a:extLst>
                </p14:cNvPr>
                <p14:cNvContentPartPr/>
                <p14:nvPr/>
              </p14:nvContentPartPr>
              <p14:xfrm>
                <a:off x="8952870" y="1221030"/>
                <a:ext cx="370800" cy="30996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E248ECC6-84B6-400F-0FE1-72A5B558B2B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43879" y="1212030"/>
                  <a:ext cx="388423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BFFA4908-B804-5932-2491-8802E2810525}"/>
                    </a:ext>
                  </a:extLst>
                </p14:cNvPr>
                <p14:cNvContentPartPr/>
                <p14:nvPr/>
              </p14:nvContentPartPr>
              <p14:xfrm>
                <a:off x="9488550" y="1088910"/>
                <a:ext cx="70560" cy="401760"/>
              </p14:xfrm>
            </p:contentPart>
          </mc:Choice>
          <mc:Fallback xmlns=""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BFFA4908-B804-5932-2491-8802E28105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79550" y="1079902"/>
                  <a:ext cx="88200" cy="4194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9677D6BA-FF7F-8433-0660-A4E47BD07F1B}"/>
                    </a:ext>
                  </a:extLst>
                </p14:cNvPr>
                <p14:cNvContentPartPr/>
                <p14:nvPr/>
              </p14:nvContentPartPr>
              <p14:xfrm>
                <a:off x="9769350" y="1207710"/>
                <a:ext cx="347040" cy="18072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9677D6BA-FF7F-8433-0660-A4E47BD07F1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60350" y="1198728"/>
                  <a:ext cx="364680" cy="198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DF5C2060-53D3-41AA-020E-CE262095202C}"/>
                    </a:ext>
                  </a:extLst>
                </p14:cNvPr>
                <p14:cNvContentPartPr/>
                <p14:nvPr/>
              </p14:nvContentPartPr>
              <p14:xfrm>
                <a:off x="10283790" y="1289430"/>
                <a:ext cx="130320" cy="1908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DF5C2060-53D3-41AA-020E-CE262095202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74790" y="1280257"/>
                  <a:ext cx="147960" cy="370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2F0BEF4F-6E17-2CF7-61FE-7307D260466A}"/>
                    </a:ext>
                  </a:extLst>
                </p14:cNvPr>
                <p14:cNvContentPartPr/>
                <p14:nvPr/>
              </p14:nvContentPartPr>
              <p14:xfrm>
                <a:off x="10425990" y="1207710"/>
                <a:ext cx="28080" cy="24300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2F0BEF4F-6E17-2CF7-61FE-7307D260466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416990" y="1198710"/>
                  <a:ext cx="45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77AF659E-87F6-0782-1D45-23067F9F5E85}"/>
                    </a:ext>
                  </a:extLst>
                </p14:cNvPr>
                <p14:cNvContentPartPr/>
                <p14:nvPr/>
              </p14:nvContentPartPr>
              <p14:xfrm>
                <a:off x="10664670" y="1134270"/>
                <a:ext cx="14400" cy="25812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77AF659E-87F6-0782-1D45-23067F9F5E8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55670" y="1125270"/>
                  <a:ext cx="32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B4E4B161-FAD1-94F9-C625-2FA700B657F8}"/>
                    </a:ext>
                  </a:extLst>
                </p14:cNvPr>
                <p14:cNvContentPartPr/>
                <p14:nvPr/>
              </p14:nvContentPartPr>
              <p14:xfrm>
                <a:off x="10811190" y="1002510"/>
                <a:ext cx="161280" cy="54576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B4E4B161-FAD1-94F9-C625-2FA700B657F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02190" y="993510"/>
                  <a:ext cx="1789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F90B39EB-696E-582F-88BA-2ACD0DA6FD39}"/>
                    </a:ext>
                  </a:extLst>
                </p14:cNvPr>
                <p14:cNvContentPartPr/>
                <p14:nvPr/>
              </p14:nvContentPartPr>
              <p14:xfrm>
                <a:off x="7781070" y="931950"/>
                <a:ext cx="3472920" cy="21096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F90B39EB-696E-582F-88BA-2ACD0DA6FD3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72069" y="922950"/>
                  <a:ext cx="3490562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BBC30EF7-3B0D-CA3E-E999-02697A76091A}"/>
              </a:ext>
            </a:extLst>
          </p:cNvPr>
          <p:cNvGrpSpPr/>
          <p:nvPr/>
        </p:nvGrpSpPr>
        <p:grpSpPr>
          <a:xfrm>
            <a:off x="6093750" y="2077830"/>
            <a:ext cx="2859840" cy="797040"/>
            <a:chOff x="6093750" y="2077830"/>
            <a:chExt cx="2859840" cy="79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Encre 56">
                  <a:extLst>
                    <a:ext uri="{FF2B5EF4-FFF2-40B4-BE49-F238E27FC236}">
                      <a16:creationId xmlns:a16="http://schemas.microsoft.com/office/drawing/2014/main" id="{5214EA2E-B9D3-DD67-EC2B-876F58821604}"/>
                    </a:ext>
                  </a:extLst>
                </p14:cNvPr>
                <p14:cNvContentPartPr/>
                <p14:nvPr/>
              </p14:nvContentPartPr>
              <p14:xfrm>
                <a:off x="6093750" y="2187630"/>
                <a:ext cx="38880" cy="549720"/>
              </p14:xfrm>
            </p:contentPart>
          </mc:Choice>
          <mc:Fallback xmlns="">
            <p:pic>
              <p:nvPicPr>
                <p:cNvPr id="57" name="Encre 56">
                  <a:extLst>
                    <a:ext uri="{FF2B5EF4-FFF2-40B4-BE49-F238E27FC236}">
                      <a16:creationId xmlns:a16="http://schemas.microsoft.com/office/drawing/2014/main" id="{5214EA2E-B9D3-DD67-EC2B-876F5882160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84750" y="2178630"/>
                  <a:ext cx="565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E04641E0-5D33-0F46-5B9B-3E8F8DAC846C}"/>
                    </a:ext>
                  </a:extLst>
                </p14:cNvPr>
                <p14:cNvContentPartPr/>
                <p14:nvPr/>
              </p14:nvContentPartPr>
              <p14:xfrm>
                <a:off x="6414150" y="2246670"/>
                <a:ext cx="258840" cy="62820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E04641E0-5D33-0F46-5B9B-3E8F8DAC846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05150" y="2237670"/>
                  <a:ext cx="27648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Encre 58">
                  <a:extLst>
                    <a:ext uri="{FF2B5EF4-FFF2-40B4-BE49-F238E27FC236}">
                      <a16:creationId xmlns:a16="http://schemas.microsoft.com/office/drawing/2014/main" id="{861E3B46-F9CA-3162-9E9A-9C7E3131CBD7}"/>
                    </a:ext>
                  </a:extLst>
                </p14:cNvPr>
                <p14:cNvContentPartPr/>
                <p14:nvPr/>
              </p14:nvContentPartPr>
              <p14:xfrm>
                <a:off x="6530070" y="2137230"/>
                <a:ext cx="2160" cy="360"/>
              </p14:xfrm>
            </p:contentPart>
          </mc:Choice>
          <mc:Fallback xmlns="">
            <p:pic>
              <p:nvPicPr>
                <p:cNvPr id="59" name="Encre 58">
                  <a:extLst>
                    <a:ext uri="{FF2B5EF4-FFF2-40B4-BE49-F238E27FC236}">
                      <a16:creationId xmlns:a16="http://schemas.microsoft.com/office/drawing/2014/main" id="{861E3B46-F9CA-3162-9E9A-9C7E3131CBD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21070" y="2128230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5560F856-D7C5-28C3-E136-7342C8A5E70A}"/>
                    </a:ext>
                  </a:extLst>
                </p14:cNvPr>
                <p14:cNvContentPartPr/>
                <p14:nvPr/>
              </p14:nvContentPartPr>
              <p14:xfrm>
                <a:off x="6851910" y="2465550"/>
                <a:ext cx="36000" cy="27180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5560F856-D7C5-28C3-E136-7342C8A5E70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42910" y="2456550"/>
                  <a:ext cx="53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DB2AD1A1-3CA1-46F5-3CCC-E65D88757061}"/>
                    </a:ext>
                  </a:extLst>
                </p14:cNvPr>
                <p14:cNvContentPartPr/>
                <p14:nvPr/>
              </p14:nvContentPartPr>
              <p14:xfrm>
                <a:off x="7166910" y="2269350"/>
                <a:ext cx="439920" cy="27360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DB2AD1A1-3CA1-46F5-3CCC-E65D8875706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57910" y="2260350"/>
                  <a:ext cx="457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Encre 62">
                  <a:extLst>
                    <a:ext uri="{FF2B5EF4-FFF2-40B4-BE49-F238E27FC236}">
                      <a16:creationId xmlns:a16="http://schemas.microsoft.com/office/drawing/2014/main" id="{D9E43189-EB06-BEF3-3B9D-3D0D43B17EF8}"/>
                    </a:ext>
                  </a:extLst>
                </p14:cNvPr>
                <p14:cNvContentPartPr/>
                <p14:nvPr/>
              </p14:nvContentPartPr>
              <p14:xfrm>
                <a:off x="7814910" y="2429190"/>
                <a:ext cx="223200" cy="20520"/>
              </p14:xfrm>
            </p:contentPart>
          </mc:Choice>
          <mc:Fallback xmlns="">
            <p:pic>
              <p:nvPicPr>
                <p:cNvPr id="63" name="Encre 62">
                  <a:extLst>
                    <a:ext uri="{FF2B5EF4-FFF2-40B4-BE49-F238E27FC236}">
                      <a16:creationId xmlns:a16="http://schemas.microsoft.com/office/drawing/2014/main" id="{D9E43189-EB06-BEF3-3B9D-3D0D43B17EF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805924" y="2420190"/>
                  <a:ext cx="240812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Encre 63">
                  <a:extLst>
                    <a:ext uri="{FF2B5EF4-FFF2-40B4-BE49-F238E27FC236}">
                      <a16:creationId xmlns:a16="http://schemas.microsoft.com/office/drawing/2014/main" id="{CA11FA34-8369-C445-1CFC-1274C811750C}"/>
                    </a:ext>
                  </a:extLst>
                </p14:cNvPr>
                <p14:cNvContentPartPr/>
                <p14:nvPr/>
              </p14:nvContentPartPr>
              <p14:xfrm>
                <a:off x="7950270" y="2324430"/>
                <a:ext cx="25200" cy="265680"/>
              </p14:xfrm>
            </p:contentPart>
          </mc:Choice>
          <mc:Fallback xmlns="">
            <p:pic>
              <p:nvPicPr>
                <p:cNvPr id="64" name="Encre 63">
                  <a:extLst>
                    <a:ext uri="{FF2B5EF4-FFF2-40B4-BE49-F238E27FC236}">
                      <a16:creationId xmlns:a16="http://schemas.microsoft.com/office/drawing/2014/main" id="{CA11FA34-8369-C445-1CFC-1274C811750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41270" y="2315430"/>
                  <a:ext cx="42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544F298B-DE87-8E91-AE15-F955AD78F1BF}"/>
                    </a:ext>
                  </a:extLst>
                </p14:cNvPr>
                <p14:cNvContentPartPr/>
                <p14:nvPr/>
              </p14:nvContentPartPr>
              <p14:xfrm>
                <a:off x="8303430" y="2205630"/>
                <a:ext cx="43920" cy="32724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544F298B-DE87-8E91-AE15-F955AD78F1B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94430" y="2196630"/>
                  <a:ext cx="615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B4F219A2-8136-BAAD-7C2F-9771408E72C1}"/>
                    </a:ext>
                  </a:extLst>
                </p14:cNvPr>
                <p14:cNvContentPartPr/>
                <p14:nvPr/>
              </p14:nvContentPartPr>
              <p14:xfrm>
                <a:off x="8489190" y="2077830"/>
                <a:ext cx="464400" cy="68184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B4F219A2-8136-BAAD-7C2F-9771408E72C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80190" y="2068830"/>
                  <a:ext cx="482040" cy="69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5D6ECFAC-BFED-F0C6-14BC-5DCCFF78153E}"/>
              </a:ext>
            </a:extLst>
          </p:cNvPr>
          <p:cNvGrpSpPr/>
          <p:nvPr/>
        </p:nvGrpSpPr>
        <p:grpSpPr>
          <a:xfrm>
            <a:off x="9145830" y="1535310"/>
            <a:ext cx="3040920" cy="1156680"/>
            <a:chOff x="9145830" y="1535310"/>
            <a:chExt cx="3040920" cy="11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3AD6F4EA-58EB-0E9F-4422-CC684AF25FC8}"/>
                    </a:ext>
                  </a:extLst>
                </p14:cNvPr>
                <p14:cNvContentPartPr/>
                <p14:nvPr/>
              </p14:nvContentPartPr>
              <p14:xfrm>
                <a:off x="9191550" y="2442510"/>
                <a:ext cx="327960" cy="3240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3AD6F4EA-58EB-0E9F-4422-CC684AF25FC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85430" y="2436457"/>
                  <a:ext cx="340200" cy="44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9" name="Encre 68">
                  <a:extLst>
                    <a:ext uri="{FF2B5EF4-FFF2-40B4-BE49-F238E27FC236}">
                      <a16:creationId xmlns:a16="http://schemas.microsoft.com/office/drawing/2014/main" id="{5DBDC2F7-8FA6-9396-9071-4385EBC13286}"/>
                    </a:ext>
                  </a:extLst>
                </p14:cNvPr>
                <p14:cNvContentPartPr/>
                <p14:nvPr/>
              </p14:nvContentPartPr>
              <p14:xfrm>
                <a:off x="9145830" y="2037150"/>
                <a:ext cx="528480" cy="39960"/>
              </p14:xfrm>
            </p:contentPart>
          </mc:Choice>
          <mc:Fallback xmlns="">
            <p:pic>
              <p:nvPicPr>
                <p:cNvPr id="69" name="Encre 68">
                  <a:extLst>
                    <a:ext uri="{FF2B5EF4-FFF2-40B4-BE49-F238E27FC236}">
                      <a16:creationId xmlns:a16="http://schemas.microsoft.com/office/drawing/2014/main" id="{5DBDC2F7-8FA6-9396-9071-4385EBC132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139714" y="2031030"/>
                  <a:ext cx="540712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Encre 69">
                  <a:extLst>
                    <a:ext uri="{FF2B5EF4-FFF2-40B4-BE49-F238E27FC236}">
                      <a16:creationId xmlns:a16="http://schemas.microsoft.com/office/drawing/2014/main" id="{DE04E03F-309D-6081-7B20-F13B4A63E8F2}"/>
                    </a:ext>
                  </a:extLst>
                </p14:cNvPr>
                <p14:cNvContentPartPr/>
                <p14:nvPr/>
              </p14:nvContentPartPr>
              <p14:xfrm>
                <a:off x="9241950" y="2219670"/>
                <a:ext cx="376200" cy="10080"/>
              </p14:xfrm>
            </p:contentPart>
          </mc:Choice>
          <mc:Fallback xmlns="">
            <p:pic>
              <p:nvPicPr>
                <p:cNvPr id="70" name="Encre 69">
                  <a:extLst>
                    <a:ext uri="{FF2B5EF4-FFF2-40B4-BE49-F238E27FC236}">
                      <a16:creationId xmlns:a16="http://schemas.microsoft.com/office/drawing/2014/main" id="{DE04E03F-309D-6081-7B20-F13B4A63E8F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235830" y="2213761"/>
                  <a:ext cx="388440" cy="218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3" name="Encre 82">
                  <a:extLst>
                    <a:ext uri="{FF2B5EF4-FFF2-40B4-BE49-F238E27FC236}">
                      <a16:creationId xmlns:a16="http://schemas.microsoft.com/office/drawing/2014/main" id="{26E1553F-6418-E044-49C7-7C432B0208F8}"/>
                    </a:ext>
                  </a:extLst>
                </p14:cNvPr>
                <p14:cNvContentPartPr/>
                <p14:nvPr/>
              </p14:nvContentPartPr>
              <p14:xfrm>
                <a:off x="9739830" y="1782990"/>
                <a:ext cx="290160" cy="173160"/>
              </p14:xfrm>
            </p:contentPart>
          </mc:Choice>
          <mc:Fallback xmlns="">
            <p:pic>
              <p:nvPicPr>
                <p:cNvPr id="83" name="Encre 82">
                  <a:extLst>
                    <a:ext uri="{FF2B5EF4-FFF2-40B4-BE49-F238E27FC236}">
                      <a16:creationId xmlns:a16="http://schemas.microsoft.com/office/drawing/2014/main" id="{26E1553F-6418-E044-49C7-7C432B0208F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33702" y="1776870"/>
                  <a:ext cx="302415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4" name="Encre 83">
                  <a:extLst>
                    <a:ext uri="{FF2B5EF4-FFF2-40B4-BE49-F238E27FC236}">
                      <a16:creationId xmlns:a16="http://schemas.microsoft.com/office/drawing/2014/main" id="{DACB3C3E-6223-8310-1517-224971C82F7D}"/>
                    </a:ext>
                  </a:extLst>
                </p14:cNvPr>
                <p14:cNvContentPartPr/>
                <p14:nvPr/>
              </p14:nvContentPartPr>
              <p14:xfrm>
                <a:off x="10146990" y="1722510"/>
                <a:ext cx="254880" cy="497160"/>
              </p14:xfrm>
            </p:contentPart>
          </mc:Choice>
          <mc:Fallback xmlns="">
            <p:pic>
              <p:nvPicPr>
                <p:cNvPr id="84" name="Encre 83">
                  <a:extLst>
                    <a:ext uri="{FF2B5EF4-FFF2-40B4-BE49-F238E27FC236}">
                      <a16:creationId xmlns:a16="http://schemas.microsoft.com/office/drawing/2014/main" id="{DACB3C3E-6223-8310-1517-224971C82F7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40870" y="1716390"/>
                  <a:ext cx="26712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CFAE29E2-8509-4422-8608-56F1A4C5AB0F}"/>
                    </a:ext>
                  </a:extLst>
                </p14:cNvPr>
                <p14:cNvContentPartPr/>
                <p14:nvPr/>
              </p14:nvContentPartPr>
              <p14:xfrm>
                <a:off x="10485750" y="1737990"/>
                <a:ext cx="261360" cy="15336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CFAE29E2-8509-4422-8608-56F1A4C5AB0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79630" y="1731870"/>
                  <a:ext cx="2736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6" name="Encre 85">
                  <a:extLst>
                    <a:ext uri="{FF2B5EF4-FFF2-40B4-BE49-F238E27FC236}">
                      <a16:creationId xmlns:a16="http://schemas.microsoft.com/office/drawing/2014/main" id="{E5066A9E-0C4C-98B0-A5D0-91A7530B2675}"/>
                    </a:ext>
                  </a:extLst>
                </p14:cNvPr>
                <p14:cNvContentPartPr/>
                <p14:nvPr/>
              </p14:nvContentPartPr>
              <p14:xfrm>
                <a:off x="10535070" y="1604430"/>
                <a:ext cx="162360" cy="72360"/>
              </p14:xfrm>
            </p:contentPart>
          </mc:Choice>
          <mc:Fallback xmlns="">
            <p:pic>
              <p:nvPicPr>
                <p:cNvPr id="86" name="Encre 85">
                  <a:extLst>
                    <a:ext uri="{FF2B5EF4-FFF2-40B4-BE49-F238E27FC236}">
                      <a16:creationId xmlns:a16="http://schemas.microsoft.com/office/drawing/2014/main" id="{E5066A9E-0C4C-98B0-A5D0-91A7530B267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528950" y="1598310"/>
                  <a:ext cx="174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7" name="Encre 86">
                  <a:extLst>
                    <a:ext uri="{FF2B5EF4-FFF2-40B4-BE49-F238E27FC236}">
                      <a16:creationId xmlns:a16="http://schemas.microsoft.com/office/drawing/2014/main" id="{6841B7A4-912C-F7AE-2D22-092DCCA0DFFF}"/>
                    </a:ext>
                  </a:extLst>
                </p14:cNvPr>
                <p14:cNvContentPartPr/>
                <p14:nvPr/>
              </p14:nvContentPartPr>
              <p14:xfrm>
                <a:off x="10861950" y="1683990"/>
                <a:ext cx="267480" cy="246960"/>
              </p14:xfrm>
            </p:contentPart>
          </mc:Choice>
          <mc:Fallback xmlns="">
            <p:pic>
              <p:nvPicPr>
                <p:cNvPr id="87" name="Encre 86">
                  <a:extLst>
                    <a:ext uri="{FF2B5EF4-FFF2-40B4-BE49-F238E27FC236}">
                      <a16:creationId xmlns:a16="http://schemas.microsoft.com/office/drawing/2014/main" id="{6841B7A4-912C-F7AE-2D22-092DCCA0DFF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855822" y="1677870"/>
                  <a:ext cx="279736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9" name="Encre 88">
                  <a:extLst>
                    <a:ext uri="{FF2B5EF4-FFF2-40B4-BE49-F238E27FC236}">
                      <a16:creationId xmlns:a16="http://schemas.microsoft.com/office/drawing/2014/main" id="{2C719C74-37E4-6D56-7C79-8767B37F49D4}"/>
                    </a:ext>
                  </a:extLst>
                </p14:cNvPr>
                <p14:cNvContentPartPr/>
                <p14:nvPr/>
              </p14:nvContentPartPr>
              <p14:xfrm>
                <a:off x="11118270" y="1818270"/>
                <a:ext cx="205920" cy="91440"/>
              </p14:xfrm>
            </p:contentPart>
          </mc:Choice>
          <mc:Fallback xmlns="">
            <p:pic>
              <p:nvPicPr>
                <p:cNvPr id="89" name="Encre 88">
                  <a:extLst>
                    <a:ext uri="{FF2B5EF4-FFF2-40B4-BE49-F238E27FC236}">
                      <a16:creationId xmlns:a16="http://schemas.microsoft.com/office/drawing/2014/main" id="{2C719C74-37E4-6D56-7C79-8767B37F49D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112150" y="1812150"/>
                  <a:ext cx="218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17C4D1E3-F185-3BC7-F9EB-3277FE574E70}"/>
                    </a:ext>
                  </a:extLst>
                </p14:cNvPr>
                <p14:cNvContentPartPr/>
                <p14:nvPr/>
              </p14:nvContentPartPr>
              <p14:xfrm>
                <a:off x="11477190" y="1535310"/>
                <a:ext cx="18720" cy="40068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17C4D1E3-F185-3BC7-F9EB-3277FE574E7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71070" y="1529184"/>
                  <a:ext cx="30960" cy="412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5BA15AA9-3503-14EA-4A9F-340CBACDB4E1}"/>
                    </a:ext>
                  </a:extLst>
                </p14:cNvPr>
                <p14:cNvContentPartPr/>
                <p14:nvPr/>
              </p14:nvContentPartPr>
              <p14:xfrm>
                <a:off x="11426430" y="1741230"/>
                <a:ext cx="227880" cy="1800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5BA15AA9-3503-14EA-4A9F-340CBACDB4E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420300" y="1735110"/>
                  <a:ext cx="240139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E297D76F-4E5C-51A7-699F-A8D12D52C9FE}"/>
                    </a:ext>
                  </a:extLst>
                </p14:cNvPr>
                <p14:cNvContentPartPr/>
                <p14:nvPr/>
              </p14:nvContentPartPr>
              <p14:xfrm>
                <a:off x="11623710" y="1749150"/>
                <a:ext cx="346320" cy="15084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E297D76F-4E5C-51A7-699F-A8D12D52C9F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617596" y="1743045"/>
                  <a:ext cx="358547" cy="1630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BFB73DD6-40B2-FCEA-5954-201B029493C6}"/>
                    </a:ext>
                  </a:extLst>
                </p14:cNvPr>
                <p14:cNvContentPartPr/>
                <p14:nvPr/>
              </p14:nvContentPartPr>
              <p14:xfrm>
                <a:off x="11999910" y="1683270"/>
                <a:ext cx="186840" cy="20628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BFB73DD6-40B2-FCEA-5954-201B029493C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993790" y="1677150"/>
                  <a:ext cx="199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AE0224D3-141A-A1FE-DD42-7C6C6706F1B1}"/>
                    </a:ext>
                  </a:extLst>
                </p14:cNvPr>
                <p14:cNvContentPartPr/>
                <p14:nvPr/>
              </p14:nvContentPartPr>
              <p14:xfrm>
                <a:off x="9759270" y="2054790"/>
                <a:ext cx="321840" cy="39744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AE0224D3-141A-A1FE-DD42-7C6C6706F1B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753150" y="2048664"/>
                  <a:ext cx="334080" cy="409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6" name="Encre 95">
                  <a:extLst>
                    <a:ext uri="{FF2B5EF4-FFF2-40B4-BE49-F238E27FC236}">
                      <a16:creationId xmlns:a16="http://schemas.microsoft.com/office/drawing/2014/main" id="{D67BD07A-E718-8403-A4DC-E8CBD5057707}"/>
                    </a:ext>
                  </a:extLst>
                </p14:cNvPr>
                <p14:cNvContentPartPr/>
                <p14:nvPr/>
              </p14:nvContentPartPr>
              <p14:xfrm>
                <a:off x="10219710" y="2327670"/>
                <a:ext cx="181440" cy="190800"/>
              </p14:xfrm>
            </p:contentPart>
          </mc:Choice>
          <mc:Fallback xmlns="">
            <p:pic>
              <p:nvPicPr>
                <p:cNvPr id="96" name="Encre 95">
                  <a:extLst>
                    <a:ext uri="{FF2B5EF4-FFF2-40B4-BE49-F238E27FC236}">
                      <a16:creationId xmlns:a16="http://schemas.microsoft.com/office/drawing/2014/main" id="{D67BD07A-E718-8403-A4DC-E8CBD505770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213590" y="2321550"/>
                  <a:ext cx="193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7" name="Encre 96">
                  <a:extLst>
                    <a:ext uri="{FF2B5EF4-FFF2-40B4-BE49-F238E27FC236}">
                      <a16:creationId xmlns:a16="http://schemas.microsoft.com/office/drawing/2014/main" id="{1EA97392-C347-A552-6295-CBA7C964BEA7}"/>
                    </a:ext>
                  </a:extLst>
                </p14:cNvPr>
                <p14:cNvContentPartPr/>
                <p14:nvPr/>
              </p14:nvContentPartPr>
              <p14:xfrm>
                <a:off x="10714710" y="2369790"/>
                <a:ext cx="306000" cy="171000"/>
              </p14:xfrm>
            </p:contentPart>
          </mc:Choice>
          <mc:Fallback xmlns="">
            <p:pic>
              <p:nvPicPr>
                <p:cNvPr id="97" name="Encre 96">
                  <a:extLst>
                    <a:ext uri="{FF2B5EF4-FFF2-40B4-BE49-F238E27FC236}">
                      <a16:creationId xmlns:a16="http://schemas.microsoft.com/office/drawing/2014/main" id="{1EA97392-C347-A552-6295-CBA7C964BEA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708590" y="2363683"/>
                  <a:ext cx="318240" cy="1832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8" name="Encre 97">
                  <a:extLst>
                    <a:ext uri="{FF2B5EF4-FFF2-40B4-BE49-F238E27FC236}">
                      <a16:creationId xmlns:a16="http://schemas.microsoft.com/office/drawing/2014/main" id="{AD3EBD31-4F8C-4305-217F-8242E1EBD3F8}"/>
                    </a:ext>
                  </a:extLst>
                </p14:cNvPr>
                <p14:cNvContentPartPr/>
                <p14:nvPr/>
              </p14:nvContentPartPr>
              <p14:xfrm>
                <a:off x="11198550" y="2397150"/>
                <a:ext cx="200160" cy="205920"/>
              </p14:xfrm>
            </p:contentPart>
          </mc:Choice>
          <mc:Fallback xmlns="">
            <p:pic>
              <p:nvPicPr>
                <p:cNvPr id="98" name="Encre 97">
                  <a:extLst>
                    <a:ext uri="{FF2B5EF4-FFF2-40B4-BE49-F238E27FC236}">
                      <a16:creationId xmlns:a16="http://schemas.microsoft.com/office/drawing/2014/main" id="{AD3EBD31-4F8C-4305-217F-8242E1EBD3F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192441" y="2391030"/>
                  <a:ext cx="212378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AFCA87EB-D27C-0C99-CF82-9B2BF36291D0}"/>
                    </a:ext>
                  </a:extLst>
                </p14:cNvPr>
                <p14:cNvContentPartPr/>
                <p14:nvPr/>
              </p14:nvContentPartPr>
              <p14:xfrm>
                <a:off x="11539470" y="2442510"/>
                <a:ext cx="135720" cy="249480"/>
              </p14:xfrm>
            </p:contentPart>
          </mc:Choice>
          <mc:Fallback xmlns=""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AFCA87EB-D27C-0C99-CF82-9B2BF36291D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533350" y="2436399"/>
                  <a:ext cx="147960" cy="261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0" name="Encre 99">
                  <a:extLst>
                    <a:ext uri="{FF2B5EF4-FFF2-40B4-BE49-F238E27FC236}">
                      <a16:creationId xmlns:a16="http://schemas.microsoft.com/office/drawing/2014/main" id="{A93F48E2-70F3-EE91-01CD-DD1E08F03D88}"/>
                    </a:ext>
                  </a:extLst>
                </p14:cNvPr>
                <p14:cNvContentPartPr/>
                <p14:nvPr/>
              </p14:nvContentPartPr>
              <p14:xfrm>
                <a:off x="11769870" y="2014110"/>
                <a:ext cx="156960" cy="617760"/>
              </p14:xfrm>
            </p:contentPart>
          </mc:Choice>
          <mc:Fallback xmlns="">
            <p:pic>
              <p:nvPicPr>
                <p:cNvPr id="100" name="Encre 99">
                  <a:extLst>
                    <a:ext uri="{FF2B5EF4-FFF2-40B4-BE49-F238E27FC236}">
                      <a16:creationId xmlns:a16="http://schemas.microsoft.com/office/drawing/2014/main" id="{A93F48E2-70F3-EE91-01CD-DD1E08F03D8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763750" y="2007990"/>
                  <a:ext cx="16920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F1433A03-8FA5-DB35-6E66-ECB2D4078D55}"/>
                    </a:ext>
                  </a:extLst>
                </p14:cNvPr>
                <p14:cNvContentPartPr/>
                <p14:nvPr/>
              </p14:nvContentPartPr>
              <p14:xfrm>
                <a:off x="11779590" y="2363670"/>
                <a:ext cx="142920" cy="1116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F1433A03-8FA5-DB35-6E66-ECB2D4078D5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773470" y="2357550"/>
                  <a:ext cx="155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771A215C-8600-1F33-A21C-76F60864A83E}"/>
                    </a:ext>
                  </a:extLst>
                </p14:cNvPr>
                <p14:cNvContentPartPr/>
                <p14:nvPr/>
              </p14:nvContentPartPr>
              <p14:xfrm>
                <a:off x="11903790" y="2405070"/>
                <a:ext cx="264960" cy="16236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771A215C-8600-1F33-A21C-76F60864A83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897670" y="2398964"/>
                  <a:ext cx="277200" cy="1745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3" name="Encre 102">
                  <a:extLst>
                    <a:ext uri="{FF2B5EF4-FFF2-40B4-BE49-F238E27FC236}">
                      <a16:creationId xmlns:a16="http://schemas.microsoft.com/office/drawing/2014/main" id="{9247E6D0-7E07-0938-A245-50E3936C6759}"/>
                    </a:ext>
                  </a:extLst>
                </p14:cNvPr>
                <p14:cNvContentPartPr/>
                <p14:nvPr/>
              </p14:nvContentPartPr>
              <p14:xfrm>
                <a:off x="12044550" y="2223990"/>
                <a:ext cx="107640" cy="111960"/>
              </p14:xfrm>
            </p:contentPart>
          </mc:Choice>
          <mc:Fallback xmlns="">
            <p:pic>
              <p:nvPicPr>
                <p:cNvPr id="103" name="Encre 102">
                  <a:extLst>
                    <a:ext uri="{FF2B5EF4-FFF2-40B4-BE49-F238E27FC236}">
                      <a16:creationId xmlns:a16="http://schemas.microsoft.com/office/drawing/2014/main" id="{9247E6D0-7E07-0938-A245-50E3936C675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2038430" y="2217870"/>
                  <a:ext cx="11988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CC9D66E1-D30E-6259-E6C4-2DDA2BC34098}"/>
              </a:ext>
            </a:extLst>
          </p:cNvPr>
          <p:cNvGrpSpPr/>
          <p:nvPr/>
        </p:nvGrpSpPr>
        <p:grpSpPr>
          <a:xfrm>
            <a:off x="267870" y="2779830"/>
            <a:ext cx="2824560" cy="555120"/>
            <a:chOff x="267870" y="2779830"/>
            <a:chExt cx="282456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5" name="Encre 104">
                  <a:extLst>
                    <a:ext uri="{FF2B5EF4-FFF2-40B4-BE49-F238E27FC236}">
                      <a16:creationId xmlns:a16="http://schemas.microsoft.com/office/drawing/2014/main" id="{D05FE73E-2EA6-CD4E-DE1E-8126BCE65E9F}"/>
                    </a:ext>
                  </a:extLst>
                </p14:cNvPr>
                <p14:cNvContentPartPr/>
                <p14:nvPr/>
              </p14:nvContentPartPr>
              <p14:xfrm>
                <a:off x="577470" y="2957670"/>
                <a:ext cx="50040" cy="372600"/>
              </p14:xfrm>
            </p:contentPart>
          </mc:Choice>
          <mc:Fallback xmlns="">
            <p:pic>
              <p:nvPicPr>
                <p:cNvPr id="105" name="Encre 104">
                  <a:extLst>
                    <a:ext uri="{FF2B5EF4-FFF2-40B4-BE49-F238E27FC236}">
                      <a16:creationId xmlns:a16="http://schemas.microsoft.com/office/drawing/2014/main" id="{D05FE73E-2EA6-CD4E-DE1E-8126BCE65E9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59599" y="2939670"/>
                  <a:ext cx="85425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6" name="Encre 105">
                  <a:extLst>
                    <a:ext uri="{FF2B5EF4-FFF2-40B4-BE49-F238E27FC236}">
                      <a16:creationId xmlns:a16="http://schemas.microsoft.com/office/drawing/2014/main" id="{5E06D789-410A-0DC2-6E59-847E10E60262}"/>
                    </a:ext>
                  </a:extLst>
                </p14:cNvPr>
                <p14:cNvContentPartPr/>
                <p14:nvPr/>
              </p14:nvContentPartPr>
              <p14:xfrm>
                <a:off x="267870" y="2867670"/>
                <a:ext cx="573840" cy="450000"/>
              </p14:xfrm>
            </p:contentPart>
          </mc:Choice>
          <mc:Fallback xmlns="">
            <p:pic>
              <p:nvPicPr>
                <p:cNvPr id="106" name="Encre 105">
                  <a:extLst>
                    <a:ext uri="{FF2B5EF4-FFF2-40B4-BE49-F238E27FC236}">
                      <a16:creationId xmlns:a16="http://schemas.microsoft.com/office/drawing/2014/main" id="{5E06D789-410A-0DC2-6E59-847E10E6026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49870" y="2849670"/>
                  <a:ext cx="6094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7" name="Encre 106">
                  <a:extLst>
                    <a:ext uri="{FF2B5EF4-FFF2-40B4-BE49-F238E27FC236}">
                      <a16:creationId xmlns:a16="http://schemas.microsoft.com/office/drawing/2014/main" id="{49425B2D-155A-87DA-D3EB-754CD6322346}"/>
                    </a:ext>
                  </a:extLst>
                </p14:cNvPr>
                <p14:cNvContentPartPr/>
                <p14:nvPr/>
              </p14:nvContentPartPr>
              <p14:xfrm>
                <a:off x="972030" y="3026070"/>
                <a:ext cx="221400" cy="188640"/>
              </p14:xfrm>
            </p:contentPart>
          </mc:Choice>
          <mc:Fallback xmlns="">
            <p:pic>
              <p:nvPicPr>
                <p:cNvPr id="107" name="Encre 106">
                  <a:extLst>
                    <a:ext uri="{FF2B5EF4-FFF2-40B4-BE49-F238E27FC236}">
                      <a16:creationId xmlns:a16="http://schemas.microsoft.com/office/drawing/2014/main" id="{49425B2D-155A-87DA-D3EB-754CD632234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4030" y="3008070"/>
                  <a:ext cx="257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2B1F8933-52BA-87D5-1D32-B7120EAE9683}"/>
                    </a:ext>
                  </a:extLst>
                </p14:cNvPr>
                <p14:cNvContentPartPr/>
                <p14:nvPr/>
              </p14:nvContentPartPr>
              <p14:xfrm>
                <a:off x="1371630" y="2948670"/>
                <a:ext cx="523440" cy="29124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2B1F8933-52BA-87D5-1D32-B7120EAE968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353630" y="2930670"/>
                  <a:ext cx="5590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E03756A1-423E-6A5B-7525-95CD3DD5F230}"/>
                    </a:ext>
                  </a:extLst>
                </p14:cNvPr>
                <p14:cNvContentPartPr/>
                <p14:nvPr/>
              </p14:nvContentPartPr>
              <p14:xfrm>
                <a:off x="2028630" y="2987550"/>
                <a:ext cx="137880" cy="29736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E03756A1-423E-6A5B-7525-95CD3DD5F23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10630" y="2969572"/>
                  <a:ext cx="173520" cy="332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DB8CD836-8A7E-144D-C160-EF7080063282}"/>
                    </a:ext>
                  </a:extLst>
                </p14:cNvPr>
                <p14:cNvContentPartPr/>
                <p14:nvPr/>
              </p14:nvContentPartPr>
              <p14:xfrm>
                <a:off x="2312670" y="3087630"/>
                <a:ext cx="378360" cy="24732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DB8CD836-8A7E-144D-C160-EF708006328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94670" y="3069630"/>
                  <a:ext cx="414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2" name="Encre 111">
                  <a:extLst>
                    <a:ext uri="{FF2B5EF4-FFF2-40B4-BE49-F238E27FC236}">
                      <a16:creationId xmlns:a16="http://schemas.microsoft.com/office/drawing/2014/main" id="{54606F8D-752B-8DF9-E02D-F12919ABD32F}"/>
                    </a:ext>
                  </a:extLst>
                </p14:cNvPr>
                <p14:cNvContentPartPr/>
                <p14:nvPr/>
              </p14:nvContentPartPr>
              <p14:xfrm>
                <a:off x="2835750" y="3072870"/>
                <a:ext cx="256680" cy="153000"/>
              </p14:xfrm>
            </p:contentPart>
          </mc:Choice>
          <mc:Fallback xmlns="">
            <p:pic>
              <p:nvPicPr>
                <p:cNvPr id="112" name="Encre 111">
                  <a:extLst>
                    <a:ext uri="{FF2B5EF4-FFF2-40B4-BE49-F238E27FC236}">
                      <a16:creationId xmlns:a16="http://schemas.microsoft.com/office/drawing/2014/main" id="{54606F8D-752B-8DF9-E02D-F12919ABD32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817750" y="3054870"/>
                  <a:ext cx="292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3" name="Encre 112">
                  <a:extLst>
                    <a:ext uri="{FF2B5EF4-FFF2-40B4-BE49-F238E27FC236}">
                      <a16:creationId xmlns:a16="http://schemas.microsoft.com/office/drawing/2014/main" id="{58EEFE25-C9E3-4479-203A-7D7FBE9076A9}"/>
                    </a:ext>
                  </a:extLst>
                </p14:cNvPr>
                <p14:cNvContentPartPr/>
                <p14:nvPr/>
              </p14:nvContentPartPr>
              <p14:xfrm>
                <a:off x="2170110" y="2779830"/>
                <a:ext cx="150840" cy="100800"/>
              </p14:xfrm>
            </p:contentPart>
          </mc:Choice>
          <mc:Fallback xmlns="">
            <p:pic>
              <p:nvPicPr>
                <p:cNvPr id="113" name="Encre 112">
                  <a:extLst>
                    <a:ext uri="{FF2B5EF4-FFF2-40B4-BE49-F238E27FC236}">
                      <a16:creationId xmlns:a16="http://schemas.microsoft.com/office/drawing/2014/main" id="{58EEFE25-C9E3-4479-203A-7D7FBE9076A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152110" y="2761830"/>
                  <a:ext cx="1864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e 144">
            <a:extLst>
              <a:ext uri="{FF2B5EF4-FFF2-40B4-BE49-F238E27FC236}">
                <a16:creationId xmlns:a16="http://schemas.microsoft.com/office/drawing/2014/main" id="{D1D1E5B5-7D55-DDDB-0D29-0A18815D932A}"/>
              </a:ext>
            </a:extLst>
          </p:cNvPr>
          <p:cNvGrpSpPr/>
          <p:nvPr/>
        </p:nvGrpSpPr>
        <p:grpSpPr>
          <a:xfrm>
            <a:off x="3485190" y="2684070"/>
            <a:ext cx="7267320" cy="867240"/>
            <a:chOff x="3485190" y="2684070"/>
            <a:chExt cx="7267320" cy="86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5" name="Encre 114">
                  <a:extLst>
                    <a:ext uri="{FF2B5EF4-FFF2-40B4-BE49-F238E27FC236}">
                      <a16:creationId xmlns:a16="http://schemas.microsoft.com/office/drawing/2014/main" id="{6F86B42D-84DB-D999-64DA-C8AF27249C96}"/>
                    </a:ext>
                  </a:extLst>
                </p14:cNvPr>
                <p14:cNvContentPartPr/>
                <p14:nvPr/>
              </p14:nvContentPartPr>
              <p14:xfrm>
                <a:off x="3485190" y="3087630"/>
                <a:ext cx="188280" cy="126000"/>
              </p14:xfrm>
            </p:contentPart>
          </mc:Choice>
          <mc:Fallback xmlns="">
            <p:pic>
              <p:nvPicPr>
                <p:cNvPr id="115" name="Encre 114">
                  <a:extLst>
                    <a:ext uri="{FF2B5EF4-FFF2-40B4-BE49-F238E27FC236}">
                      <a16:creationId xmlns:a16="http://schemas.microsoft.com/office/drawing/2014/main" id="{6F86B42D-84DB-D999-64DA-C8AF27249C9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467224" y="3069630"/>
                  <a:ext cx="223852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6" name="Encre 115">
                  <a:extLst>
                    <a:ext uri="{FF2B5EF4-FFF2-40B4-BE49-F238E27FC236}">
                      <a16:creationId xmlns:a16="http://schemas.microsoft.com/office/drawing/2014/main" id="{C0419D42-EDB7-B374-841F-9191BB97698F}"/>
                    </a:ext>
                  </a:extLst>
                </p14:cNvPr>
                <p14:cNvContentPartPr/>
                <p14:nvPr/>
              </p14:nvContentPartPr>
              <p14:xfrm>
                <a:off x="3913230" y="3048750"/>
                <a:ext cx="230040" cy="185040"/>
              </p14:xfrm>
            </p:contentPart>
          </mc:Choice>
          <mc:Fallback xmlns="">
            <p:pic>
              <p:nvPicPr>
                <p:cNvPr id="116" name="Encre 115">
                  <a:extLst>
                    <a:ext uri="{FF2B5EF4-FFF2-40B4-BE49-F238E27FC236}">
                      <a16:creationId xmlns:a16="http://schemas.microsoft.com/office/drawing/2014/main" id="{C0419D42-EDB7-B374-841F-9191BB97698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895230" y="3030750"/>
                  <a:ext cx="265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7" name="Encre 116">
                  <a:extLst>
                    <a:ext uri="{FF2B5EF4-FFF2-40B4-BE49-F238E27FC236}">
                      <a16:creationId xmlns:a16="http://schemas.microsoft.com/office/drawing/2014/main" id="{4DF99DEF-5F92-B37D-C334-BD0915DDCA46}"/>
                    </a:ext>
                  </a:extLst>
                </p14:cNvPr>
                <p14:cNvContentPartPr/>
                <p14:nvPr/>
              </p14:nvContentPartPr>
              <p14:xfrm>
                <a:off x="4384110" y="2745990"/>
                <a:ext cx="266400" cy="805320"/>
              </p14:xfrm>
            </p:contentPart>
          </mc:Choice>
          <mc:Fallback xmlns="">
            <p:pic>
              <p:nvPicPr>
                <p:cNvPr id="117" name="Encre 116">
                  <a:extLst>
                    <a:ext uri="{FF2B5EF4-FFF2-40B4-BE49-F238E27FC236}">
                      <a16:creationId xmlns:a16="http://schemas.microsoft.com/office/drawing/2014/main" id="{4DF99DEF-5F92-B37D-C334-BD0915DDCA4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66134" y="2727990"/>
                  <a:ext cx="301992" cy="8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F43EA8BF-3FEB-6C38-80B7-02EC020542FD}"/>
                    </a:ext>
                  </a:extLst>
                </p14:cNvPr>
                <p14:cNvContentPartPr/>
                <p14:nvPr/>
              </p14:nvContentPartPr>
              <p14:xfrm>
                <a:off x="4138590" y="3257550"/>
                <a:ext cx="325800" cy="9216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F43EA8BF-3FEB-6C38-80B7-02EC020542F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120590" y="3239550"/>
                  <a:ext cx="3614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BF6168CA-D287-FAA1-C511-BCC4F4A61EAF}"/>
                    </a:ext>
                  </a:extLst>
                </p14:cNvPr>
                <p14:cNvContentPartPr/>
                <p14:nvPr/>
              </p14:nvContentPartPr>
              <p14:xfrm>
                <a:off x="4640790" y="3117150"/>
                <a:ext cx="446040" cy="14328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BF6168CA-D287-FAA1-C511-BCC4F4A61EA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22805" y="3099150"/>
                  <a:ext cx="481651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B3733994-E617-BDC5-2237-D96658571DD1}"/>
                    </a:ext>
                  </a:extLst>
                </p14:cNvPr>
                <p14:cNvContentPartPr/>
                <p14:nvPr/>
              </p14:nvContentPartPr>
              <p14:xfrm>
                <a:off x="4946430" y="2989710"/>
                <a:ext cx="32760" cy="32760"/>
              </p14:xfrm>
            </p:contentPart>
          </mc:Choice>
          <mc:Fallback xmlns=""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B3733994-E617-BDC5-2237-D96658571DD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928430" y="2971710"/>
                  <a:ext cx="684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1" name="Encre 120">
                  <a:extLst>
                    <a:ext uri="{FF2B5EF4-FFF2-40B4-BE49-F238E27FC236}">
                      <a16:creationId xmlns:a16="http://schemas.microsoft.com/office/drawing/2014/main" id="{9E582055-4961-F911-ACB6-5C179744651B}"/>
                    </a:ext>
                  </a:extLst>
                </p14:cNvPr>
                <p14:cNvContentPartPr/>
                <p14:nvPr/>
              </p14:nvContentPartPr>
              <p14:xfrm>
                <a:off x="5248470" y="2684070"/>
                <a:ext cx="120240" cy="597600"/>
              </p14:xfrm>
            </p:contentPart>
          </mc:Choice>
          <mc:Fallback xmlns="">
            <p:pic>
              <p:nvPicPr>
                <p:cNvPr id="121" name="Encre 120">
                  <a:extLst>
                    <a:ext uri="{FF2B5EF4-FFF2-40B4-BE49-F238E27FC236}">
                      <a16:creationId xmlns:a16="http://schemas.microsoft.com/office/drawing/2014/main" id="{9E582055-4961-F911-ACB6-5C179744651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30470" y="2666070"/>
                  <a:ext cx="1558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D3982F0A-C03E-18B1-2BC4-30003BFBF0CB}"/>
                    </a:ext>
                  </a:extLst>
                </p14:cNvPr>
                <p14:cNvContentPartPr/>
                <p14:nvPr/>
              </p14:nvContentPartPr>
              <p14:xfrm>
                <a:off x="5212470" y="3066750"/>
                <a:ext cx="176040" cy="14040"/>
              </p14:xfrm>
            </p:contentPart>
          </mc:Choice>
          <mc:Fallback xmlns=""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D3982F0A-C03E-18B1-2BC4-30003BFBF0C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194470" y="3048750"/>
                  <a:ext cx="211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4" name="Encre 123">
                  <a:extLst>
                    <a:ext uri="{FF2B5EF4-FFF2-40B4-BE49-F238E27FC236}">
                      <a16:creationId xmlns:a16="http://schemas.microsoft.com/office/drawing/2014/main" id="{1E80733C-E46E-285F-5273-E88891534C3A}"/>
                    </a:ext>
                  </a:extLst>
                </p14:cNvPr>
                <p14:cNvContentPartPr/>
                <p14:nvPr/>
              </p14:nvContentPartPr>
              <p14:xfrm>
                <a:off x="5648430" y="3021750"/>
                <a:ext cx="284400" cy="506520"/>
              </p14:xfrm>
            </p:contentPart>
          </mc:Choice>
          <mc:Fallback xmlns="">
            <p:pic>
              <p:nvPicPr>
                <p:cNvPr id="124" name="Encre 123">
                  <a:extLst>
                    <a:ext uri="{FF2B5EF4-FFF2-40B4-BE49-F238E27FC236}">
                      <a16:creationId xmlns:a16="http://schemas.microsoft.com/office/drawing/2014/main" id="{1E80733C-E46E-285F-5273-E88891534C3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30407" y="3003750"/>
                  <a:ext cx="320085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5" name="Encre 124">
                  <a:extLst>
                    <a:ext uri="{FF2B5EF4-FFF2-40B4-BE49-F238E27FC236}">
                      <a16:creationId xmlns:a16="http://schemas.microsoft.com/office/drawing/2014/main" id="{3F36CBB9-7D3B-02CA-F5DC-329DA3DD95F5}"/>
                    </a:ext>
                  </a:extLst>
                </p14:cNvPr>
                <p14:cNvContentPartPr/>
                <p14:nvPr/>
              </p14:nvContentPartPr>
              <p14:xfrm>
                <a:off x="6129390" y="3118590"/>
                <a:ext cx="244440" cy="119520"/>
              </p14:xfrm>
            </p:contentPart>
          </mc:Choice>
          <mc:Fallback xmlns="">
            <p:pic>
              <p:nvPicPr>
                <p:cNvPr id="125" name="Encre 124">
                  <a:extLst>
                    <a:ext uri="{FF2B5EF4-FFF2-40B4-BE49-F238E27FC236}">
                      <a16:creationId xmlns:a16="http://schemas.microsoft.com/office/drawing/2014/main" id="{3F36CBB9-7D3B-02CA-F5DC-329DA3DD95F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11363" y="3100590"/>
                  <a:ext cx="280133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6" name="Encre 125">
                  <a:extLst>
                    <a:ext uri="{FF2B5EF4-FFF2-40B4-BE49-F238E27FC236}">
                      <a16:creationId xmlns:a16="http://schemas.microsoft.com/office/drawing/2014/main" id="{A91FB611-4676-860B-ABB8-9B1FEC207F8C}"/>
                    </a:ext>
                  </a:extLst>
                </p14:cNvPr>
                <p14:cNvContentPartPr/>
                <p14:nvPr/>
              </p14:nvContentPartPr>
              <p14:xfrm>
                <a:off x="6591270" y="3071790"/>
                <a:ext cx="171360" cy="202680"/>
              </p14:xfrm>
            </p:contentPart>
          </mc:Choice>
          <mc:Fallback xmlns="">
            <p:pic>
              <p:nvPicPr>
                <p:cNvPr id="126" name="Encre 125">
                  <a:extLst>
                    <a:ext uri="{FF2B5EF4-FFF2-40B4-BE49-F238E27FC236}">
                      <a16:creationId xmlns:a16="http://schemas.microsoft.com/office/drawing/2014/main" id="{A91FB611-4676-860B-ABB8-9B1FEC207F8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73308" y="3053790"/>
                  <a:ext cx="206925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7" name="Encre 126">
                  <a:extLst>
                    <a:ext uri="{FF2B5EF4-FFF2-40B4-BE49-F238E27FC236}">
                      <a16:creationId xmlns:a16="http://schemas.microsoft.com/office/drawing/2014/main" id="{ECA5A384-3EE4-36CC-8525-87F89C65FA7A}"/>
                    </a:ext>
                  </a:extLst>
                </p14:cNvPr>
                <p14:cNvContentPartPr/>
                <p14:nvPr/>
              </p14:nvContentPartPr>
              <p14:xfrm>
                <a:off x="6986910" y="3035790"/>
                <a:ext cx="202680" cy="225000"/>
              </p14:xfrm>
            </p:contentPart>
          </mc:Choice>
          <mc:Fallback xmlns="">
            <p:pic>
              <p:nvPicPr>
                <p:cNvPr id="127" name="Encre 126">
                  <a:extLst>
                    <a:ext uri="{FF2B5EF4-FFF2-40B4-BE49-F238E27FC236}">
                      <a16:creationId xmlns:a16="http://schemas.microsoft.com/office/drawing/2014/main" id="{ECA5A384-3EE4-36CC-8525-87F89C65FA7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968910" y="3017790"/>
                  <a:ext cx="238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9" name="Encre 128">
                  <a:extLst>
                    <a:ext uri="{FF2B5EF4-FFF2-40B4-BE49-F238E27FC236}">
                      <a16:creationId xmlns:a16="http://schemas.microsoft.com/office/drawing/2014/main" id="{5D15E309-9CDD-E914-4C96-F2797D0774B6}"/>
                    </a:ext>
                  </a:extLst>
                </p14:cNvPr>
                <p14:cNvContentPartPr/>
                <p14:nvPr/>
              </p14:nvContentPartPr>
              <p14:xfrm>
                <a:off x="7470750" y="2871990"/>
                <a:ext cx="357480" cy="327960"/>
              </p14:xfrm>
            </p:contentPart>
          </mc:Choice>
          <mc:Fallback xmlns="">
            <p:pic>
              <p:nvPicPr>
                <p:cNvPr id="129" name="Encre 128">
                  <a:extLst>
                    <a:ext uri="{FF2B5EF4-FFF2-40B4-BE49-F238E27FC236}">
                      <a16:creationId xmlns:a16="http://schemas.microsoft.com/office/drawing/2014/main" id="{5D15E309-9CDD-E914-4C96-F2797D0774B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452768" y="2853990"/>
                  <a:ext cx="393084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0" name="Encre 129">
                  <a:extLst>
                    <a:ext uri="{FF2B5EF4-FFF2-40B4-BE49-F238E27FC236}">
                      <a16:creationId xmlns:a16="http://schemas.microsoft.com/office/drawing/2014/main" id="{25E32AE0-E268-A5C6-F691-2BD3145474AF}"/>
                    </a:ext>
                  </a:extLst>
                </p14:cNvPr>
                <p14:cNvContentPartPr/>
                <p14:nvPr/>
              </p14:nvContentPartPr>
              <p14:xfrm>
                <a:off x="7973310" y="2834910"/>
                <a:ext cx="117360" cy="141480"/>
              </p14:xfrm>
            </p:contentPart>
          </mc:Choice>
          <mc:Fallback xmlns="">
            <p:pic>
              <p:nvPicPr>
                <p:cNvPr id="130" name="Encre 129">
                  <a:extLst>
                    <a:ext uri="{FF2B5EF4-FFF2-40B4-BE49-F238E27FC236}">
                      <a16:creationId xmlns:a16="http://schemas.microsoft.com/office/drawing/2014/main" id="{25E32AE0-E268-A5C6-F691-2BD3145474A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55310" y="2816910"/>
                  <a:ext cx="153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1" name="Encre 130">
                  <a:extLst>
                    <a:ext uri="{FF2B5EF4-FFF2-40B4-BE49-F238E27FC236}">
                      <a16:creationId xmlns:a16="http://schemas.microsoft.com/office/drawing/2014/main" id="{D7EB9F8E-214C-092F-98AF-EC99D83F41AC}"/>
                    </a:ext>
                  </a:extLst>
                </p14:cNvPr>
                <p14:cNvContentPartPr/>
                <p14:nvPr/>
              </p14:nvContentPartPr>
              <p14:xfrm>
                <a:off x="8025510" y="3086190"/>
                <a:ext cx="173160" cy="120600"/>
              </p14:xfrm>
            </p:contentPart>
          </mc:Choice>
          <mc:Fallback xmlns="">
            <p:pic>
              <p:nvPicPr>
                <p:cNvPr id="131" name="Encre 130">
                  <a:extLst>
                    <a:ext uri="{FF2B5EF4-FFF2-40B4-BE49-F238E27FC236}">
                      <a16:creationId xmlns:a16="http://schemas.microsoft.com/office/drawing/2014/main" id="{D7EB9F8E-214C-092F-98AF-EC99D83F41A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007510" y="3068190"/>
                  <a:ext cx="208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2" name="Encre 131">
                  <a:extLst>
                    <a:ext uri="{FF2B5EF4-FFF2-40B4-BE49-F238E27FC236}">
                      <a16:creationId xmlns:a16="http://schemas.microsoft.com/office/drawing/2014/main" id="{1B544C05-8952-9B9C-483C-3C0FE0BA388F}"/>
                    </a:ext>
                  </a:extLst>
                </p14:cNvPr>
                <p14:cNvContentPartPr/>
                <p14:nvPr/>
              </p14:nvContentPartPr>
              <p14:xfrm>
                <a:off x="8332590" y="2952990"/>
                <a:ext cx="189720" cy="556560"/>
              </p14:xfrm>
            </p:contentPart>
          </mc:Choice>
          <mc:Fallback xmlns="">
            <p:pic>
              <p:nvPicPr>
                <p:cNvPr id="132" name="Encre 131">
                  <a:extLst>
                    <a:ext uri="{FF2B5EF4-FFF2-40B4-BE49-F238E27FC236}">
                      <a16:creationId xmlns:a16="http://schemas.microsoft.com/office/drawing/2014/main" id="{1B544C05-8952-9B9C-483C-3C0FE0BA388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314590" y="2934990"/>
                  <a:ext cx="2253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3" name="Encre 132">
                  <a:extLst>
                    <a:ext uri="{FF2B5EF4-FFF2-40B4-BE49-F238E27FC236}">
                      <a16:creationId xmlns:a16="http://schemas.microsoft.com/office/drawing/2014/main" id="{34F81A22-F15A-C283-9D0C-AA72668B89B5}"/>
                    </a:ext>
                  </a:extLst>
                </p14:cNvPr>
                <p14:cNvContentPartPr/>
                <p14:nvPr/>
              </p14:nvContentPartPr>
              <p14:xfrm>
                <a:off x="8724270" y="3035430"/>
                <a:ext cx="191160" cy="151560"/>
              </p14:xfrm>
            </p:contentPart>
          </mc:Choice>
          <mc:Fallback xmlns="">
            <p:pic>
              <p:nvPicPr>
                <p:cNvPr id="133" name="Encre 132">
                  <a:extLst>
                    <a:ext uri="{FF2B5EF4-FFF2-40B4-BE49-F238E27FC236}">
                      <a16:creationId xmlns:a16="http://schemas.microsoft.com/office/drawing/2014/main" id="{34F81A22-F15A-C283-9D0C-AA72668B89B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706270" y="3017430"/>
                  <a:ext cx="226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4" name="Encre 133">
                  <a:extLst>
                    <a:ext uri="{FF2B5EF4-FFF2-40B4-BE49-F238E27FC236}">
                      <a16:creationId xmlns:a16="http://schemas.microsoft.com/office/drawing/2014/main" id="{C3DAC0CA-9D5C-4A14-D669-30DF3295D4C3}"/>
                    </a:ext>
                  </a:extLst>
                </p14:cNvPr>
                <p14:cNvContentPartPr/>
                <p14:nvPr/>
              </p14:nvContentPartPr>
              <p14:xfrm>
                <a:off x="8757030" y="2930670"/>
                <a:ext cx="154800" cy="50760"/>
              </p14:xfrm>
            </p:contentPart>
          </mc:Choice>
          <mc:Fallback xmlns="">
            <p:pic>
              <p:nvPicPr>
                <p:cNvPr id="134" name="Encre 133">
                  <a:extLst>
                    <a:ext uri="{FF2B5EF4-FFF2-40B4-BE49-F238E27FC236}">
                      <a16:creationId xmlns:a16="http://schemas.microsoft.com/office/drawing/2014/main" id="{C3DAC0CA-9D5C-4A14-D669-30DF3295D4C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739030" y="2912670"/>
                  <a:ext cx="190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5" name="Encre 134">
                  <a:extLst>
                    <a:ext uri="{FF2B5EF4-FFF2-40B4-BE49-F238E27FC236}">
                      <a16:creationId xmlns:a16="http://schemas.microsoft.com/office/drawing/2014/main" id="{883AD5F5-46EF-D2D3-94FA-7C003801BCA4}"/>
                    </a:ext>
                  </a:extLst>
                </p14:cNvPr>
                <p14:cNvContentPartPr/>
                <p14:nvPr/>
              </p14:nvContentPartPr>
              <p14:xfrm>
                <a:off x="9078150" y="3008070"/>
                <a:ext cx="177120" cy="235800"/>
              </p14:xfrm>
            </p:contentPart>
          </mc:Choice>
          <mc:Fallback xmlns="">
            <p:pic>
              <p:nvPicPr>
                <p:cNvPr id="135" name="Encre 134">
                  <a:extLst>
                    <a:ext uri="{FF2B5EF4-FFF2-40B4-BE49-F238E27FC236}">
                      <a16:creationId xmlns:a16="http://schemas.microsoft.com/office/drawing/2014/main" id="{883AD5F5-46EF-D2D3-94FA-7C003801BCA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60150" y="2990070"/>
                  <a:ext cx="212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6" name="Encre 135">
                  <a:extLst>
                    <a:ext uri="{FF2B5EF4-FFF2-40B4-BE49-F238E27FC236}">
                      <a16:creationId xmlns:a16="http://schemas.microsoft.com/office/drawing/2014/main" id="{3F024B52-DC26-4F45-1CB8-AFDEBF616624}"/>
                    </a:ext>
                  </a:extLst>
                </p14:cNvPr>
                <p14:cNvContentPartPr/>
                <p14:nvPr/>
              </p14:nvContentPartPr>
              <p14:xfrm>
                <a:off x="9414390" y="3076470"/>
                <a:ext cx="147240" cy="116280"/>
              </p14:xfrm>
            </p:contentPart>
          </mc:Choice>
          <mc:Fallback xmlns="">
            <p:pic>
              <p:nvPicPr>
                <p:cNvPr id="136" name="Encre 135">
                  <a:extLst>
                    <a:ext uri="{FF2B5EF4-FFF2-40B4-BE49-F238E27FC236}">
                      <a16:creationId xmlns:a16="http://schemas.microsoft.com/office/drawing/2014/main" id="{3F024B52-DC26-4F45-1CB8-AFDEBF61662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396390" y="3058470"/>
                  <a:ext cx="182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7" name="Encre 136">
                  <a:extLst>
                    <a:ext uri="{FF2B5EF4-FFF2-40B4-BE49-F238E27FC236}">
                      <a16:creationId xmlns:a16="http://schemas.microsoft.com/office/drawing/2014/main" id="{C850F1DC-FCEF-F94D-F766-4FB749983300}"/>
                    </a:ext>
                  </a:extLst>
                </p14:cNvPr>
                <p14:cNvContentPartPr/>
                <p14:nvPr/>
              </p14:nvContentPartPr>
              <p14:xfrm>
                <a:off x="9712470" y="2807550"/>
                <a:ext cx="80640" cy="392400"/>
              </p14:xfrm>
            </p:contentPart>
          </mc:Choice>
          <mc:Fallback xmlns="">
            <p:pic>
              <p:nvPicPr>
                <p:cNvPr id="137" name="Encre 136">
                  <a:extLst>
                    <a:ext uri="{FF2B5EF4-FFF2-40B4-BE49-F238E27FC236}">
                      <a16:creationId xmlns:a16="http://schemas.microsoft.com/office/drawing/2014/main" id="{C850F1DC-FCEF-F94D-F766-4FB74998330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94470" y="2789566"/>
                  <a:ext cx="116280" cy="4280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8" name="Encre 137">
                  <a:extLst>
                    <a:ext uri="{FF2B5EF4-FFF2-40B4-BE49-F238E27FC236}">
                      <a16:creationId xmlns:a16="http://schemas.microsoft.com/office/drawing/2014/main" id="{ABAB4482-30BA-472A-DF14-E2E995B66F7A}"/>
                    </a:ext>
                  </a:extLst>
                </p14:cNvPr>
                <p14:cNvContentPartPr/>
                <p14:nvPr/>
              </p14:nvContentPartPr>
              <p14:xfrm>
                <a:off x="9678270" y="3035070"/>
                <a:ext cx="127800" cy="64440"/>
              </p14:xfrm>
            </p:contentPart>
          </mc:Choice>
          <mc:Fallback xmlns="">
            <p:pic>
              <p:nvPicPr>
                <p:cNvPr id="138" name="Encre 137">
                  <a:extLst>
                    <a:ext uri="{FF2B5EF4-FFF2-40B4-BE49-F238E27FC236}">
                      <a16:creationId xmlns:a16="http://schemas.microsoft.com/office/drawing/2014/main" id="{ABAB4482-30BA-472A-DF14-E2E995B66F7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660270" y="3017070"/>
                  <a:ext cx="163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9" name="Encre 138">
                  <a:extLst>
                    <a:ext uri="{FF2B5EF4-FFF2-40B4-BE49-F238E27FC236}">
                      <a16:creationId xmlns:a16="http://schemas.microsoft.com/office/drawing/2014/main" id="{3E555881-F537-58F6-A4AF-2B9059D84F6B}"/>
                    </a:ext>
                  </a:extLst>
                </p14:cNvPr>
                <p14:cNvContentPartPr/>
                <p14:nvPr/>
              </p14:nvContentPartPr>
              <p14:xfrm>
                <a:off x="9893550" y="2987550"/>
                <a:ext cx="424080" cy="206280"/>
              </p14:xfrm>
            </p:contentPart>
          </mc:Choice>
          <mc:Fallback xmlns="">
            <p:pic>
              <p:nvPicPr>
                <p:cNvPr id="139" name="Encre 138">
                  <a:extLst>
                    <a:ext uri="{FF2B5EF4-FFF2-40B4-BE49-F238E27FC236}">
                      <a16:creationId xmlns:a16="http://schemas.microsoft.com/office/drawing/2014/main" id="{3E555881-F537-58F6-A4AF-2B9059D84F6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75565" y="2969550"/>
                  <a:ext cx="45969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0" name="Encre 139">
                  <a:extLst>
                    <a:ext uri="{FF2B5EF4-FFF2-40B4-BE49-F238E27FC236}">
                      <a16:creationId xmlns:a16="http://schemas.microsoft.com/office/drawing/2014/main" id="{A0DD8CF0-349F-AE28-EA07-5725E9706BAE}"/>
                    </a:ext>
                  </a:extLst>
                </p14:cNvPr>
                <p14:cNvContentPartPr/>
                <p14:nvPr/>
              </p14:nvContentPartPr>
              <p14:xfrm>
                <a:off x="10509870" y="3004470"/>
                <a:ext cx="242640" cy="198360"/>
              </p14:xfrm>
            </p:contentPart>
          </mc:Choice>
          <mc:Fallback xmlns="">
            <p:pic>
              <p:nvPicPr>
                <p:cNvPr id="140" name="Encre 139">
                  <a:extLst>
                    <a:ext uri="{FF2B5EF4-FFF2-40B4-BE49-F238E27FC236}">
                      <a16:creationId xmlns:a16="http://schemas.microsoft.com/office/drawing/2014/main" id="{A0DD8CF0-349F-AE28-EA07-5725E9706BA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491870" y="2986470"/>
                  <a:ext cx="27828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55BC4360-E786-CBFA-9D72-AFE5164E8932}"/>
              </a:ext>
            </a:extLst>
          </p:cNvPr>
          <p:cNvGrpSpPr/>
          <p:nvPr/>
        </p:nvGrpSpPr>
        <p:grpSpPr>
          <a:xfrm>
            <a:off x="11050230" y="2884590"/>
            <a:ext cx="861120" cy="513720"/>
            <a:chOff x="11050230" y="2884590"/>
            <a:chExt cx="861120" cy="51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1" name="Encre 140">
                  <a:extLst>
                    <a:ext uri="{FF2B5EF4-FFF2-40B4-BE49-F238E27FC236}">
                      <a16:creationId xmlns:a16="http://schemas.microsoft.com/office/drawing/2014/main" id="{283BA661-31A6-04B0-BDFB-8C663D01D466}"/>
                    </a:ext>
                  </a:extLst>
                </p14:cNvPr>
                <p14:cNvContentPartPr/>
                <p14:nvPr/>
              </p14:nvContentPartPr>
              <p14:xfrm>
                <a:off x="11050230" y="2898270"/>
                <a:ext cx="464760" cy="9720"/>
              </p14:xfrm>
            </p:contentPart>
          </mc:Choice>
          <mc:Fallback xmlns="">
            <p:pic>
              <p:nvPicPr>
                <p:cNvPr id="141" name="Encre 140">
                  <a:extLst>
                    <a:ext uri="{FF2B5EF4-FFF2-40B4-BE49-F238E27FC236}">
                      <a16:creationId xmlns:a16="http://schemas.microsoft.com/office/drawing/2014/main" id="{283BA661-31A6-04B0-BDFB-8C663D01D46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032230" y="2880270"/>
                  <a:ext cx="500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2" name="Encre 141">
                  <a:extLst>
                    <a:ext uri="{FF2B5EF4-FFF2-40B4-BE49-F238E27FC236}">
                      <a16:creationId xmlns:a16="http://schemas.microsoft.com/office/drawing/2014/main" id="{13E6FF66-6CB5-CB0B-02BE-C970A8C5E2E9}"/>
                    </a:ext>
                  </a:extLst>
                </p14:cNvPr>
                <p14:cNvContentPartPr/>
                <p14:nvPr/>
              </p14:nvContentPartPr>
              <p14:xfrm>
                <a:off x="11137710" y="2884590"/>
                <a:ext cx="311040" cy="513720"/>
              </p14:xfrm>
            </p:contentPart>
          </mc:Choice>
          <mc:Fallback xmlns="">
            <p:pic>
              <p:nvPicPr>
                <p:cNvPr id="142" name="Encre 141">
                  <a:extLst>
                    <a:ext uri="{FF2B5EF4-FFF2-40B4-BE49-F238E27FC236}">
                      <a16:creationId xmlns:a16="http://schemas.microsoft.com/office/drawing/2014/main" id="{13E6FF66-6CB5-CB0B-02BE-C970A8C5E2E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119731" y="2866590"/>
                  <a:ext cx="346639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3" name="Encre 142">
                  <a:extLst>
                    <a:ext uri="{FF2B5EF4-FFF2-40B4-BE49-F238E27FC236}">
                      <a16:creationId xmlns:a16="http://schemas.microsoft.com/office/drawing/2014/main" id="{ABC5B8DE-2656-C075-63D1-29305EF96865}"/>
                    </a:ext>
                  </a:extLst>
                </p14:cNvPr>
                <p14:cNvContentPartPr/>
                <p14:nvPr/>
              </p14:nvContentPartPr>
              <p14:xfrm>
                <a:off x="11619390" y="3267270"/>
                <a:ext cx="291960" cy="13320"/>
              </p14:xfrm>
            </p:contentPart>
          </mc:Choice>
          <mc:Fallback xmlns="">
            <p:pic>
              <p:nvPicPr>
                <p:cNvPr id="143" name="Encre 142">
                  <a:extLst>
                    <a:ext uri="{FF2B5EF4-FFF2-40B4-BE49-F238E27FC236}">
                      <a16:creationId xmlns:a16="http://schemas.microsoft.com/office/drawing/2014/main" id="{ABC5B8DE-2656-C075-63D1-29305EF9686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601390" y="3248770"/>
                  <a:ext cx="327600" cy="499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e 192">
            <a:extLst>
              <a:ext uri="{FF2B5EF4-FFF2-40B4-BE49-F238E27FC236}">
                <a16:creationId xmlns:a16="http://schemas.microsoft.com/office/drawing/2014/main" id="{FE745BEB-1314-3F45-26E8-EFCC29AFA3D8}"/>
              </a:ext>
            </a:extLst>
          </p:cNvPr>
          <p:cNvGrpSpPr/>
          <p:nvPr/>
        </p:nvGrpSpPr>
        <p:grpSpPr>
          <a:xfrm>
            <a:off x="596190" y="3645630"/>
            <a:ext cx="8642520" cy="991080"/>
            <a:chOff x="596190" y="3645630"/>
            <a:chExt cx="864252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6" name="Encre 145">
                  <a:extLst>
                    <a:ext uri="{FF2B5EF4-FFF2-40B4-BE49-F238E27FC236}">
                      <a16:creationId xmlns:a16="http://schemas.microsoft.com/office/drawing/2014/main" id="{A3271B2F-16B0-A4D3-3456-B8D2CD991DBD}"/>
                    </a:ext>
                  </a:extLst>
                </p14:cNvPr>
                <p14:cNvContentPartPr/>
                <p14:nvPr/>
              </p14:nvContentPartPr>
              <p14:xfrm>
                <a:off x="596190" y="3862350"/>
                <a:ext cx="370440" cy="39240"/>
              </p14:xfrm>
            </p:contentPart>
          </mc:Choice>
          <mc:Fallback xmlns="">
            <p:pic>
              <p:nvPicPr>
                <p:cNvPr id="146" name="Encre 145">
                  <a:extLst>
                    <a:ext uri="{FF2B5EF4-FFF2-40B4-BE49-F238E27FC236}">
                      <a16:creationId xmlns:a16="http://schemas.microsoft.com/office/drawing/2014/main" id="{A3271B2F-16B0-A4D3-3456-B8D2CD991DB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78207" y="3844514"/>
                  <a:ext cx="406045" cy="74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7" name="Encre 146">
                  <a:extLst>
                    <a:ext uri="{FF2B5EF4-FFF2-40B4-BE49-F238E27FC236}">
                      <a16:creationId xmlns:a16="http://schemas.microsoft.com/office/drawing/2014/main" id="{6E842864-7EFD-98B7-A57F-F7362BA6A7EA}"/>
                    </a:ext>
                  </a:extLst>
                </p14:cNvPr>
                <p14:cNvContentPartPr/>
                <p14:nvPr/>
              </p14:nvContentPartPr>
              <p14:xfrm>
                <a:off x="612390" y="3987990"/>
                <a:ext cx="231480" cy="362160"/>
              </p14:xfrm>
            </p:contentPart>
          </mc:Choice>
          <mc:Fallback xmlns="">
            <p:pic>
              <p:nvPicPr>
                <p:cNvPr id="147" name="Encre 146">
                  <a:extLst>
                    <a:ext uri="{FF2B5EF4-FFF2-40B4-BE49-F238E27FC236}">
                      <a16:creationId xmlns:a16="http://schemas.microsoft.com/office/drawing/2014/main" id="{6E842864-7EFD-98B7-A57F-F7362BA6A7E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94390" y="3969990"/>
                  <a:ext cx="2671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8" name="Encre 147">
                  <a:extLst>
                    <a:ext uri="{FF2B5EF4-FFF2-40B4-BE49-F238E27FC236}">
                      <a16:creationId xmlns:a16="http://schemas.microsoft.com/office/drawing/2014/main" id="{24F385E9-E366-B334-4A36-55ED7B31049F}"/>
                    </a:ext>
                  </a:extLst>
                </p14:cNvPr>
                <p14:cNvContentPartPr/>
                <p14:nvPr/>
              </p14:nvContentPartPr>
              <p14:xfrm>
                <a:off x="976710" y="4341510"/>
                <a:ext cx="167760" cy="10080"/>
              </p14:xfrm>
            </p:contentPart>
          </mc:Choice>
          <mc:Fallback xmlns="">
            <p:pic>
              <p:nvPicPr>
                <p:cNvPr id="148" name="Encre 147">
                  <a:extLst>
                    <a:ext uri="{FF2B5EF4-FFF2-40B4-BE49-F238E27FC236}">
                      <a16:creationId xmlns:a16="http://schemas.microsoft.com/office/drawing/2014/main" id="{24F385E9-E366-B334-4A36-55ED7B31049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8710" y="4323510"/>
                  <a:ext cx="203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0" name="Encre 149">
                  <a:extLst>
                    <a:ext uri="{FF2B5EF4-FFF2-40B4-BE49-F238E27FC236}">
                      <a16:creationId xmlns:a16="http://schemas.microsoft.com/office/drawing/2014/main" id="{4BE86010-CC84-F7A9-2128-908839A5DC92}"/>
                    </a:ext>
                  </a:extLst>
                </p14:cNvPr>
                <p14:cNvContentPartPr/>
                <p14:nvPr/>
              </p14:nvContentPartPr>
              <p14:xfrm>
                <a:off x="1247790" y="3855870"/>
                <a:ext cx="14400" cy="432720"/>
              </p14:xfrm>
            </p:contentPart>
          </mc:Choice>
          <mc:Fallback xmlns="">
            <p:pic>
              <p:nvPicPr>
                <p:cNvPr id="150" name="Encre 149">
                  <a:extLst>
                    <a:ext uri="{FF2B5EF4-FFF2-40B4-BE49-F238E27FC236}">
                      <a16:creationId xmlns:a16="http://schemas.microsoft.com/office/drawing/2014/main" id="{4BE86010-CC84-F7A9-2128-908839A5DC9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230229" y="3837870"/>
                  <a:ext cx="49171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1" name="Encre 150">
                  <a:extLst>
                    <a:ext uri="{FF2B5EF4-FFF2-40B4-BE49-F238E27FC236}">
                      <a16:creationId xmlns:a16="http://schemas.microsoft.com/office/drawing/2014/main" id="{0AC36F8B-3181-91C4-3BBB-04DEF7E45879}"/>
                    </a:ext>
                  </a:extLst>
                </p14:cNvPr>
                <p14:cNvContentPartPr/>
                <p14:nvPr/>
              </p14:nvContentPartPr>
              <p14:xfrm>
                <a:off x="1442550" y="3919590"/>
                <a:ext cx="157680" cy="385920"/>
              </p14:xfrm>
            </p:contentPart>
          </mc:Choice>
          <mc:Fallback xmlns="">
            <p:pic>
              <p:nvPicPr>
                <p:cNvPr id="151" name="Encre 150">
                  <a:extLst>
                    <a:ext uri="{FF2B5EF4-FFF2-40B4-BE49-F238E27FC236}">
                      <a16:creationId xmlns:a16="http://schemas.microsoft.com/office/drawing/2014/main" id="{0AC36F8B-3181-91C4-3BBB-04DEF7E4587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424509" y="3901590"/>
                  <a:ext cx="193402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2" name="Encre 151">
                  <a:extLst>
                    <a:ext uri="{FF2B5EF4-FFF2-40B4-BE49-F238E27FC236}">
                      <a16:creationId xmlns:a16="http://schemas.microsoft.com/office/drawing/2014/main" id="{5F75B3D9-610A-644C-C513-606A19EB354B}"/>
                    </a:ext>
                  </a:extLst>
                </p14:cNvPr>
                <p14:cNvContentPartPr/>
                <p14:nvPr/>
              </p14:nvContentPartPr>
              <p14:xfrm>
                <a:off x="1522830" y="3837150"/>
                <a:ext cx="5760" cy="7560"/>
              </p14:xfrm>
            </p:contentPart>
          </mc:Choice>
          <mc:Fallback xmlns="">
            <p:pic>
              <p:nvPicPr>
                <p:cNvPr id="152" name="Encre 151">
                  <a:extLst>
                    <a:ext uri="{FF2B5EF4-FFF2-40B4-BE49-F238E27FC236}">
                      <a16:creationId xmlns:a16="http://schemas.microsoft.com/office/drawing/2014/main" id="{5F75B3D9-610A-644C-C513-606A19EB354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504830" y="3819968"/>
                  <a:ext cx="41400" cy="41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3" name="Encre 152">
                  <a:extLst>
                    <a:ext uri="{FF2B5EF4-FFF2-40B4-BE49-F238E27FC236}">
                      <a16:creationId xmlns:a16="http://schemas.microsoft.com/office/drawing/2014/main" id="{F4374F7F-FF11-1D62-18E4-A8C06A92E206}"/>
                    </a:ext>
                  </a:extLst>
                </p14:cNvPr>
                <p14:cNvContentPartPr/>
                <p14:nvPr/>
              </p14:nvContentPartPr>
              <p14:xfrm>
                <a:off x="1761870" y="4051350"/>
                <a:ext cx="2880" cy="209520"/>
              </p14:xfrm>
            </p:contentPart>
          </mc:Choice>
          <mc:Fallback xmlns="">
            <p:pic>
              <p:nvPicPr>
                <p:cNvPr id="153" name="Encre 152">
                  <a:extLst>
                    <a:ext uri="{FF2B5EF4-FFF2-40B4-BE49-F238E27FC236}">
                      <a16:creationId xmlns:a16="http://schemas.microsoft.com/office/drawing/2014/main" id="{F4374F7F-FF11-1D62-18E4-A8C06A92E20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745870" y="4033350"/>
                  <a:ext cx="345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4" name="Encre 153">
                  <a:extLst>
                    <a:ext uri="{FF2B5EF4-FFF2-40B4-BE49-F238E27FC236}">
                      <a16:creationId xmlns:a16="http://schemas.microsoft.com/office/drawing/2014/main" id="{59F87D1C-10C6-5F30-894B-78F909A05D6D}"/>
                    </a:ext>
                  </a:extLst>
                </p14:cNvPr>
                <p14:cNvContentPartPr/>
                <p14:nvPr/>
              </p14:nvContentPartPr>
              <p14:xfrm>
                <a:off x="1909470" y="3955950"/>
                <a:ext cx="306360" cy="224280"/>
              </p14:xfrm>
            </p:contentPart>
          </mc:Choice>
          <mc:Fallback xmlns="">
            <p:pic>
              <p:nvPicPr>
                <p:cNvPr id="154" name="Encre 153">
                  <a:extLst>
                    <a:ext uri="{FF2B5EF4-FFF2-40B4-BE49-F238E27FC236}">
                      <a16:creationId xmlns:a16="http://schemas.microsoft.com/office/drawing/2014/main" id="{59F87D1C-10C6-5F30-894B-78F909A05D6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891470" y="3937950"/>
                  <a:ext cx="342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5" name="Encre 154">
                  <a:extLst>
                    <a:ext uri="{FF2B5EF4-FFF2-40B4-BE49-F238E27FC236}">
                      <a16:creationId xmlns:a16="http://schemas.microsoft.com/office/drawing/2014/main" id="{DE088EA9-257B-0035-E1DD-E230FD9F7276}"/>
                    </a:ext>
                  </a:extLst>
                </p14:cNvPr>
                <p14:cNvContentPartPr/>
                <p14:nvPr/>
              </p14:nvContentPartPr>
              <p14:xfrm>
                <a:off x="2362710" y="3860190"/>
                <a:ext cx="225000" cy="375480"/>
              </p14:xfrm>
            </p:contentPart>
          </mc:Choice>
          <mc:Fallback xmlns="">
            <p:pic>
              <p:nvPicPr>
                <p:cNvPr id="155" name="Encre 154">
                  <a:extLst>
                    <a:ext uri="{FF2B5EF4-FFF2-40B4-BE49-F238E27FC236}">
                      <a16:creationId xmlns:a16="http://schemas.microsoft.com/office/drawing/2014/main" id="{DE088EA9-257B-0035-E1DD-E230FD9F727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344710" y="3842190"/>
                  <a:ext cx="2606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7" name="Encre 156">
                  <a:extLst>
                    <a:ext uri="{FF2B5EF4-FFF2-40B4-BE49-F238E27FC236}">
                      <a16:creationId xmlns:a16="http://schemas.microsoft.com/office/drawing/2014/main" id="{14CA5EEC-CAC2-6BF5-0D79-121ADB5446A7}"/>
                    </a:ext>
                  </a:extLst>
                </p14:cNvPr>
                <p14:cNvContentPartPr/>
                <p14:nvPr/>
              </p14:nvContentPartPr>
              <p14:xfrm>
                <a:off x="2738910" y="3987630"/>
                <a:ext cx="276120" cy="4680"/>
              </p14:xfrm>
            </p:contentPart>
          </mc:Choice>
          <mc:Fallback xmlns="">
            <p:pic>
              <p:nvPicPr>
                <p:cNvPr id="157" name="Encre 156">
                  <a:extLst>
                    <a:ext uri="{FF2B5EF4-FFF2-40B4-BE49-F238E27FC236}">
                      <a16:creationId xmlns:a16="http://schemas.microsoft.com/office/drawing/2014/main" id="{14CA5EEC-CAC2-6BF5-0D79-121ADB5446A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20933" y="3969630"/>
                  <a:ext cx="311714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8" name="Encre 157">
                  <a:extLst>
                    <a:ext uri="{FF2B5EF4-FFF2-40B4-BE49-F238E27FC236}">
                      <a16:creationId xmlns:a16="http://schemas.microsoft.com/office/drawing/2014/main" id="{AA25EDE0-E487-7FF0-EFB2-68DE7DD0CC4D}"/>
                    </a:ext>
                  </a:extLst>
                </p14:cNvPr>
                <p14:cNvContentPartPr/>
                <p14:nvPr/>
              </p14:nvContentPartPr>
              <p14:xfrm>
                <a:off x="2794350" y="4133790"/>
                <a:ext cx="173520" cy="360"/>
              </p14:xfrm>
            </p:contentPart>
          </mc:Choice>
          <mc:Fallback xmlns="">
            <p:pic>
              <p:nvPicPr>
                <p:cNvPr id="158" name="Encre 157">
                  <a:extLst>
                    <a:ext uri="{FF2B5EF4-FFF2-40B4-BE49-F238E27FC236}">
                      <a16:creationId xmlns:a16="http://schemas.microsoft.com/office/drawing/2014/main" id="{AA25EDE0-E487-7FF0-EFB2-68DE7DD0CC4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76350" y="4115790"/>
                  <a:ext cx="209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0" name="Encre 159">
                  <a:extLst>
                    <a:ext uri="{FF2B5EF4-FFF2-40B4-BE49-F238E27FC236}">
                      <a16:creationId xmlns:a16="http://schemas.microsoft.com/office/drawing/2014/main" id="{6A3B3376-F23E-BC21-CC4C-796E9D4CE792}"/>
                    </a:ext>
                  </a:extLst>
                </p14:cNvPr>
                <p14:cNvContentPartPr/>
                <p14:nvPr/>
              </p14:nvContentPartPr>
              <p14:xfrm>
                <a:off x="2949870" y="4402710"/>
                <a:ext cx="58680" cy="234000"/>
              </p14:xfrm>
            </p:contentPart>
          </mc:Choice>
          <mc:Fallback xmlns="">
            <p:pic>
              <p:nvPicPr>
                <p:cNvPr id="160" name="Encre 159">
                  <a:extLst>
                    <a:ext uri="{FF2B5EF4-FFF2-40B4-BE49-F238E27FC236}">
                      <a16:creationId xmlns:a16="http://schemas.microsoft.com/office/drawing/2014/main" id="{6A3B3376-F23E-BC21-CC4C-796E9D4CE79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931759" y="4384710"/>
                  <a:ext cx="945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1" name="Encre 160">
                  <a:extLst>
                    <a:ext uri="{FF2B5EF4-FFF2-40B4-BE49-F238E27FC236}">
                      <a16:creationId xmlns:a16="http://schemas.microsoft.com/office/drawing/2014/main" id="{77E40059-68EA-A838-ABD9-82E6EA2933CE}"/>
                    </a:ext>
                  </a:extLst>
                </p14:cNvPr>
                <p14:cNvContentPartPr/>
                <p14:nvPr/>
              </p14:nvContentPartPr>
              <p14:xfrm>
                <a:off x="3073350" y="3709710"/>
                <a:ext cx="294840" cy="842760"/>
              </p14:xfrm>
            </p:contentPart>
          </mc:Choice>
          <mc:Fallback xmlns="">
            <p:pic>
              <p:nvPicPr>
                <p:cNvPr id="161" name="Encre 160">
                  <a:extLst>
                    <a:ext uri="{FF2B5EF4-FFF2-40B4-BE49-F238E27FC236}">
                      <a16:creationId xmlns:a16="http://schemas.microsoft.com/office/drawing/2014/main" id="{77E40059-68EA-A838-ABD9-82E6EA2933C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055350" y="3691710"/>
                  <a:ext cx="330480" cy="87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3" name="Encre 162">
                  <a:extLst>
                    <a:ext uri="{FF2B5EF4-FFF2-40B4-BE49-F238E27FC236}">
                      <a16:creationId xmlns:a16="http://schemas.microsoft.com/office/drawing/2014/main" id="{79580EB6-65E2-8BBE-3CAB-C8C1E0A01FF7}"/>
                    </a:ext>
                  </a:extLst>
                </p14:cNvPr>
                <p14:cNvContentPartPr/>
                <p14:nvPr/>
              </p14:nvContentPartPr>
              <p14:xfrm>
                <a:off x="3445950" y="3645630"/>
                <a:ext cx="496800" cy="20160"/>
              </p14:xfrm>
            </p:contentPart>
          </mc:Choice>
          <mc:Fallback xmlns="">
            <p:pic>
              <p:nvPicPr>
                <p:cNvPr id="163" name="Encre 162">
                  <a:extLst>
                    <a:ext uri="{FF2B5EF4-FFF2-40B4-BE49-F238E27FC236}">
                      <a16:creationId xmlns:a16="http://schemas.microsoft.com/office/drawing/2014/main" id="{79580EB6-65E2-8BBE-3CAB-C8C1E0A01FF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27937" y="3627630"/>
                  <a:ext cx="532466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5" name="Encre 164">
                  <a:extLst>
                    <a:ext uri="{FF2B5EF4-FFF2-40B4-BE49-F238E27FC236}">
                      <a16:creationId xmlns:a16="http://schemas.microsoft.com/office/drawing/2014/main" id="{36447138-ABE9-E5C5-3796-5F4FF83AF945}"/>
                    </a:ext>
                  </a:extLst>
                </p14:cNvPr>
                <p14:cNvContentPartPr/>
                <p14:nvPr/>
              </p14:nvContentPartPr>
              <p14:xfrm>
                <a:off x="3507150" y="3919590"/>
                <a:ext cx="210960" cy="499680"/>
              </p14:xfrm>
            </p:contentPart>
          </mc:Choice>
          <mc:Fallback xmlns="">
            <p:pic>
              <p:nvPicPr>
                <p:cNvPr id="165" name="Encre 164">
                  <a:extLst>
                    <a:ext uri="{FF2B5EF4-FFF2-40B4-BE49-F238E27FC236}">
                      <a16:creationId xmlns:a16="http://schemas.microsoft.com/office/drawing/2014/main" id="{36447138-ABE9-E5C5-3796-5F4FF83AF94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89150" y="3901590"/>
                  <a:ext cx="2466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6" name="Encre 165">
                  <a:extLst>
                    <a:ext uri="{FF2B5EF4-FFF2-40B4-BE49-F238E27FC236}">
                      <a16:creationId xmlns:a16="http://schemas.microsoft.com/office/drawing/2014/main" id="{C1D45747-06C9-8808-65B7-DDE92F0818BA}"/>
                    </a:ext>
                  </a:extLst>
                </p14:cNvPr>
                <p14:cNvContentPartPr/>
                <p14:nvPr/>
              </p14:nvContentPartPr>
              <p14:xfrm>
                <a:off x="3473310" y="4082670"/>
                <a:ext cx="227880" cy="37440"/>
              </p14:xfrm>
            </p:contentPart>
          </mc:Choice>
          <mc:Fallback xmlns="">
            <p:pic>
              <p:nvPicPr>
                <p:cNvPr id="166" name="Encre 165">
                  <a:extLst>
                    <a:ext uri="{FF2B5EF4-FFF2-40B4-BE49-F238E27FC236}">
                      <a16:creationId xmlns:a16="http://schemas.microsoft.com/office/drawing/2014/main" id="{C1D45747-06C9-8808-65B7-DDE92F0818B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455338" y="4064841"/>
                  <a:ext cx="263464" cy="72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8" name="Encre 167">
                  <a:extLst>
                    <a:ext uri="{FF2B5EF4-FFF2-40B4-BE49-F238E27FC236}">
                      <a16:creationId xmlns:a16="http://schemas.microsoft.com/office/drawing/2014/main" id="{1EA6C1D1-F27E-3962-9EA7-1D8261AD8A33}"/>
                    </a:ext>
                  </a:extLst>
                </p14:cNvPr>
                <p14:cNvContentPartPr/>
                <p14:nvPr/>
              </p14:nvContentPartPr>
              <p14:xfrm>
                <a:off x="3886230" y="3860190"/>
                <a:ext cx="194760" cy="182880"/>
              </p14:xfrm>
            </p:contentPart>
          </mc:Choice>
          <mc:Fallback xmlns="">
            <p:pic>
              <p:nvPicPr>
                <p:cNvPr id="168" name="Encre 167">
                  <a:extLst>
                    <a:ext uri="{FF2B5EF4-FFF2-40B4-BE49-F238E27FC236}">
                      <a16:creationId xmlns:a16="http://schemas.microsoft.com/office/drawing/2014/main" id="{1EA6C1D1-F27E-3962-9EA7-1D8261AD8A3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868230" y="3842225"/>
                  <a:ext cx="230400" cy="218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0" name="Encre 169">
                  <a:extLst>
                    <a:ext uri="{FF2B5EF4-FFF2-40B4-BE49-F238E27FC236}">
                      <a16:creationId xmlns:a16="http://schemas.microsoft.com/office/drawing/2014/main" id="{0F9CE28E-CF1A-F4B7-0D1B-40DAC54BF550}"/>
                    </a:ext>
                  </a:extLst>
                </p14:cNvPr>
                <p14:cNvContentPartPr/>
                <p14:nvPr/>
              </p14:nvContentPartPr>
              <p14:xfrm>
                <a:off x="4222830" y="3814830"/>
                <a:ext cx="170640" cy="490320"/>
              </p14:xfrm>
            </p:contentPart>
          </mc:Choice>
          <mc:Fallback xmlns="">
            <p:pic>
              <p:nvPicPr>
                <p:cNvPr id="170" name="Encre 169">
                  <a:extLst>
                    <a:ext uri="{FF2B5EF4-FFF2-40B4-BE49-F238E27FC236}">
                      <a16:creationId xmlns:a16="http://schemas.microsoft.com/office/drawing/2014/main" id="{0F9CE28E-CF1A-F4B7-0D1B-40DAC54BF55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204792" y="3796830"/>
                  <a:ext cx="206355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2" name="Encre 171">
                  <a:extLst>
                    <a:ext uri="{FF2B5EF4-FFF2-40B4-BE49-F238E27FC236}">
                      <a16:creationId xmlns:a16="http://schemas.microsoft.com/office/drawing/2014/main" id="{3E73300C-30FB-2542-38AF-CFABE2FB979B}"/>
                    </a:ext>
                  </a:extLst>
                </p14:cNvPr>
                <p14:cNvContentPartPr/>
                <p14:nvPr/>
              </p14:nvContentPartPr>
              <p14:xfrm>
                <a:off x="4615950" y="3955950"/>
                <a:ext cx="112320" cy="362880"/>
              </p14:xfrm>
            </p:contentPart>
          </mc:Choice>
          <mc:Fallback xmlns="">
            <p:pic>
              <p:nvPicPr>
                <p:cNvPr id="172" name="Encre 171">
                  <a:extLst>
                    <a:ext uri="{FF2B5EF4-FFF2-40B4-BE49-F238E27FC236}">
                      <a16:creationId xmlns:a16="http://schemas.microsoft.com/office/drawing/2014/main" id="{3E73300C-30FB-2542-38AF-CFABE2FB979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597950" y="3937950"/>
                  <a:ext cx="147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3" name="Encre 172">
                  <a:extLst>
                    <a:ext uri="{FF2B5EF4-FFF2-40B4-BE49-F238E27FC236}">
                      <a16:creationId xmlns:a16="http://schemas.microsoft.com/office/drawing/2014/main" id="{71E6C378-41C7-80F3-00E2-1FA0FDB1942E}"/>
                    </a:ext>
                  </a:extLst>
                </p14:cNvPr>
                <p14:cNvContentPartPr/>
                <p14:nvPr/>
              </p14:nvContentPartPr>
              <p14:xfrm>
                <a:off x="4685070" y="3896550"/>
                <a:ext cx="2160" cy="2160"/>
              </p14:xfrm>
            </p:contentPart>
          </mc:Choice>
          <mc:Fallback xmlns="">
            <p:pic>
              <p:nvPicPr>
                <p:cNvPr id="173" name="Encre 172">
                  <a:extLst>
                    <a:ext uri="{FF2B5EF4-FFF2-40B4-BE49-F238E27FC236}">
                      <a16:creationId xmlns:a16="http://schemas.microsoft.com/office/drawing/2014/main" id="{71E6C378-41C7-80F3-00E2-1FA0FDB1942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667070" y="3881121"/>
                  <a:ext cx="37800" cy="32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4" name="Encre 173">
                  <a:extLst>
                    <a:ext uri="{FF2B5EF4-FFF2-40B4-BE49-F238E27FC236}">
                      <a16:creationId xmlns:a16="http://schemas.microsoft.com/office/drawing/2014/main" id="{2A14A1C7-394F-4494-F610-30F8EC4BD8D6}"/>
                    </a:ext>
                  </a:extLst>
                </p14:cNvPr>
                <p14:cNvContentPartPr/>
                <p14:nvPr/>
              </p14:nvContentPartPr>
              <p14:xfrm>
                <a:off x="4888110" y="3864870"/>
                <a:ext cx="77400" cy="302400"/>
              </p14:xfrm>
            </p:contentPart>
          </mc:Choice>
          <mc:Fallback xmlns="">
            <p:pic>
              <p:nvPicPr>
                <p:cNvPr id="174" name="Encre 173">
                  <a:extLst>
                    <a:ext uri="{FF2B5EF4-FFF2-40B4-BE49-F238E27FC236}">
                      <a16:creationId xmlns:a16="http://schemas.microsoft.com/office/drawing/2014/main" id="{2A14A1C7-394F-4494-F610-30F8EC4BD8D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870026" y="3846849"/>
                  <a:ext cx="113207" cy="3380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5" name="Encre 174">
                  <a:extLst>
                    <a:ext uri="{FF2B5EF4-FFF2-40B4-BE49-F238E27FC236}">
                      <a16:creationId xmlns:a16="http://schemas.microsoft.com/office/drawing/2014/main" id="{052A0502-ED16-FA29-AFCC-46F8187C5749}"/>
                    </a:ext>
                  </a:extLst>
                </p14:cNvPr>
                <p14:cNvContentPartPr/>
                <p14:nvPr/>
              </p14:nvContentPartPr>
              <p14:xfrm>
                <a:off x="5165670" y="3896550"/>
                <a:ext cx="52200" cy="340200"/>
              </p14:xfrm>
            </p:contentPart>
          </mc:Choice>
          <mc:Fallback xmlns="">
            <p:pic>
              <p:nvPicPr>
                <p:cNvPr id="175" name="Encre 174">
                  <a:extLst>
                    <a:ext uri="{FF2B5EF4-FFF2-40B4-BE49-F238E27FC236}">
                      <a16:creationId xmlns:a16="http://schemas.microsoft.com/office/drawing/2014/main" id="{052A0502-ED16-FA29-AFCC-46F8187C574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147545" y="3878550"/>
                  <a:ext cx="88088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6" name="Encre 175">
                  <a:extLst>
                    <a:ext uri="{FF2B5EF4-FFF2-40B4-BE49-F238E27FC236}">
                      <a16:creationId xmlns:a16="http://schemas.microsoft.com/office/drawing/2014/main" id="{B1A41EC8-A981-1D49-55F5-E8111D140DC0}"/>
                    </a:ext>
                  </a:extLst>
                </p14:cNvPr>
                <p14:cNvContentPartPr/>
                <p14:nvPr/>
              </p14:nvContentPartPr>
              <p14:xfrm>
                <a:off x="5217150" y="3828150"/>
                <a:ext cx="2160" cy="5760"/>
              </p14:xfrm>
            </p:contentPart>
          </mc:Choice>
          <mc:Fallback xmlns="">
            <p:pic>
              <p:nvPicPr>
                <p:cNvPr id="176" name="Encre 175">
                  <a:extLst>
                    <a:ext uri="{FF2B5EF4-FFF2-40B4-BE49-F238E27FC236}">
                      <a16:creationId xmlns:a16="http://schemas.microsoft.com/office/drawing/2014/main" id="{B1A41EC8-A981-1D49-55F5-E8111D140DC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199150" y="3810150"/>
                  <a:ext cx="37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7" name="Encre 176">
                  <a:extLst>
                    <a:ext uri="{FF2B5EF4-FFF2-40B4-BE49-F238E27FC236}">
                      <a16:creationId xmlns:a16="http://schemas.microsoft.com/office/drawing/2014/main" id="{DA1E3B4C-7700-225A-98BD-955828F905BD}"/>
                    </a:ext>
                  </a:extLst>
                </p14:cNvPr>
                <p14:cNvContentPartPr/>
                <p14:nvPr/>
              </p14:nvContentPartPr>
              <p14:xfrm>
                <a:off x="5405430" y="4049550"/>
                <a:ext cx="219960" cy="18720"/>
              </p14:xfrm>
            </p:contentPart>
          </mc:Choice>
          <mc:Fallback xmlns="">
            <p:pic>
              <p:nvPicPr>
                <p:cNvPr id="177" name="Encre 176">
                  <a:extLst>
                    <a:ext uri="{FF2B5EF4-FFF2-40B4-BE49-F238E27FC236}">
                      <a16:creationId xmlns:a16="http://schemas.microsoft.com/office/drawing/2014/main" id="{DA1E3B4C-7700-225A-98BD-955828F905B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387430" y="4031550"/>
                  <a:ext cx="2556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8" name="Encre 177">
                  <a:extLst>
                    <a:ext uri="{FF2B5EF4-FFF2-40B4-BE49-F238E27FC236}">
                      <a16:creationId xmlns:a16="http://schemas.microsoft.com/office/drawing/2014/main" id="{8190D39F-F7A3-7FE9-C275-18CF1CE24482}"/>
                    </a:ext>
                  </a:extLst>
                </p14:cNvPr>
                <p14:cNvContentPartPr/>
                <p14:nvPr/>
              </p14:nvContentPartPr>
              <p14:xfrm>
                <a:off x="5511270" y="3964950"/>
                <a:ext cx="34200" cy="204120"/>
              </p14:xfrm>
            </p:contentPart>
          </mc:Choice>
          <mc:Fallback xmlns="">
            <p:pic>
              <p:nvPicPr>
                <p:cNvPr id="178" name="Encre 177">
                  <a:extLst>
                    <a:ext uri="{FF2B5EF4-FFF2-40B4-BE49-F238E27FC236}">
                      <a16:creationId xmlns:a16="http://schemas.microsoft.com/office/drawing/2014/main" id="{8190D39F-F7A3-7FE9-C275-18CF1CE2448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93270" y="3946982"/>
                  <a:ext cx="69840" cy="239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9" name="Encre 178">
                  <a:extLst>
                    <a:ext uri="{FF2B5EF4-FFF2-40B4-BE49-F238E27FC236}">
                      <a16:creationId xmlns:a16="http://schemas.microsoft.com/office/drawing/2014/main" id="{26DDD63E-F080-D07E-81BA-2BDD7652EA2A}"/>
                    </a:ext>
                  </a:extLst>
                </p14:cNvPr>
                <p14:cNvContentPartPr/>
                <p14:nvPr/>
              </p14:nvContentPartPr>
              <p14:xfrm>
                <a:off x="5770830" y="3896550"/>
                <a:ext cx="20520" cy="210240"/>
              </p14:xfrm>
            </p:contentPart>
          </mc:Choice>
          <mc:Fallback xmlns="">
            <p:pic>
              <p:nvPicPr>
                <p:cNvPr id="179" name="Encre 178">
                  <a:extLst>
                    <a:ext uri="{FF2B5EF4-FFF2-40B4-BE49-F238E27FC236}">
                      <a16:creationId xmlns:a16="http://schemas.microsoft.com/office/drawing/2014/main" id="{26DDD63E-F080-D07E-81BA-2BDD7652EA2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752830" y="3878550"/>
                  <a:ext cx="56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189440E8-C25E-8D92-EEF4-FFA7ABB22DA4}"/>
                    </a:ext>
                  </a:extLst>
                </p14:cNvPr>
                <p14:cNvContentPartPr/>
                <p14:nvPr/>
              </p14:nvContentPartPr>
              <p14:xfrm>
                <a:off x="5965590" y="3791790"/>
                <a:ext cx="63000" cy="362520"/>
              </p14:xfrm>
            </p:contentPart>
          </mc:Choice>
          <mc:Fallback xmlns=""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189440E8-C25E-8D92-EEF4-FFA7ABB22DA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947692" y="3773790"/>
                  <a:ext cx="98438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9A4EE186-DC5B-6711-A8CB-3232DA856849}"/>
                    </a:ext>
                  </a:extLst>
                </p14:cNvPr>
                <p14:cNvContentPartPr/>
                <p14:nvPr/>
              </p14:nvContentPartPr>
              <p14:xfrm>
                <a:off x="6222270" y="4056390"/>
                <a:ext cx="281160" cy="19440"/>
              </p14:xfrm>
            </p:contentPart>
          </mc:Choice>
          <mc:Fallback xmlns=""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9A4EE186-DC5B-6711-A8CB-3232DA85684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204270" y="4038390"/>
                  <a:ext cx="316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3" name="Encre 182">
                  <a:extLst>
                    <a:ext uri="{FF2B5EF4-FFF2-40B4-BE49-F238E27FC236}">
                      <a16:creationId xmlns:a16="http://schemas.microsoft.com/office/drawing/2014/main" id="{8276C2BD-3F5B-6977-26BF-87A1CD0132F7}"/>
                    </a:ext>
                  </a:extLst>
                </p14:cNvPr>
                <p14:cNvContentPartPr/>
                <p14:nvPr/>
              </p14:nvContentPartPr>
              <p14:xfrm>
                <a:off x="6722310" y="3855870"/>
                <a:ext cx="433440" cy="299520"/>
              </p14:xfrm>
            </p:contentPart>
          </mc:Choice>
          <mc:Fallback xmlns="">
            <p:pic>
              <p:nvPicPr>
                <p:cNvPr id="183" name="Encre 182">
                  <a:extLst>
                    <a:ext uri="{FF2B5EF4-FFF2-40B4-BE49-F238E27FC236}">
                      <a16:creationId xmlns:a16="http://schemas.microsoft.com/office/drawing/2014/main" id="{8276C2BD-3F5B-6977-26BF-87A1CD0132F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704310" y="3837870"/>
                  <a:ext cx="4690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6AB4D7CE-7EF2-D9E6-FD7E-E96BE579CEE3}"/>
                    </a:ext>
                  </a:extLst>
                </p14:cNvPr>
                <p14:cNvContentPartPr/>
                <p14:nvPr/>
              </p14:nvContentPartPr>
              <p14:xfrm>
                <a:off x="7294710" y="3737070"/>
                <a:ext cx="185760" cy="405000"/>
              </p14:xfrm>
            </p:contentPart>
          </mc:Choice>
          <mc:Fallback xmlns=""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6AB4D7CE-7EF2-D9E6-FD7E-E96BE579CEE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276710" y="3719070"/>
                  <a:ext cx="2214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6" name="Encre 185">
                  <a:extLst>
                    <a:ext uri="{FF2B5EF4-FFF2-40B4-BE49-F238E27FC236}">
                      <a16:creationId xmlns:a16="http://schemas.microsoft.com/office/drawing/2014/main" id="{EFBEEE2C-F935-6B6B-9766-11846D7CA50D}"/>
                    </a:ext>
                  </a:extLst>
                </p14:cNvPr>
                <p14:cNvContentPartPr/>
                <p14:nvPr/>
              </p14:nvContentPartPr>
              <p14:xfrm>
                <a:off x="7672710" y="3914550"/>
                <a:ext cx="383400" cy="186480"/>
              </p14:xfrm>
            </p:contentPart>
          </mc:Choice>
          <mc:Fallback xmlns="">
            <p:pic>
              <p:nvPicPr>
                <p:cNvPr id="186" name="Encre 185">
                  <a:extLst>
                    <a:ext uri="{FF2B5EF4-FFF2-40B4-BE49-F238E27FC236}">
                      <a16:creationId xmlns:a16="http://schemas.microsoft.com/office/drawing/2014/main" id="{EFBEEE2C-F935-6B6B-9766-11846D7CA50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654727" y="3896550"/>
                  <a:ext cx="419007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7" name="Encre 186">
                  <a:extLst>
                    <a:ext uri="{FF2B5EF4-FFF2-40B4-BE49-F238E27FC236}">
                      <a16:creationId xmlns:a16="http://schemas.microsoft.com/office/drawing/2014/main" id="{ED337E44-F446-087F-FB9F-731D86FC5654}"/>
                    </a:ext>
                  </a:extLst>
                </p14:cNvPr>
                <p14:cNvContentPartPr/>
                <p14:nvPr/>
              </p14:nvContentPartPr>
              <p14:xfrm>
                <a:off x="8260230" y="4042350"/>
                <a:ext cx="168840" cy="6480"/>
              </p14:xfrm>
            </p:contentPart>
          </mc:Choice>
          <mc:Fallback xmlns="">
            <p:pic>
              <p:nvPicPr>
                <p:cNvPr id="187" name="Encre 186">
                  <a:extLst>
                    <a:ext uri="{FF2B5EF4-FFF2-40B4-BE49-F238E27FC236}">
                      <a16:creationId xmlns:a16="http://schemas.microsoft.com/office/drawing/2014/main" id="{ED337E44-F446-087F-FB9F-731D86FC565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242230" y="4024350"/>
                  <a:ext cx="204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8" name="Encre 187">
                  <a:extLst>
                    <a:ext uri="{FF2B5EF4-FFF2-40B4-BE49-F238E27FC236}">
                      <a16:creationId xmlns:a16="http://schemas.microsoft.com/office/drawing/2014/main" id="{20821A50-FA92-8FA0-BD6F-9626508FD3FD}"/>
                    </a:ext>
                  </a:extLst>
                </p14:cNvPr>
                <p14:cNvContentPartPr/>
                <p14:nvPr/>
              </p14:nvContentPartPr>
              <p14:xfrm>
                <a:off x="8668470" y="3892230"/>
                <a:ext cx="5040" cy="210600"/>
              </p14:xfrm>
            </p:contentPart>
          </mc:Choice>
          <mc:Fallback xmlns="">
            <p:pic>
              <p:nvPicPr>
                <p:cNvPr id="188" name="Encre 187">
                  <a:extLst>
                    <a:ext uri="{FF2B5EF4-FFF2-40B4-BE49-F238E27FC236}">
                      <a16:creationId xmlns:a16="http://schemas.microsoft.com/office/drawing/2014/main" id="{20821A50-FA92-8FA0-BD6F-9626508FD3F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650470" y="3874230"/>
                  <a:ext cx="40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0" name="Encre 189">
                  <a:extLst>
                    <a:ext uri="{FF2B5EF4-FFF2-40B4-BE49-F238E27FC236}">
                      <a16:creationId xmlns:a16="http://schemas.microsoft.com/office/drawing/2014/main" id="{701677A1-DBBA-D29F-FCEA-18E0962EF996}"/>
                    </a:ext>
                  </a:extLst>
                </p14:cNvPr>
                <p14:cNvContentPartPr/>
                <p14:nvPr/>
              </p14:nvContentPartPr>
              <p14:xfrm>
                <a:off x="8741550" y="3663990"/>
                <a:ext cx="201600" cy="565200"/>
              </p14:xfrm>
            </p:contentPart>
          </mc:Choice>
          <mc:Fallback xmlns="">
            <p:pic>
              <p:nvPicPr>
                <p:cNvPr id="190" name="Encre 189">
                  <a:extLst>
                    <a:ext uri="{FF2B5EF4-FFF2-40B4-BE49-F238E27FC236}">
                      <a16:creationId xmlns:a16="http://schemas.microsoft.com/office/drawing/2014/main" id="{701677A1-DBBA-D29F-FCEA-18E0962EF99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723550" y="3646001"/>
                  <a:ext cx="237240" cy="6008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2" name="Encre 191">
                  <a:extLst>
                    <a:ext uri="{FF2B5EF4-FFF2-40B4-BE49-F238E27FC236}">
                      <a16:creationId xmlns:a16="http://schemas.microsoft.com/office/drawing/2014/main" id="{7D023E9E-C1F1-1EF1-D044-54364FDD965F}"/>
                    </a:ext>
                  </a:extLst>
                </p14:cNvPr>
                <p14:cNvContentPartPr/>
                <p14:nvPr/>
              </p14:nvContentPartPr>
              <p14:xfrm>
                <a:off x="3927630" y="3649950"/>
                <a:ext cx="5311080" cy="85680"/>
              </p14:xfrm>
            </p:contentPart>
          </mc:Choice>
          <mc:Fallback xmlns="">
            <p:pic>
              <p:nvPicPr>
                <p:cNvPr id="192" name="Encre 191">
                  <a:extLst>
                    <a:ext uri="{FF2B5EF4-FFF2-40B4-BE49-F238E27FC236}">
                      <a16:creationId xmlns:a16="http://schemas.microsoft.com/office/drawing/2014/main" id="{7D023E9E-C1F1-1EF1-D044-54364FDD965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909631" y="3631950"/>
                  <a:ext cx="5346718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94" name="Encre 193">
                <a:extLst>
                  <a:ext uri="{FF2B5EF4-FFF2-40B4-BE49-F238E27FC236}">
                    <a16:creationId xmlns:a16="http://schemas.microsoft.com/office/drawing/2014/main" id="{F4B50C75-C4BE-D5E8-B314-1DF3C6D9CAB9}"/>
                  </a:ext>
                </a:extLst>
              </p14:cNvPr>
              <p14:cNvContentPartPr/>
              <p14:nvPr/>
            </p14:nvContentPartPr>
            <p14:xfrm>
              <a:off x="9563070" y="3641310"/>
              <a:ext cx="73440" cy="689760"/>
            </p14:xfrm>
          </p:contentPart>
        </mc:Choice>
        <mc:Fallback xmlns="">
          <p:pic>
            <p:nvPicPr>
              <p:cNvPr id="194" name="Encre 193">
                <a:extLst>
                  <a:ext uri="{FF2B5EF4-FFF2-40B4-BE49-F238E27FC236}">
                    <a16:creationId xmlns:a16="http://schemas.microsoft.com/office/drawing/2014/main" id="{F4B50C75-C4BE-D5E8-B314-1DF3C6D9CAB9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9545070" y="3623310"/>
                <a:ext cx="109080" cy="7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95" name="Encre 194">
                <a:extLst>
                  <a:ext uri="{FF2B5EF4-FFF2-40B4-BE49-F238E27FC236}">
                    <a16:creationId xmlns:a16="http://schemas.microsoft.com/office/drawing/2014/main" id="{07B10EEE-B250-DE3A-DE97-C7113089607B}"/>
                  </a:ext>
                </a:extLst>
              </p14:cNvPr>
              <p14:cNvContentPartPr/>
              <p14:nvPr/>
            </p14:nvContentPartPr>
            <p14:xfrm>
              <a:off x="9878430" y="3828150"/>
              <a:ext cx="228960" cy="413280"/>
            </p14:xfrm>
          </p:contentPart>
        </mc:Choice>
        <mc:Fallback xmlns="">
          <p:pic>
            <p:nvPicPr>
              <p:cNvPr id="195" name="Encre 194">
                <a:extLst>
                  <a:ext uri="{FF2B5EF4-FFF2-40B4-BE49-F238E27FC236}">
                    <a16:creationId xmlns:a16="http://schemas.microsoft.com/office/drawing/2014/main" id="{07B10EEE-B250-DE3A-DE97-C7113089607B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9860458" y="3810150"/>
                <a:ext cx="264544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96" name="Encre 195">
                <a:extLst>
                  <a:ext uri="{FF2B5EF4-FFF2-40B4-BE49-F238E27FC236}">
                    <a16:creationId xmlns:a16="http://schemas.microsoft.com/office/drawing/2014/main" id="{6995807D-F678-1D23-3DFD-F3FA1E7775FA}"/>
                  </a:ext>
                </a:extLst>
              </p14:cNvPr>
              <p14:cNvContentPartPr/>
              <p14:nvPr/>
            </p14:nvContentPartPr>
            <p14:xfrm>
              <a:off x="9994710" y="3728070"/>
              <a:ext cx="5040" cy="5760"/>
            </p14:xfrm>
          </p:contentPart>
        </mc:Choice>
        <mc:Fallback xmlns="">
          <p:pic>
            <p:nvPicPr>
              <p:cNvPr id="196" name="Encre 195">
                <a:extLst>
                  <a:ext uri="{FF2B5EF4-FFF2-40B4-BE49-F238E27FC236}">
                    <a16:creationId xmlns:a16="http://schemas.microsoft.com/office/drawing/2014/main" id="{6995807D-F678-1D23-3DFD-F3FA1E7775FA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9976710" y="3710070"/>
                <a:ext cx="406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97" name="Encre 196">
                <a:extLst>
                  <a:ext uri="{FF2B5EF4-FFF2-40B4-BE49-F238E27FC236}">
                    <a16:creationId xmlns:a16="http://schemas.microsoft.com/office/drawing/2014/main" id="{95F664C4-70BC-311A-AC46-524DC22AE02E}"/>
                  </a:ext>
                </a:extLst>
              </p14:cNvPr>
              <p14:cNvContentPartPr/>
              <p14:nvPr/>
            </p14:nvContentPartPr>
            <p14:xfrm>
              <a:off x="10315830" y="4010310"/>
              <a:ext cx="11160" cy="173880"/>
            </p14:xfrm>
          </p:contentPart>
        </mc:Choice>
        <mc:Fallback xmlns="">
          <p:pic>
            <p:nvPicPr>
              <p:cNvPr id="197" name="Encre 196">
                <a:extLst>
                  <a:ext uri="{FF2B5EF4-FFF2-40B4-BE49-F238E27FC236}">
                    <a16:creationId xmlns:a16="http://schemas.microsoft.com/office/drawing/2014/main" id="{95F664C4-70BC-311A-AC46-524DC22AE02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297830" y="3992310"/>
                <a:ext cx="46800" cy="20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C4B05763-923F-D823-719D-0CFE59C86B4A}"/>
              </a:ext>
            </a:extLst>
          </p:cNvPr>
          <p:cNvGrpSpPr/>
          <p:nvPr/>
        </p:nvGrpSpPr>
        <p:grpSpPr>
          <a:xfrm>
            <a:off x="10581870" y="3694950"/>
            <a:ext cx="1431000" cy="692640"/>
            <a:chOff x="10581870" y="3694950"/>
            <a:chExt cx="143100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8" name="Encre 197">
                  <a:extLst>
                    <a:ext uri="{FF2B5EF4-FFF2-40B4-BE49-F238E27FC236}">
                      <a16:creationId xmlns:a16="http://schemas.microsoft.com/office/drawing/2014/main" id="{2429BCA0-4B80-45B0-0AD3-D1566F69EA4C}"/>
                    </a:ext>
                  </a:extLst>
                </p14:cNvPr>
                <p14:cNvContentPartPr/>
                <p14:nvPr/>
              </p14:nvContentPartPr>
              <p14:xfrm>
                <a:off x="10581870" y="3846870"/>
                <a:ext cx="410760" cy="245160"/>
              </p14:xfrm>
            </p:contentPart>
          </mc:Choice>
          <mc:Fallback xmlns="">
            <p:pic>
              <p:nvPicPr>
                <p:cNvPr id="198" name="Encre 197">
                  <a:extLst>
                    <a:ext uri="{FF2B5EF4-FFF2-40B4-BE49-F238E27FC236}">
                      <a16:creationId xmlns:a16="http://schemas.microsoft.com/office/drawing/2014/main" id="{2429BCA0-4B80-45B0-0AD3-D1566F69EA4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563870" y="3828870"/>
                  <a:ext cx="446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9" name="Encre 198">
                  <a:extLst>
                    <a:ext uri="{FF2B5EF4-FFF2-40B4-BE49-F238E27FC236}">
                      <a16:creationId xmlns:a16="http://schemas.microsoft.com/office/drawing/2014/main" id="{D064194A-6A8C-5C51-785D-257DFB328A54}"/>
                    </a:ext>
                  </a:extLst>
                </p14:cNvPr>
                <p14:cNvContentPartPr/>
                <p14:nvPr/>
              </p14:nvContentPartPr>
              <p14:xfrm>
                <a:off x="11174070" y="3978630"/>
                <a:ext cx="224640" cy="360"/>
              </p14:xfrm>
            </p:contentPart>
          </mc:Choice>
          <mc:Fallback xmlns="">
            <p:pic>
              <p:nvPicPr>
                <p:cNvPr id="199" name="Encre 198">
                  <a:extLst>
                    <a:ext uri="{FF2B5EF4-FFF2-40B4-BE49-F238E27FC236}">
                      <a16:creationId xmlns:a16="http://schemas.microsoft.com/office/drawing/2014/main" id="{D064194A-6A8C-5C51-785D-257DFB328A5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156041" y="3960630"/>
                  <a:ext cx="260337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0" name="Encre 199">
                  <a:extLst>
                    <a:ext uri="{FF2B5EF4-FFF2-40B4-BE49-F238E27FC236}">
                      <a16:creationId xmlns:a16="http://schemas.microsoft.com/office/drawing/2014/main" id="{7D8176D3-04BE-089C-B87B-13B3A6622B1F}"/>
                    </a:ext>
                  </a:extLst>
                </p14:cNvPr>
                <p14:cNvContentPartPr/>
                <p14:nvPr/>
              </p14:nvContentPartPr>
              <p14:xfrm>
                <a:off x="11545590" y="3832830"/>
                <a:ext cx="360" cy="218880"/>
              </p14:xfrm>
            </p:contentPart>
          </mc:Choice>
          <mc:Fallback xmlns="">
            <p:pic>
              <p:nvPicPr>
                <p:cNvPr id="200" name="Encre 199">
                  <a:extLst>
                    <a:ext uri="{FF2B5EF4-FFF2-40B4-BE49-F238E27FC236}">
                      <a16:creationId xmlns:a16="http://schemas.microsoft.com/office/drawing/2014/main" id="{7D8176D3-04BE-089C-B87B-13B3A6622B1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527590" y="3814830"/>
                  <a:ext cx="36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3" name="Encre 202">
                  <a:extLst>
                    <a:ext uri="{FF2B5EF4-FFF2-40B4-BE49-F238E27FC236}">
                      <a16:creationId xmlns:a16="http://schemas.microsoft.com/office/drawing/2014/main" id="{22EE2105-7A19-CCC0-7C74-6F4D4874C7C2}"/>
                    </a:ext>
                  </a:extLst>
                </p14:cNvPr>
                <p14:cNvContentPartPr/>
                <p14:nvPr/>
              </p14:nvContentPartPr>
              <p14:xfrm>
                <a:off x="11683830" y="3694950"/>
                <a:ext cx="329040" cy="692640"/>
              </p14:xfrm>
            </p:contentPart>
          </mc:Choice>
          <mc:Fallback xmlns="">
            <p:pic>
              <p:nvPicPr>
                <p:cNvPr id="203" name="Encre 202">
                  <a:extLst>
                    <a:ext uri="{FF2B5EF4-FFF2-40B4-BE49-F238E27FC236}">
                      <a16:creationId xmlns:a16="http://schemas.microsoft.com/office/drawing/2014/main" id="{22EE2105-7A19-CCC0-7C74-6F4D4874C7C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665830" y="3676941"/>
                  <a:ext cx="364680" cy="72829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20217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3511-C694-F970-252C-99B04A3B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05797C-0E99-DD35-2A8B-6BA94F5C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51A133-A8F0-C9AC-38AB-372B8498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59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7AA8CD3-9C68-CD8F-4512-50561603A7E2}"/>
                  </a:ext>
                </a:extLst>
              </p:cNvPr>
              <p:cNvSpPr txBox="1"/>
              <p:nvPr/>
            </p:nvSpPr>
            <p:spPr>
              <a:xfrm>
                <a:off x="1647825" y="221132"/>
                <a:ext cx="5267325" cy="2582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Cas </a:t>
                </a:r>
                <a:r>
                  <a:rPr lang="en-CA" b="1" dirty="0" err="1"/>
                  <a:t>extrêmes</a:t>
                </a:r>
                <a:r>
                  <a:rPr lang="en-CA" b="1" dirty="0"/>
                  <a:t> et </a:t>
                </a:r>
                <a:r>
                  <a:rPr lang="en-CA" b="1" dirty="0" err="1"/>
                  <a:t>nombre</a:t>
                </a:r>
                <a:r>
                  <a:rPr lang="en-CA" b="1" dirty="0"/>
                  <a:t> d’états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Il </a:t>
                </a:r>
                <a:r>
                  <a:rPr lang="en-CA" dirty="0" err="1"/>
                  <a:t>existe</a:t>
                </a:r>
                <a:r>
                  <a:rPr lang="en-CA" dirty="0"/>
                  <a:t> deux états </a:t>
                </a:r>
                <a:r>
                  <a:rPr lang="en-CA" dirty="0" err="1"/>
                  <a:t>particuliers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et les </a:t>
                </a:r>
                <a:r>
                  <a:rPr lang="en-CA" dirty="0" err="1"/>
                  <a:t>valeurs</a:t>
                </a:r>
                <a:r>
                  <a:rPr lang="en-CA" dirty="0"/>
                  <a:t> possibles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,...,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CA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soit</a:t>
                </a:r>
                <a:r>
                  <a:rPr lang="en-CA" dirty="0"/>
                  <a:t> </a:t>
                </a:r>
                <a:r>
                  <a:rPr lang="en-CA" b="1" dirty="0"/>
                  <a:t>2j + 1 états possibles</a:t>
                </a:r>
                <a:r>
                  <a:rPr lang="en-CA" dirty="0"/>
                  <a:t> pour </a:t>
                </a:r>
                <a:r>
                  <a:rPr lang="en-CA" dirty="0" err="1"/>
                  <a:t>chaque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dirty="0"/>
                  <a:t>.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7AA8CD3-9C68-CD8F-4512-50561603A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25" y="221132"/>
                <a:ext cx="5267325" cy="2582117"/>
              </a:xfrm>
              <a:prstGeom prst="rect">
                <a:avLst/>
              </a:prstGeom>
              <a:blipFill>
                <a:blip r:embed="rId2"/>
                <a:stretch>
                  <a:fillRect l="-926" b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667752FF-EFB6-349A-8FEE-CCC7C2C0FD6C}"/>
                  </a:ext>
                </a:extLst>
              </p:cNvPr>
              <p:cNvSpPr txBox="1"/>
              <p:nvPr/>
            </p:nvSpPr>
            <p:spPr>
              <a:xfrm>
                <a:off x="1647825" y="2706827"/>
                <a:ext cx="6096000" cy="3608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Exemple numérique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Prenons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(moment </a:t>
                </a:r>
                <a:r>
                  <a:rPr lang="en-CA" dirty="0" err="1"/>
                  <a:t>cinétique</a:t>
                </a:r>
                <a:r>
                  <a:rPr lang="en-CA" dirty="0"/>
                  <a:t> </a:t>
                </a:r>
                <a:r>
                  <a:rPr lang="en-CA" dirty="0" err="1"/>
                  <a:t>entier</a:t>
                </a:r>
                <a:r>
                  <a:rPr lang="en-CA" dirty="0"/>
                  <a:t>).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,  +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CA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Appliquons</a:t>
                </a:r>
                <a:r>
                  <a:rPr lang="en-CA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 successivement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m:rPr>
                                    <m:nor/>
                                  </m:rP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ar-AE" b="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m:rPr>
                                    <m:nor/>
                                  </m:rP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ar-AE" b="0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Même</a:t>
                </a:r>
                <a:r>
                  <a:rPr lang="en-CA" dirty="0"/>
                  <a:t> chose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CA" dirty="0" err="1"/>
                  <a:t>mais</a:t>
                </a:r>
                <a:r>
                  <a:rPr lang="en-CA" dirty="0"/>
                  <a:t> dans le </a:t>
                </a:r>
                <a:r>
                  <a:rPr lang="en-CA" dirty="0" err="1"/>
                  <a:t>sens</a:t>
                </a:r>
                <a:r>
                  <a:rPr lang="en-CA" dirty="0"/>
                  <a:t> inverse.</a:t>
                </a: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667752FF-EFB6-349A-8FEE-CCC7C2C0F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25" y="2706827"/>
                <a:ext cx="6096000" cy="3608808"/>
              </a:xfrm>
              <a:prstGeom prst="rect">
                <a:avLst/>
              </a:prstGeom>
              <a:blipFill>
                <a:blip r:embed="rId3"/>
                <a:stretch>
                  <a:fillRect l="-800" b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8FFF629-8493-1616-D809-232CB2D07C02}"/>
                  </a:ext>
                </a:extLst>
              </p:cNvPr>
              <p:cNvSpPr txBox="1"/>
              <p:nvPr/>
            </p:nvSpPr>
            <p:spPr>
              <a:xfrm>
                <a:off x="6400800" y="1512190"/>
                <a:ext cx="5676900" cy="346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Sens physique (résumé simple)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Le </a:t>
                </a:r>
                <a:r>
                  <a:rPr lang="en-CA" dirty="0" err="1"/>
                  <a:t>système</a:t>
                </a:r>
                <a:r>
                  <a:rPr lang="en-CA" dirty="0"/>
                  <a:t> a un </a:t>
                </a:r>
                <a:r>
                  <a:rPr lang="en-CA" b="1" dirty="0"/>
                  <a:t>moment total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CA" dirty="0"/>
                  <a:t>de </a:t>
                </a:r>
                <a:r>
                  <a:rPr lang="en-CA" dirty="0" err="1"/>
                  <a:t>norme</a:t>
                </a:r>
                <a:r>
                  <a:rPr lang="en-CA" dirty="0"/>
                  <a:t> </a:t>
                </a:r>
                <a:r>
                  <a:rPr lang="en-CA" dirty="0" err="1"/>
                  <a:t>fixée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>
                          <a:latin typeface="Cambria Math" panose="02040503050406030204" pitchFamily="18" charset="0"/>
                        </a:rPr>
                        <m:t>∣</m:t>
                      </m:r>
                      <m:acc>
                        <m:accPr>
                          <m:chr m:val="⃗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∣=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  Mais son </a:t>
                </a:r>
                <a:r>
                  <a:rPr lang="en-CA" b="1" dirty="0"/>
                  <a:t>orientation</a:t>
                </a:r>
                <a:r>
                  <a:rPr lang="en-CA" dirty="0"/>
                  <a:t> sur </a:t>
                </a:r>
                <a:r>
                  <a:rPr lang="en-CA" dirty="0" err="1"/>
                  <a:t>l’axe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est</a:t>
                </a:r>
                <a:r>
                  <a:rPr lang="en-CA" dirty="0"/>
                  <a:t> </a:t>
                </a:r>
                <a:r>
                  <a:rPr lang="en-CA" dirty="0" err="1"/>
                  <a:t>quantifiée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,…,+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CA" dirty="0"/>
                  <a:t>   Les </a:t>
                </a:r>
                <a:r>
                  <a:rPr lang="en-CA" dirty="0" err="1"/>
                  <a:t>opérateurs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permettent</a:t>
                </a:r>
                <a:r>
                  <a:rPr lang="en-CA" dirty="0"/>
                  <a:t> de passer </a:t>
                </a:r>
                <a:r>
                  <a:rPr lang="en-CA" dirty="0" err="1"/>
                  <a:t>d’une</a:t>
                </a:r>
                <a:r>
                  <a:rPr lang="en-CA" dirty="0"/>
                  <a:t> orientation </a:t>
                </a:r>
                <a:r>
                  <a:rPr lang="en-CA" dirty="0" err="1"/>
                  <a:t>quantifiée</a:t>
                </a:r>
                <a:r>
                  <a:rPr lang="en-CA" dirty="0"/>
                  <a:t> à </a:t>
                </a:r>
                <a:r>
                  <a:rPr lang="en-CA" dirty="0" err="1"/>
                  <a:t>une</a:t>
                </a:r>
                <a:r>
                  <a:rPr lang="en-CA" dirty="0"/>
                  <a:t> </a:t>
                </a:r>
                <a:r>
                  <a:rPr lang="en-CA" dirty="0" err="1"/>
                  <a:t>autre</a:t>
                </a:r>
                <a:r>
                  <a:rPr lang="en-CA" dirty="0"/>
                  <a:t> : </a:t>
                </a:r>
                <a:r>
                  <a:rPr lang="en-CA" dirty="0" err="1"/>
                  <a:t>ce</a:t>
                </a:r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les “</a:t>
                </a:r>
                <a:r>
                  <a:rPr lang="en-CA" b="1" dirty="0" err="1"/>
                  <a:t>échelles</a:t>
                </a:r>
                <a:r>
                  <a:rPr lang="en-CA" b="1" dirty="0"/>
                  <a:t> de rotation </a:t>
                </a:r>
                <a:r>
                  <a:rPr lang="en-CA" b="1" dirty="0" err="1"/>
                  <a:t>quantique</a:t>
                </a:r>
                <a:r>
                  <a:rPr lang="en-CA" dirty="0"/>
                  <a:t>”.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18FFF629-8493-1616-D809-232CB2D0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512190"/>
                <a:ext cx="5676900" cy="3460563"/>
              </a:xfrm>
              <a:prstGeom prst="rect">
                <a:avLst/>
              </a:prstGeom>
              <a:blipFill>
                <a:blip r:embed="rId4"/>
                <a:stretch>
                  <a:fillRect l="-859" b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1811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F1E1-77D4-C175-7C3E-44485ED1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23A19-2A45-BF67-969C-512DE64B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4AFA86-F590-76DA-D94F-63E7A7C1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60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DBE2015-A69C-5A93-701F-310EDB2FD5DF}"/>
                  </a:ext>
                </a:extLst>
              </p:cNvPr>
              <p:cNvSpPr txBox="1"/>
              <p:nvPr/>
            </p:nvSpPr>
            <p:spPr>
              <a:xfrm>
                <a:off x="1619250" y="600054"/>
                <a:ext cx="10477499" cy="5436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b="1" dirty="0"/>
                  <a:t>TD — </a:t>
                </a:r>
                <a:r>
                  <a:rPr lang="en-CA" b="1" dirty="0" err="1"/>
                  <a:t>Opérateurs</a:t>
                </a:r>
                <a:r>
                  <a:rPr lang="en-CA" b="1" dirty="0"/>
                  <a:t> </a:t>
                </a:r>
                <a:r>
                  <a:rPr lang="en-CA" b="1" dirty="0" err="1"/>
                  <a:t>d’échelle</a:t>
                </a:r>
                <a:r>
                  <a:rPr lang="en-CA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</m:oMath>
                </a14:m>
                <a:endParaRPr lang="en-CA" b="1" dirty="0"/>
              </a:p>
              <a:p>
                <a:pPr>
                  <a:buNone/>
                </a:pPr>
                <a:r>
                  <a:rPr lang="en-CA" b="1" dirty="0" err="1"/>
                  <a:t>Exercice</a:t>
                </a:r>
                <a:r>
                  <a:rPr lang="en-CA" b="1" dirty="0"/>
                  <a:t> 1 — </a:t>
                </a:r>
                <a:r>
                  <a:rPr lang="en-CA" b="1" dirty="0" err="1"/>
                  <a:t>Commutateurs</a:t>
                </a:r>
                <a:r>
                  <a:rPr lang="en-CA" b="1" dirty="0"/>
                  <a:t> de base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/>
                  <a:t>En </a:t>
                </a:r>
                <a:r>
                  <a:rPr lang="en-CA" dirty="0" err="1"/>
                  <a:t>partant</a:t>
                </a:r>
                <a:r>
                  <a:rPr lang="en-CA" dirty="0"/>
                  <a:t> 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dirty="0"/>
                  <a:t> et permutations  </a:t>
                </a:r>
                <a:r>
                  <a:rPr lang="en-CA" dirty="0" err="1"/>
                  <a:t>cycliques</a:t>
                </a:r>
                <a:r>
                  <a:rPr lang="en-CA" dirty="0"/>
                  <a:t> :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/>
                  <a:t>Définir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/>
                  <a:t>Démontrer</a:t>
                </a:r>
                <a:r>
                  <a:rPr lang="en-CA" dirty="0"/>
                  <a:t> :</a:t>
                </a:r>
                <a:br>
                  <a:rPr lang="en-CA" dirty="0"/>
                </a:br>
                <a:r>
                  <a:rPr lang="en-CA" dirty="0"/>
                  <a:t>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ar-AE" dirty="0"/>
                  <a:t>;</a:t>
                </a:r>
                <a:br>
                  <a:rPr lang="ar-AE" dirty="0"/>
                </a:br>
                <a:r>
                  <a:rPr lang="en-CA" dirty="0"/>
                  <a:t>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ar-AE" dirty="0"/>
                  <a:t>;</a:t>
                </a:r>
                <a:endParaRPr lang="en-CA" dirty="0"/>
              </a:p>
              <a:p>
                <a:pPr>
                  <a:lnSpc>
                    <a:spcPct val="150000"/>
                  </a:lnSpc>
                </a:pPr>
                <a:r>
                  <a:rPr lang="en-CA" dirty="0"/>
                  <a:t>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Correction</a:t>
                </a:r>
                <a:endParaRPr lang="en-CA" dirty="0"/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/>
                  <a:t> Par </a:t>
                </a:r>
                <a:r>
                  <a:rPr lang="en-CA" dirty="0" err="1"/>
                  <a:t>définition</a:t>
                </a:r>
                <a:r>
                  <a:rPr lang="en-CA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:r>
                  <a:rPr lang="ar-AE" dirty="0"/>
                  <a:t>2</a:t>
                </a:r>
                <a:r>
                  <a:rPr lang="en-CA" dirty="0"/>
                  <a:t>a)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ar-AE" dirty="0"/>
                  <a:t>2</a:t>
                </a:r>
                <a:r>
                  <a:rPr lang="en-CA" dirty="0"/>
                  <a:t>b)    </a:t>
                </a:r>
                <a:r>
                  <a:rPr lang="en-CA" dirty="0" err="1"/>
                  <a:t>Même</a:t>
                </a:r>
                <a:r>
                  <a:rPr lang="en-CA" dirty="0"/>
                  <a:t> </a:t>
                </a:r>
                <a:r>
                  <a:rPr lang="en-CA" dirty="0" err="1"/>
                  <a:t>calcul</a:t>
                </a:r>
                <a:r>
                  <a:rPr lang="en-CA" dirty="0"/>
                  <a:t> ⇒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:r>
                  <a:rPr lang="ar-AE" dirty="0"/>
                  <a:t>2</a:t>
                </a:r>
                <a:r>
                  <a:rPr lang="en-CA" dirty="0"/>
                  <a:t>c)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nor/>
                          </m:rP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ℏ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ℏ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DBE2015-A69C-5A93-701F-310EDB2FD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0" y="600054"/>
                <a:ext cx="10477499" cy="5436553"/>
              </a:xfrm>
              <a:prstGeom prst="rect">
                <a:avLst/>
              </a:prstGeom>
              <a:blipFill>
                <a:blip r:embed="rId2"/>
                <a:stretch>
                  <a:fillRect l="-524" t="-448" b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2306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099D4-59D6-D2F2-6366-1A12B3B1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014050-FA91-25B8-798A-580EB8EA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2EA4D8-14DF-F108-A7A2-888711B3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61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428CFF3-8907-CB04-D38C-93B3799BDB4C}"/>
                  </a:ext>
                </a:extLst>
              </p:cNvPr>
              <p:cNvSpPr txBox="1"/>
              <p:nvPr/>
            </p:nvSpPr>
            <p:spPr>
              <a:xfrm>
                <a:off x="1573320" y="80942"/>
                <a:ext cx="10542480" cy="5334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-CA" b="1" dirty="0">
                    <a:solidFill>
                      <a:prstClr val="black"/>
                    </a:solidFill>
                    <a:latin typeface="Aptos" panose="02110004020202020204"/>
                  </a:rPr>
                  <a:t>Exercice 2 — Action “</a:t>
                </a:r>
                <a:r>
                  <a:rPr lang="en-CA" b="1" dirty="0" err="1">
                    <a:solidFill>
                      <a:prstClr val="black"/>
                    </a:solidFill>
                    <a:latin typeface="Aptos" panose="02110004020202020204"/>
                  </a:rPr>
                  <a:t>échelle</a:t>
                </a:r>
                <a:r>
                  <a:rPr lang="en-CA" b="1" dirty="0">
                    <a:solidFill>
                      <a:prstClr val="black"/>
                    </a:solidFill>
                    <a:latin typeface="Aptos" panose="02110004020202020204"/>
                  </a:rPr>
                  <a:t>”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</m:oMath>
                </a14:m>
                <a:endParaRPr lang="ar-AE" b="1" dirty="0">
                  <a:solidFill>
                    <a:prstClr val="black"/>
                  </a:solidFill>
                  <a:latin typeface="Aptos" panose="02110004020202020204"/>
                  <a:cs typeface="Arial" panose="020B0604020202020204" pitchFamily="34" charset="0"/>
                </a:endParaRPr>
              </a:p>
              <a:p>
                <a:pPr defTabSz="914400">
                  <a:lnSpc>
                    <a:spcPct val="150000"/>
                  </a:lnSpc>
                </a:pPr>
                <a:b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</a:br>
                <a:r>
                  <a:rPr lang="en-CA" dirty="0" err="1">
                    <a:solidFill>
                      <a:prstClr val="black"/>
                    </a:solidFill>
                    <a:latin typeface="Aptos" panose="02110004020202020204"/>
                  </a:rPr>
                  <a:t>Soit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la base propre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⟩"/>
                            <m:sepChr m:val=","/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𝑗𝑚</m:t>
                            </m:r>
                          </m:e>
                        </m:d>
                      </m:e>
                    </m:d>
                  </m:oMath>
                </a14:m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</a:t>
                </a:r>
                <a:r>
                  <a:rPr lang="en-CA" dirty="0" err="1">
                    <a:solidFill>
                      <a:prstClr val="black"/>
                    </a:solidFill>
                    <a:latin typeface="Aptos" panose="02110004020202020204"/>
                  </a:rPr>
                  <a:t>telle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</a:t>
                </a:r>
                <a:r>
                  <a:rPr lang="en-CA" dirty="0" err="1">
                    <a:solidFill>
                      <a:prstClr val="black"/>
                    </a:solidFill>
                    <a:latin typeface="Aptos" panose="02110004020202020204"/>
                  </a:rPr>
                  <a:t>que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:</a:t>
                </a:r>
              </a:p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ar-AE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ar-AE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"/>
                                      <m:endChr m:val="⟩"/>
                                      <m:ctrlP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ar-AE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p>
                                          <m:r>
                                            <a:rPr lang="ar-AE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ar-AE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  <m:r>
                                    <a:rPr lang="ar-AE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ar-AE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ar-AE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ar-AE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  <m:e/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r>
                                    <a:rPr lang="ar-AE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CA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r>
                                <a:rPr lang="ar-AE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nor/>
                                </m:rPr>
                                <a:rPr lang="ar-AE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CA" dirty="0">
                  <a:solidFill>
                    <a:prstClr val="black"/>
                  </a:solidFill>
                  <a:latin typeface="Aptos" panose="02110004020202020204"/>
                  <a:cs typeface="Arial" panose="020B0604020202020204" pitchFamily="34" charset="0"/>
                </a:endParaRPr>
              </a:p>
              <a:p>
                <a:pPr defTabSz="914400">
                  <a:lnSpc>
                    <a:spcPct val="150000"/>
                  </a:lnSpc>
                </a:pPr>
                <a:endParaRPr lang="ar-AE" dirty="0">
                  <a:solidFill>
                    <a:prstClr val="black"/>
                  </a:solidFill>
                  <a:latin typeface="Aptos" panose="02110004020202020204"/>
                  <a:cs typeface="Arial" panose="020B0604020202020204" pitchFamily="34" charset="0"/>
                </a:endParaRPr>
              </a:p>
              <a:p>
                <a:pPr defTabSz="9144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>
                    <a:solidFill>
                      <a:prstClr val="black"/>
                    </a:solidFill>
                    <a:latin typeface="Aptos" panose="02110004020202020204"/>
                  </a:rPr>
                  <a:t>Montrer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</a:t>
                </a:r>
                <a:r>
                  <a:rPr lang="en-CA" dirty="0" err="1">
                    <a:solidFill>
                      <a:prstClr val="black"/>
                    </a:solidFill>
                    <a:latin typeface="Aptos" panose="02110004020202020204"/>
                  </a:rPr>
                  <a:t>que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∝∣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et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∝∣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>
                    <a:solidFill>
                      <a:prstClr val="black"/>
                    </a:solidFill>
                    <a:latin typeface="Aptos" panose="02110004020202020204"/>
                    <a:cs typeface="Arial" panose="020B0604020202020204" pitchFamily="34" charset="0"/>
                  </a:rPr>
                  <a:t>.</a:t>
                </a:r>
              </a:p>
              <a:p>
                <a:pPr defTabSz="9144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>
                    <a:solidFill>
                      <a:prstClr val="black"/>
                    </a:solidFill>
                    <a:latin typeface="Aptos" panose="02110004020202020204"/>
                  </a:rPr>
                  <a:t>Trouver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les </a:t>
                </a:r>
                <a:r>
                  <a:rPr lang="en-CA" b="1" dirty="0">
                    <a:solidFill>
                      <a:prstClr val="black"/>
                    </a:solidFill>
                    <a:latin typeface="Aptos" panose="02110004020202020204"/>
                  </a:rPr>
                  <a:t>coefficients de normalisation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CA" dirty="0" err="1">
                    <a:solidFill>
                      <a:prstClr val="black"/>
                    </a:solidFill>
                    <a:latin typeface="Aptos" panose="02110004020202020204"/>
                  </a:rPr>
                  <a:t>définis</a:t>
                </a:r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</a:rPr>
                  <a:t> par :</a:t>
                </a:r>
              </a:p>
              <a:p>
                <a:pPr defTabSz="914400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d>
                              <m:dPr>
                                <m:ctrlPr>
                                  <a:rPr lang="ar-AE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</m:d>
                          </m:sup>
                        </m:sSubSup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CA" dirty="0">
                    <a:solidFill>
                      <a:prstClr val="black"/>
                    </a:solidFill>
                    <a:latin typeface="Aptos" panose="02110004020202020204"/>
                    <a:cs typeface="Arial" panose="020B0604020202020204" pitchFamily="34" charset="0"/>
                  </a:rPr>
                  <a:t>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CA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sup>
                    </m:sSubSup>
                  </m:oMath>
                </a14:m>
                <a:r>
                  <a:rPr lang="ar-AE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>
                  <a:solidFill>
                    <a:prstClr val="black"/>
                  </a:solidFill>
                  <a:latin typeface="Aptos" panose="02110004020202020204"/>
                  <a:cs typeface="Arial" panose="020B0604020202020204" pitchFamily="34" charset="0"/>
                </a:endParaRPr>
              </a:p>
              <a:p>
                <a:pPr defTabSz="914400"/>
                <a:endParaRPr lang="en-CA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428CFF3-8907-CB04-D38C-93B3799BD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320" y="80942"/>
                <a:ext cx="10542480" cy="5334602"/>
              </a:xfrm>
              <a:prstGeom prst="rect">
                <a:avLst/>
              </a:prstGeom>
              <a:blipFill>
                <a:blip r:embed="rId2"/>
                <a:stretch>
                  <a:fillRect l="-5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1117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C87B17B-FEF1-AA95-30B9-EE1091BA13CA}"/>
                  </a:ext>
                </a:extLst>
              </p:cNvPr>
              <p:cNvSpPr txBox="1"/>
              <p:nvPr/>
            </p:nvSpPr>
            <p:spPr>
              <a:xfrm>
                <a:off x="762000" y="476250"/>
                <a:ext cx="10706100" cy="5918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Correction de : 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Avec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±</m:t>
                            </m:r>
                          </m:sub>
                        </m:sSub>
                      </m:e>
                    </m:d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=±</m:t>
                    </m:r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±</m:t>
                        </m:r>
                      </m:sub>
                    </m:sSub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d>
                                    <m:dPr>
                                      <m:endChr m:val="⟩"/>
                                      <m:sepChr m:val=","/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ar-AE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ar-AE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kumimoji="0" lang="ar-AE" sz="1800" b="0" i="0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  <m:t>±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kumimoji="0" lang="ar-AE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∣</m:t>
                                      </m:r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𝑗𝑚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±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±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ℏ</m:t>
                                  </m:r>
                                  <m:sSub>
                                    <m:sSubPr>
                                      <m:ctrlP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ar-AE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kumimoji="0" lang="ar-AE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±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∣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,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e>
                          </m:d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ℏ</m:t>
                          </m:r>
                          <m:d>
                            <m:d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±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endChr m:val="⟩"/>
                              <m:sepChr m:val=","/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±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∣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𝑗𝑚</m:t>
                              </m:r>
                            </m:e>
                          </m:d>
                        </m:e>
                      </m:d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donc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±</m:t>
                            </m:r>
                          </m:sub>
                        </m:s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</m:d>
                  </m:oMath>
                </a14:m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est (au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facteur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près) un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vecteur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propre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de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valeur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propre </a:t>
                </a:r>
                <a14:m>
                  <m:oMath xmlns:m="http://schemas.openxmlformats.org/officeDocument/2006/math">
                    <m:r>
                      <a:rPr kumimoji="0" lang="en-CA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ℏ</m:t>
                    </m:r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±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⇒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proportionnel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à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∣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𝑗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±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.</a:t>
                </a:r>
                <a:b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</a:br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Utiliser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</m:sub>
                    </m:sSub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</m:sub>
                    </m:sSub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ℏ</m:t>
                        </m:r>
                      </m:e>
                    </m:d>
                  </m:oMath>
                </a14:m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</m:sub>
                    </m:sSub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  <m:r>
                      <a:rPr kumimoji="0" lang="ar-AE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sSub>
                      <m:sSub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𝐽</m:t>
                        </m:r>
                      </m:e>
                      <m:sub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𝐽</m:t>
                            </m:r>
                          </m:e>
                          <m:sub>
                            <m:r>
                              <a:rPr kumimoji="0" 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sub>
                        </m:sSub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ℏ</m:t>
                        </m:r>
                      </m:e>
                    </m:d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Tahoma" panose="020B0604030504040204" pitchFamily="34" charset="0"/>
                  </a:rPr>
                  <a:t>. 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Alors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∥</m:t>
                          </m:r>
                          <m:sSub>
                            <m:sSub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</m:sub>
                          </m:sSub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𝑗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e>
                      </m:d>
                      <m:sSup>
                        <m:sSup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∥</m:t>
                          </m:r>
                        </m:e>
                        <m:sup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𝑗</m:t>
                          </m:r>
                        </m:e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e>
                        <m:e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</m:t>
                          </m:r>
                          <m:sSub>
                            <m:sSub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</m:sub>
                          </m:sSub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𝑗𝑚</m:t>
                          </m:r>
                        </m:e>
                      </m:d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ℏ</m:t>
                          </m:r>
                        </m:e>
                        <m:sup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[</m:t>
                      </m:r>
                      <m:r>
                        <a:rPr kumimoji="0" lang="ar-AE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𝑗</m:t>
                      </m:r>
                      <m:d>
                        <m:d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𝑗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e>
                      </m:d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kumimoji="0" lang="ar-AE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𝑚</m:t>
                      </m:r>
                      <m:d>
                        <m:d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e>
                      </m:d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].</m:t>
                      </m:r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On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choisit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le coefficient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réel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et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positif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: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entury Gothic" panose="020B0502020202020204"/>
                              <a:ea typeface="+mn-ea"/>
                              <a:cs typeface="Tahoma" panose="020B0604030504040204" pitchFamily="34" charset="0"/>
                            </a:rPr>
                            <m:t> </m:t>
                          </m:r>
                          <m:sSubSup>
                            <m:sSubSup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,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+</m:t>
                                  </m:r>
                                </m:e>
                              </m:d>
                            </m:sup>
                          </m:sSubSup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ℏ</m:t>
                          </m:r>
                          <m:rad>
                            <m:radPr>
                              <m:degHide m:val="on"/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𝑗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+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𝑚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+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rad>
                          <m:r>
                            <m:rPr>
                              <m:nor/>
                            </m:r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entury Gothic" panose="020B0502020202020204"/>
                              <a:ea typeface="+mn-ea"/>
                              <a:cs typeface="Tahoma" panose="020B0604030504040204" pitchFamily="34" charset="0"/>
                            </a:rPr>
                            <m:t> </m:t>
                          </m:r>
                        </m:e>
                      </m:borderBox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Tahoma" panose="020B0604030504040204" pitchFamily="34" charset="0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De </a:t>
                </a:r>
                <a:r>
                  <a:rPr kumimoji="0" lang="en-CA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même</a:t>
                </a:r>
                <a:r>
                  <a:rPr kumimoji="0" lang="en-C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,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entury Gothic" panose="020B0502020202020204"/>
                              <a:ea typeface="+mn-ea"/>
                              <a:cs typeface="Tahoma" panose="020B0604030504040204" pitchFamily="34" charset="0"/>
                            </a:rPr>
                            <m:t> </m:t>
                          </m:r>
                          <m:sSubSup>
                            <m:sSubSupPr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,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</m:t>
                                  </m:r>
                                </m:e>
                              </m:d>
                            </m:sup>
                          </m:sSubSup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ℏ</m:t>
                          </m:r>
                          <m:rad>
                            <m:radPr>
                              <m:degHide m:val="on"/>
                              <m:ctrlP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𝑗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+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kumimoji="0" lang="ar-AE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kumimoji="0" lang="ar-AE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0" lang="ar-AE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𝑚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</m:t>
                                  </m:r>
                                  <m:r>
                                    <a:rPr kumimoji="0" lang="ar-AE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rad>
                          <m:r>
                            <m:rPr>
                              <m:nor/>
                            </m:r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entury Gothic" panose="020B0502020202020204"/>
                              <a:ea typeface="+mn-ea"/>
                              <a:cs typeface="Tahoma" panose="020B0604030504040204" pitchFamily="34" charset="0"/>
                            </a:rPr>
                            <m:t> </m:t>
                          </m:r>
                        </m:e>
                      </m:borderBox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C87B17B-FEF1-AA95-30B9-EE1091BA1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76250"/>
                <a:ext cx="10706100" cy="5918095"/>
              </a:xfrm>
              <a:prstGeom prst="rect">
                <a:avLst/>
              </a:prstGeom>
              <a:blipFill>
                <a:blip r:embed="rId2"/>
                <a:stretch>
                  <a:fillRect l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2972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2906-D330-D196-8302-60B74EB8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478E983E-756B-54B7-D0E3-74257EAF9C51}"/>
                  </a:ext>
                </a:extLst>
              </p:cNvPr>
              <p:cNvSpPr txBox="1"/>
              <p:nvPr/>
            </p:nvSpPr>
            <p:spPr>
              <a:xfrm>
                <a:off x="1793465" y="577645"/>
                <a:ext cx="9896475" cy="4669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Exercice 3 — États </a:t>
                </a:r>
                <a:r>
                  <a:rPr lang="en-CA" b="1" dirty="0" err="1"/>
                  <a:t>extrêmes</a:t>
                </a:r>
                <a:r>
                  <a:rPr lang="en-CA" b="1" dirty="0"/>
                  <a:t> et </a:t>
                </a:r>
                <a:r>
                  <a:rPr lang="en-CA" b="1" dirty="0" err="1"/>
                  <a:t>cardinalité</a:t>
                </a:r>
                <a:endParaRPr lang="en-CA" b="1" dirty="0"/>
              </a:p>
              <a:p>
                <a:pPr>
                  <a:lnSpc>
                    <a:spcPct val="150000"/>
                  </a:lnSpc>
                  <a:buNone/>
                </a:pPr>
                <a:endParaRPr lang="en-CA" b="1" dirty="0"/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/>
                  <a:t>Montrer</a:t>
                </a:r>
                <a:r>
                  <a:rPr lang="en-CA" dirty="0"/>
                  <a:t> </a:t>
                </a:r>
                <a:r>
                  <a:rPr lang="en-CA" dirty="0" err="1"/>
                  <a:t>qu’il</a:t>
                </a:r>
                <a:r>
                  <a:rPr lang="en-CA" dirty="0"/>
                  <a:t> </a:t>
                </a:r>
                <a:r>
                  <a:rPr lang="en-CA" dirty="0" err="1"/>
                  <a:t>existe</a:t>
                </a:r>
                <a:r>
                  <a:rPr lang="en-CA" dirty="0"/>
                  <a:t> des états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CA" dirty="0"/>
                  <a:t> et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tels</a:t>
                </a:r>
                <a:r>
                  <a:rPr lang="en-CA" dirty="0"/>
                  <a:t> </a:t>
                </a:r>
                <a:r>
                  <a:rPr lang="en-CA" dirty="0" err="1"/>
                  <a:t>que</a:t>
                </a:r>
                <a:endParaRPr lang="en-CA" dirty="0"/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CA" dirty="0"/>
                  <a:t>En </a:t>
                </a:r>
                <a:r>
                  <a:rPr lang="en-CA" dirty="0" err="1"/>
                  <a:t>déduire</a:t>
                </a:r>
                <a:r>
                  <a:rPr lang="en-CA" dirty="0"/>
                  <a:t> </a:t>
                </a:r>
                <a:r>
                  <a:rPr lang="en-CA" dirty="0" err="1"/>
                  <a:t>que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 err="1"/>
                  <a:t>parcourt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dirty="0"/>
                  <a:t> et </a:t>
                </a:r>
                <a:r>
                  <a:rPr lang="en-CA" dirty="0" err="1"/>
                  <a:t>que</a:t>
                </a:r>
                <a:r>
                  <a:rPr lang="en-CA" dirty="0"/>
                  <a:t> le </a:t>
                </a:r>
                <a:r>
                  <a:rPr lang="en-CA" b="1" dirty="0" err="1"/>
                  <a:t>nombre</a:t>
                </a:r>
                <a:r>
                  <a:rPr lang="en-CA" b="1" dirty="0"/>
                  <a:t> d’états</a:t>
                </a:r>
                <a:r>
                  <a:rPr lang="en-CA" dirty="0"/>
                  <a:t> est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2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Correction.</a:t>
                </a:r>
                <a:endParaRPr lang="en-CA" dirty="0"/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/>
                  <a:t>Si on </a:t>
                </a:r>
                <a:r>
                  <a:rPr lang="en-CA" dirty="0" err="1"/>
                  <a:t>pouvait</a:t>
                </a:r>
                <a:r>
                  <a:rPr lang="en-CA" dirty="0"/>
                  <a:t> encore </a:t>
                </a:r>
                <a:r>
                  <a:rPr lang="en-CA" dirty="0" err="1"/>
                  <a:t>élever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CA" dirty="0"/>
                  <a:t>on </a:t>
                </a:r>
                <a:r>
                  <a:rPr lang="en-CA" dirty="0" err="1"/>
                  <a:t>obtiendrait</a:t>
                </a:r>
                <a:r>
                  <a:rPr lang="en-CA" dirty="0"/>
                  <a:t> un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 incompatible avec le spectre </a:t>
                </a:r>
                <a:r>
                  <a:rPr lang="en-CA" dirty="0" err="1"/>
                  <a:t>fini</a:t>
                </a:r>
                <a:r>
                  <a:rPr lang="en-CA" dirty="0"/>
                  <a:t> (</a:t>
                </a:r>
                <a:r>
                  <a:rPr lang="en-CA" dirty="0" err="1"/>
                  <a:t>norme</a:t>
                </a:r>
                <a:r>
                  <a:rPr lang="en-CA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fixée</a:t>
                </a:r>
                <a:r>
                  <a:rPr lang="en-CA" dirty="0"/>
                  <a:t>) : on doit </a:t>
                </a:r>
                <a:r>
                  <a:rPr lang="en-CA" dirty="0" err="1"/>
                  <a:t>donc</a:t>
                </a:r>
                <a:r>
                  <a:rPr lang="en-CA" dirty="0"/>
                  <a:t> </a:t>
                </a:r>
                <a:r>
                  <a:rPr lang="en-CA" dirty="0" err="1"/>
                  <a:t>avoir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. </a:t>
                </a:r>
                <a:r>
                  <a:rPr lang="en-CA" dirty="0" err="1"/>
                  <a:t>Même</a:t>
                </a:r>
                <a:r>
                  <a:rPr lang="en-CA" dirty="0"/>
                  <a:t> idée </a:t>
                </a:r>
                <a:r>
                  <a:rPr lang="en-CA" dirty="0" err="1"/>
                  <a:t>en</a:t>
                </a:r>
                <a:r>
                  <a:rPr lang="en-CA" dirty="0"/>
                  <a:t> bas de </a:t>
                </a:r>
                <a:r>
                  <a:rPr lang="en-CA" dirty="0" err="1"/>
                  <a:t>l’échelle</a:t>
                </a:r>
                <a:r>
                  <a:rPr lang="en-CA" dirty="0"/>
                  <a:t>.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/>
                  <a:t> </a:t>
                </a:r>
                <a:r>
                  <a:rPr lang="en-CA" dirty="0" err="1"/>
                  <a:t>L’application</a:t>
                </a:r>
                <a:r>
                  <a:rPr lang="en-CA" dirty="0"/>
                  <a:t> </a:t>
                </a:r>
                <a:r>
                  <a:rPr lang="en-CA" dirty="0" err="1"/>
                  <a:t>répétée</a:t>
                </a:r>
                <a:r>
                  <a:rPr lang="en-CA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en-CA" dirty="0" err="1"/>
                  <a:t>relie</a:t>
                </a:r>
                <a:r>
                  <a:rPr lang="en-CA" dirty="0"/>
                  <a:t> </a:t>
                </a:r>
                <a:r>
                  <a:rPr lang="en-CA" dirty="0" err="1"/>
                  <a:t>tous</a:t>
                </a:r>
                <a:r>
                  <a:rPr lang="en-CA" dirty="0"/>
                  <a:t> les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CA" dirty="0"/>
                  <a:t> entre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dirty="0"/>
                  <a:t> et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dirty="0"/>
                  <a:t> par pas de 1 ⇒ il y a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2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valeurs</a:t>
                </a:r>
                <a:r>
                  <a:rPr lang="en-CA" dirty="0"/>
                  <a:t> possibles.</a:t>
                </a: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478E983E-756B-54B7-D0E3-74257EAF9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465" y="577645"/>
                <a:ext cx="9896475" cy="4669163"/>
              </a:xfrm>
              <a:prstGeom prst="rect">
                <a:avLst/>
              </a:prstGeom>
              <a:blipFill>
                <a:blip r:embed="rId2"/>
                <a:stretch>
                  <a:fillRect l="-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99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FA02F-36D9-D519-6A95-DFCFFEE8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774BE2B4-20A1-87F4-E1CD-6C3C4010CA53}"/>
                  </a:ext>
                </a:extLst>
              </p:cNvPr>
              <p:cNvSpPr txBox="1"/>
              <p:nvPr/>
            </p:nvSpPr>
            <p:spPr>
              <a:xfrm>
                <a:off x="2022987" y="775726"/>
                <a:ext cx="9883878" cy="5090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fr-FR" b="1" dirty="0"/>
                  <a:t>Exercice 4 — Cas concret </a:t>
                </a:r>
                <a14:m>
                  <m:oMath xmlns:m="http://schemas.openxmlformats.org/officeDocument/2006/math">
                    <m:r>
                      <a:rPr lang="fr-FR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fr-FR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CA" b="1" dirty="0"/>
              </a:p>
              <a:p>
                <a:pPr>
                  <a:lnSpc>
                    <a:spcPct val="150000"/>
                  </a:lnSpc>
                  <a:buNone/>
                </a:pPr>
                <a:br>
                  <a:rPr lang="en-CA" dirty="0"/>
                </a:br>
                <a:r>
                  <a:rPr lang="en-CA" dirty="0"/>
                  <a:t>Pour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, les </a:t>
                </a:r>
                <a:r>
                  <a:rPr lang="en-CA" dirty="0" err="1"/>
                  <a:t>valeurs</a:t>
                </a:r>
                <a:r>
                  <a:rPr lang="en-CA" dirty="0"/>
                  <a:t> de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err="1"/>
                  <a:t>sont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dirty="0"/>
                  <a:t>.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/>
                  <a:t>Calcule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CA" dirty="0"/>
                  <a:t>et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/>
                  <a:t>Vérifie</a:t>
                </a:r>
                <a:r>
                  <a:rPr lang="en-CA" dirty="0"/>
                  <a:t> </a:t>
                </a:r>
                <a:r>
                  <a:rPr lang="en-CA" dirty="0" err="1"/>
                  <a:t>que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CA" dirty="0" err="1"/>
                  <a:t>Même</a:t>
                </a:r>
                <a:r>
                  <a:rPr lang="en-CA" dirty="0"/>
                  <a:t> questions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CA" dirty="0"/>
                  <a:t>en </a:t>
                </a:r>
                <a:r>
                  <a:rPr lang="en-CA" dirty="0" err="1"/>
                  <a:t>partant</a:t>
                </a:r>
                <a:r>
                  <a:rPr lang="en-CA" dirty="0"/>
                  <a:t> de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CA" b="1" dirty="0"/>
                  <a:t>Correction.</a:t>
                </a:r>
                <a:endParaRPr lang="en-CA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CA" dirty="0" err="1"/>
                  <a:t>Donc</a:t>
                </a:r>
                <a:endParaRPr lang="en-CA" dirty="0"/>
              </a:p>
              <a:p>
                <a:pPr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ℏ</m:t>
                        </m:r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ar-AE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ℏ</m:t>
                        </m:r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ar-AE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CA" i="1" dirty="0"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b="0" dirty="0"/>
              </a:p>
              <a:p>
                <a:pPr>
                  <a:buNone/>
                </a:pPr>
                <a:r>
                  <a:rPr lang="en-CA" dirty="0"/>
                  <a:t>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d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d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ℏ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CA" dirty="0" err="1"/>
                  <a:t>d’où</a:t>
                </a:r>
                <a:endParaRPr lang="en-CA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ℏ</m:t>
                          </m:r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ℏ</m:t>
                          </m:r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774BE2B4-20A1-87F4-E1CD-6C3C4010C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987" y="775726"/>
                <a:ext cx="9883878" cy="5090240"/>
              </a:xfrm>
              <a:prstGeom prst="rect">
                <a:avLst/>
              </a:prstGeom>
              <a:blipFill>
                <a:blip r:embed="rId2"/>
                <a:stretch>
                  <a:fillRect l="-555" t="-599" b="-1461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502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2733-ED2D-9DA4-59F4-8571F9D4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58DC25F-D129-41FA-514E-E05558D2B7AD}"/>
                  </a:ext>
                </a:extLst>
              </p:cNvPr>
              <p:cNvSpPr txBox="1"/>
              <p:nvPr/>
            </p:nvSpPr>
            <p:spPr>
              <a:xfrm>
                <a:off x="619125" y="790575"/>
                <a:ext cx="10915650" cy="4961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CA" b="1" dirty="0" err="1"/>
                  <a:t>Exercice</a:t>
                </a:r>
                <a:r>
                  <a:rPr lang="en-CA" b="1" dirty="0"/>
                  <a:t> 5 — Cas semi-</a:t>
                </a:r>
                <a:r>
                  <a:rPr lang="en-CA" b="1" dirty="0" err="1"/>
                  <a:t>entier</a:t>
                </a:r>
                <a:r>
                  <a:rPr lang="en-CA" b="1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ar-AE" b="1" dirty="0"/>
              </a:p>
              <a:p>
                <a:pPr>
                  <a:lnSpc>
                    <a:spcPct val="150000"/>
                  </a:lnSpc>
                  <a:buNone/>
                </a:pPr>
                <a:br>
                  <a:rPr lang="en-CA" dirty="0"/>
                </a:br>
                <a:r>
                  <a:rPr lang="en-CA" dirty="0"/>
                  <a:t>Lister </a:t>
                </a:r>
                <a:r>
                  <a:rPr lang="en-CA" dirty="0" err="1"/>
                  <a:t>toutes</a:t>
                </a:r>
                <a:r>
                  <a:rPr lang="en-CA" dirty="0"/>
                  <a:t> les actions non </a:t>
                </a:r>
                <a:r>
                  <a:rPr lang="en-CA" dirty="0" err="1"/>
                  <a:t>nulles</a:t>
                </a:r>
                <a:r>
                  <a:rPr lang="en-CA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CA" dirty="0"/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CA" dirty="0"/>
                  <a:t>entre les états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ar-AE" dirty="0"/>
                  <a:t>(</a:t>
                </a:r>
                <a:r>
                  <a:rPr lang="en-CA" dirty="0"/>
                  <a:t> avec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,−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ar-AE" dirty="0"/>
                  <a:t>) </a:t>
                </a:r>
                <a:r>
                  <a:rPr lang="en-CA" dirty="0"/>
                  <a:t>et donner les coefficients.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Correction : </a:t>
                </a:r>
                <a:r>
                  <a:rPr lang="en-CA" b="1" dirty="0" err="1"/>
                  <a:t>en</a:t>
                </a:r>
                <a:r>
                  <a:rPr lang="en-CA" b="1" dirty="0"/>
                  <a:t> </a:t>
                </a:r>
                <a:r>
                  <a:rPr lang="en-CA" b="1" dirty="0" err="1"/>
                  <a:t>utilisant</a:t>
                </a:r>
                <a:r>
                  <a:rPr lang="en-CA" b="1" dirty="0"/>
                  <a:t> 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rad>
                  </m:oMath>
                </a14:m>
                <a:r>
                  <a:rPr lang="en-CA" i="1" dirty="0"/>
                  <a:t> avec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dirty="0"/>
                  <a:t>, on </a:t>
                </a:r>
                <a:r>
                  <a:rPr lang="en-CA" dirty="0" err="1"/>
                  <a:t>obtient</a:t>
                </a:r>
                <a:r>
                  <a:rPr lang="en-CA" dirty="0"/>
                  <a:t>: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ad>
                              <m:radPr>
                                <m:degHide m:val="on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ar-AE" b="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ad>
                              <m:radPr>
                                <m:degHide m:val="on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ar-AE" b="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ad>
                              <m:radPr>
                                <m:degHide m:val="on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ar-AE" b="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;</m:t>
                            </m:r>
                          </m:e>
                        </m:mr>
                      </m:m>
                      <m:r>
                        <a:rPr lang="ar-AE" b="0" i="0">
                          <a:latin typeface="Cambria Math" panose="02040503050406030204" pitchFamily="18" charset="0"/>
                        </a:rPr>
                        <m:t> 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ad>
                              <m:radPr>
                                <m:degHide m:val="on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ar-AE" b="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ad>
                              <m:radPr>
                                <m:degHide m:val="on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ar-AE" b="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ad>
                              <m:radPr>
                                <m:degHide m:val="on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ar-AE" b="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⟩,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,−</m:t>
                            </m:r>
                            <m:f>
                              <m:fPr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58DC25F-D129-41FA-514E-E05558D2B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" y="790575"/>
                <a:ext cx="10915650" cy="4961102"/>
              </a:xfrm>
              <a:prstGeom prst="rect">
                <a:avLst/>
              </a:prstGeom>
              <a:blipFill>
                <a:blip r:embed="rId2"/>
                <a:stretch>
                  <a:fillRect l="-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9948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777E-10BC-A4D0-C88A-A60C1AA7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27B29D9C-049A-2BA4-3A26-E6FFA72F985A}"/>
                  </a:ext>
                </a:extLst>
              </p:cNvPr>
              <p:cNvSpPr txBox="1"/>
              <p:nvPr/>
            </p:nvSpPr>
            <p:spPr>
              <a:xfrm>
                <a:off x="866775" y="371475"/>
                <a:ext cx="10363200" cy="3127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CA" b="1" dirty="0" err="1"/>
                  <a:t>Exercice</a:t>
                </a:r>
                <a:r>
                  <a:rPr lang="en-CA" b="1" dirty="0"/>
                  <a:t> 6 — Une </a:t>
                </a:r>
                <a:r>
                  <a:rPr lang="en-CA" b="1" dirty="0" err="1"/>
                  <a:t>identité</a:t>
                </a:r>
                <a:r>
                  <a:rPr lang="en-CA" b="1" dirty="0"/>
                  <a:t> utile (ca </a:t>
                </a:r>
                <a:r>
                  <a:rPr lang="en-CA" b="1" dirty="0" err="1"/>
                  <a:t>deverait</a:t>
                </a:r>
                <a:r>
                  <a:rPr lang="en-CA" b="1" dirty="0"/>
                  <a:t> </a:t>
                </a:r>
                <a:r>
                  <a:rPr lang="en-CA" b="1" dirty="0" err="1"/>
                  <a:t>etre</a:t>
                </a:r>
                <a:r>
                  <a:rPr lang="en-CA" b="1" dirty="0"/>
                  <a:t> </a:t>
                </a:r>
                <a:r>
                  <a:rPr lang="en-CA" b="1" dirty="0" err="1"/>
                  <a:t>exo</a:t>
                </a:r>
                <a:r>
                  <a:rPr lang="en-CA" b="1" dirty="0"/>
                  <a:t> 0)</a:t>
                </a:r>
              </a:p>
              <a:p>
                <a:pPr>
                  <a:lnSpc>
                    <a:spcPct val="150000"/>
                  </a:lnSpc>
                  <a:buNone/>
                </a:pPr>
                <a:br>
                  <a:rPr lang="en-CA" dirty="0"/>
                </a:br>
                <a:r>
                  <a:rPr lang="en-CA" dirty="0" err="1"/>
                  <a:t>Prouver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</m:e>
                    </m:d>
                  </m:oMath>
                </a14:m>
                <a:r>
                  <a:rPr lang="en-CA" dirty="0"/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ℏ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b="1" dirty="0"/>
                  <a:t>Correction (idée).</a:t>
                </a:r>
                <a:br>
                  <a:rPr lang="en-CA" dirty="0"/>
                </a:br>
                <a:r>
                  <a:rPr lang="en-CA" dirty="0" err="1"/>
                  <a:t>Écrire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CA" dirty="0"/>
                  <a:t>et </a:t>
                </a:r>
                <a:r>
                  <a:rPr lang="en-CA" dirty="0" err="1"/>
                  <a:t>utiliser</a:t>
                </a:r>
                <a:endParaRPr lang="en-CA" dirty="0"/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CA" dirty="0" err="1"/>
                  <a:t>puis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CA" dirty="0"/>
                  <a:t>Terminer </a:t>
                </a:r>
                <a:r>
                  <a:rPr lang="en-CA" dirty="0" err="1"/>
                  <a:t>en</a:t>
                </a:r>
                <a:r>
                  <a:rPr lang="en-CA" dirty="0"/>
                  <a:t> </a:t>
                </a:r>
                <a:r>
                  <a:rPr lang="en-CA" dirty="0" err="1"/>
                  <a:t>regroupant</a:t>
                </a:r>
                <a:r>
                  <a:rPr lang="en-CA" dirty="0"/>
                  <a:t> avec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27B29D9C-049A-2BA4-3A26-E6FFA72F9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75" y="371475"/>
                <a:ext cx="10363200" cy="3127138"/>
              </a:xfrm>
              <a:prstGeom prst="rect">
                <a:avLst/>
              </a:prstGeom>
              <a:blipFill>
                <a:blip r:embed="rId2"/>
                <a:stretch>
                  <a:fillRect l="-471" b="-1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425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70C6-756D-8144-C1A4-EDA83CEB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C546CE-B3B8-77F2-3884-068D91FD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84A453-DFE5-8A4A-692E-76DEAC3D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67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43939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AA1C-70DF-3986-8754-493BA076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14DFDA-EE81-843C-BFD5-18D9C341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6B86-7301-41FB-AE3B-49ECBAA518E3}" type="datetime2">
              <a:rPr lang="en-CA" smtClean="0"/>
              <a:t>Tuesday, November 11, 2025</a:t>
            </a:fld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A18801-95F7-FDC8-2D8C-B7DAD99A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06C8F-2F7F-4E04-A1B3-431C8FF2B6D9}" type="slidenum">
              <a:rPr lang="en-CA" smtClean="0"/>
              <a:t>68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1228838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TM02892315[[fn=Brin]]</Template>
  <TotalTime>14093</TotalTime>
  <Words>6569</Words>
  <Application>Microsoft Office PowerPoint</Application>
  <PresentationFormat>Grand écran</PresentationFormat>
  <Paragraphs>682</Paragraphs>
  <Slides>68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6" baseType="lpstr">
      <vt:lpstr>Aptos</vt:lpstr>
      <vt:lpstr>Arial</vt:lpstr>
      <vt:lpstr>Blackadder ITC</vt:lpstr>
      <vt:lpstr>Bradley Hand ITC</vt:lpstr>
      <vt:lpstr>Cambria Math</vt:lpstr>
      <vt:lpstr>Century Gothic</vt:lpstr>
      <vt:lpstr>Wingdings 3</vt:lpstr>
      <vt:lpstr>Brin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 boutaleb</dc:creator>
  <cp:lastModifiedBy>habib boutaleb</cp:lastModifiedBy>
  <cp:revision>20</cp:revision>
  <cp:lastPrinted>2025-10-20T09:48:38Z</cp:lastPrinted>
  <dcterms:created xsi:type="dcterms:W3CDTF">2025-10-13T05:27:19Z</dcterms:created>
  <dcterms:modified xsi:type="dcterms:W3CDTF">2025-11-11T08:22:32Z</dcterms:modified>
</cp:coreProperties>
</file>